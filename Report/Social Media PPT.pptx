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9"/>
  </p:notesMasterIdLst>
  <p:sldIdLst>
    <p:sldId id="303" r:id="rId2"/>
    <p:sldId id="257" r:id="rId3"/>
    <p:sldId id="258" r:id="rId4"/>
    <p:sldId id="259" r:id="rId5"/>
    <p:sldId id="260" r:id="rId6"/>
    <p:sldId id="262" r:id="rId7"/>
    <p:sldId id="304" r:id="rId8"/>
    <p:sldId id="263" r:id="rId9"/>
    <p:sldId id="264" r:id="rId10"/>
    <p:sldId id="305" r:id="rId11"/>
    <p:sldId id="306" r:id="rId12"/>
    <p:sldId id="265" r:id="rId13"/>
    <p:sldId id="307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Assistant" pitchFamily="2" charset="-79"/>
      <p:regular r:id="rId20"/>
      <p:bold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3B1753-AC33-418C-AF70-4558DE248A1B}">
  <a:tblStyle styleId="{0A3B1753-AC33-418C-AF70-4558DE248A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4" name="Google Shape;194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0" name="Google Shape;200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8" name="Google Shape;238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7" name="Google Shape;267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B5E9D46C-0205-2A17-EEC5-0C59926E2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bd6c00e730_0_89:notes">
            <a:extLst>
              <a:ext uri="{FF2B5EF4-FFF2-40B4-BE49-F238E27FC236}">
                <a16:creationId xmlns:a16="http://schemas.microsoft.com/office/drawing/2014/main" id="{DE044892-52FD-F5A8-84FF-1D464E9C8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bd6c00e730_0_89:notes">
            <a:extLst>
              <a:ext uri="{FF2B5EF4-FFF2-40B4-BE49-F238E27FC236}">
                <a16:creationId xmlns:a16="http://schemas.microsoft.com/office/drawing/2014/main" id="{174CE680-57FA-C45C-8804-59AFEC54B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821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d3c655b5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6" name="Google Shape;276;ged3c655b5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d3c655b53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8" name="Google Shape;288;ged3c655b53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3650D3F8-C9B0-212A-44F7-BAC74DF7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d3c655b53_0_297:notes">
            <a:extLst>
              <a:ext uri="{FF2B5EF4-FFF2-40B4-BE49-F238E27FC236}">
                <a16:creationId xmlns:a16="http://schemas.microsoft.com/office/drawing/2014/main" id="{B00644C9-6B40-4146-5701-9476A4EA3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8" name="Google Shape;288;ged3c655b53_0_297:notes">
            <a:extLst>
              <a:ext uri="{FF2B5EF4-FFF2-40B4-BE49-F238E27FC236}">
                <a16:creationId xmlns:a16="http://schemas.microsoft.com/office/drawing/2014/main" id="{C6AD9A32-D0BB-8406-32F2-A46AA2E7F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853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5FFA8D85-32F8-00F8-FEC5-694047BB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d3c655b53_0_297:notes">
            <a:extLst>
              <a:ext uri="{FF2B5EF4-FFF2-40B4-BE49-F238E27FC236}">
                <a16:creationId xmlns:a16="http://schemas.microsoft.com/office/drawing/2014/main" id="{78FAA075-44A6-A972-01F4-BA40C42BF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8" name="Google Shape;288;ged3c655b53_0_297:notes">
            <a:extLst>
              <a:ext uri="{FF2B5EF4-FFF2-40B4-BE49-F238E27FC236}">
                <a16:creationId xmlns:a16="http://schemas.microsoft.com/office/drawing/2014/main" id="{F597D23B-7DC9-8CE3-1A0B-CF0C6497B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436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d3c655b5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3" name="Google Shape;313;ged3c655b5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B0AB4EB8-E849-32A8-5E01-0D4A7781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d3c655b53_0_5:notes">
            <a:extLst>
              <a:ext uri="{FF2B5EF4-FFF2-40B4-BE49-F238E27FC236}">
                <a16:creationId xmlns:a16="http://schemas.microsoft.com/office/drawing/2014/main" id="{FB5A2092-983B-3B63-B880-A617AD711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3" name="Google Shape;313;ged3c655b53_0_5:notes">
            <a:extLst>
              <a:ext uri="{FF2B5EF4-FFF2-40B4-BE49-F238E27FC236}">
                <a16:creationId xmlns:a16="http://schemas.microsoft.com/office/drawing/2014/main" id="{C4719F8F-8AFD-39A4-EEC6-998E741AD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835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ed3c655b5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1" name="Google Shape;321;ged3c655b5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ed3c655b5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41" name="Google Shape;341;ged3c655b5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d3c655b53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2" name="Google Shape;362;ged3c655b53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ed3c655b5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7" name="Google Shape;377;ged3c655b53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53600" cy="1017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430900" y="539400"/>
            <a:ext cx="241800" cy="406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5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4572000" y="-8700"/>
            <a:ext cx="4572000" cy="521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914700" y="81707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5486697" y="81707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486700" y="1375975"/>
            <a:ext cx="27426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914700" y="1375975"/>
            <a:ext cx="27426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0"/>
            <a:ext cx="9153600" cy="1017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0" y="4901825"/>
            <a:ext cx="241800" cy="2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 flipH="1">
            <a:off x="1505400" y="1307100"/>
            <a:ext cx="6133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-307800" y="-9625"/>
            <a:ext cx="1020900" cy="515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/>
          <p:nvPr/>
        </p:nvSpPr>
        <p:spPr>
          <a:xfrm flipH="1">
            <a:off x="8430900" y="539400"/>
            <a:ext cx="241800" cy="406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25800" y="-9625"/>
            <a:ext cx="4597800" cy="515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471300" y="539400"/>
            <a:ext cx="241800" cy="406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9"/>
          <p:cNvCxnSpPr/>
          <p:nvPr/>
        </p:nvCxnSpPr>
        <p:spPr>
          <a:xfrm>
            <a:off x="4127150" y="-9625"/>
            <a:ext cx="0" cy="1887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4796750" y="1269350"/>
            <a:ext cx="3634500" cy="12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4796750" y="2530775"/>
            <a:ext cx="3634500" cy="13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539400"/>
            <a:ext cx="6576000" cy="15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1284000" y="21323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0" y="3926825"/>
            <a:ext cx="9153600" cy="1216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/>
          <p:nvPr/>
        </p:nvSpPr>
        <p:spPr>
          <a:xfrm>
            <a:off x="8911800" y="0"/>
            <a:ext cx="241800" cy="24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0" y="4901825"/>
            <a:ext cx="241800" cy="2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1360563" y="1195821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713175" y="1195821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761225" y="1188575"/>
            <a:ext cx="3669600" cy="4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/>
          </p:nvPr>
        </p:nvSpPr>
        <p:spPr>
          <a:xfrm>
            <a:off x="1360563" y="1781296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713175" y="1781296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5"/>
          </p:nvPr>
        </p:nvSpPr>
        <p:spPr>
          <a:xfrm>
            <a:off x="4761225" y="2359527"/>
            <a:ext cx="3669600" cy="4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/>
          </p:nvPr>
        </p:nvSpPr>
        <p:spPr>
          <a:xfrm>
            <a:off x="1360563" y="2366771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713100" y="2366771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4761225" y="2945003"/>
            <a:ext cx="3669600" cy="4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/>
          </p:nvPr>
        </p:nvSpPr>
        <p:spPr>
          <a:xfrm>
            <a:off x="1360563" y="2952246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713175" y="2952246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4761225" y="1774051"/>
            <a:ext cx="3669600" cy="4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1360563" y="3537720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16" hasCustomPrompt="1"/>
          </p:nvPr>
        </p:nvSpPr>
        <p:spPr>
          <a:xfrm>
            <a:off x="713100" y="3537720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7"/>
          </p:nvPr>
        </p:nvSpPr>
        <p:spPr>
          <a:xfrm>
            <a:off x="4761225" y="3519199"/>
            <a:ext cx="3669600" cy="4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8"/>
          </p:nvPr>
        </p:nvSpPr>
        <p:spPr>
          <a:xfrm>
            <a:off x="1360563" y="4123170"/>
            <a:ext cx="2336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19" hasCustomPrompt="1"/>
          </p:nvPr>
        </p:nvSpPr>
        <p:spPr>
          <a:xfrm>
            <a:off x="713175" y="4123170"/>
            <a:ext cx="6474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0"/>
          </p:nvPr>
        </p:nvSpPr>
        <p:spPr>
          <a:xfrm>
            <a:off x="4761225" y="4123175"/>
            <a:ext cx="36696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 flipH="1">
            <a:off x="6658800" y="-19275"/>
            <a:ext cx="2485200" cy="248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 flipH="1">
            <a:off x="-307800" y="-9625"/>
            <a:ext cx="1020900" cy="515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 flipH="1">
            <a:off x="1011750" y="1234488"/>
            <a:ext cx="39423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1"/>
          </p:nvPr>
        </p:nvSpPr>
        <p:spPr>
          <a:xfrm flipH="1">
            <a:off x="1011750" y="2718563"/>
            <a:ext cx="3942300" cy="11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3032225" y="2989650"/>
            <a:ext cx="5398500" cy="6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3032225" y="1511250"/>
            <a:ext cx="53985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-1" y="-19275"/>
            <a:ext cx="2485200" cy="248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911800" y="4901700"/>
            <a:ext cx="241800" cy="2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0" y="3926825"/>
            <a:ext cx="9153600" cy="1216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8902200" y="0"/>
            <a:ext cx="241800" cy="2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 idx="2"/>
          </p:nvPr>
        </p:nvSpPr>
        <p:spPr>
          <a:xfrm>
            <a:off x="720000" y="154520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720000" y="2072900"/>
            <a:ext cx="2305500" cy="7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title" idx="3"/>
          </p:nvPr>
        </p:nvSpPr>
        <p:spPr>
          <a:xfrm>
            <a:off x="3419218" y="154520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4"/>
          </p:nvPr>
        </p:nvSpPr>
        <p:spPr>
          <a:xfrm>
            <a:off x="3419221" y="2072900"/>
            <a:ext cx="2305500" cy="7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 idx="5"/>
          </p:nvPr>
        </p:nvSpPr>
        <p:spPr>
          <a:xfrm>
            <a:off x="6118444" y="154520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6"/>
          </p:nvPr>
        </p:nvSpPr>
        <p:spPr>
          <a:xfrm>
            <a:off x="6118450" y="2072900"/>
            <a:ext cx="2305500" cy="7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0" y="1604113"/>
            <a:ext cx="9153600" cy="1216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8911800" y="0"/>
            <a:ext cx="241800" cy="24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title" idx="2"/>
          </p:nvPr>
        </p:nvSpPr>
        <p:spPr>
          <a:xfrm>
            <a:off x="6659199" y="3407000"/>
            <a:ext cx="1748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1"/>
          </p:nvPr>
        </p:nvSpPr>
        <p:spPr>
          <a:xfrm>
            <a:off x="6659201" y="3934700"/>
            <a:ext cx="1748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 idx="3"/>
          </p:nvPr>
        </p:nvSpPr>
        <p:spPr>
          <a:xfrm>
            <a:off x="4687147" y="3407000"/>
            <a:ext cx="1748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4"/>
          </p:nvPr>
        </p:nvSpPr>
        <p:spPr>
          <a:xfrm>
            <a:off x="4687145" y="3934700"/>
            <a:ext cx="1748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 idx="5"/>
          </p:nvPr>
        </p:nvSpPr>
        <p:spPr>
          <a:xfrm>
            <a:off x="743072" y="3407000"/>
            <a:ext cx="1748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6"/>
          </p:nvPr>
        </p:nvSpPr>
        <p:spPr>
          <a:xfrm>
            <a:off x="743075" y="3934700"/>
            <a:ext cx="1748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title" idx="7"/>
          </p:nvPr>
        </p:nvSpPr>
        <p:spPr>
          <a:xfrm>
            <a:off x="2715113" y="3407000"/>
            <a:ext cx="1748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8"/>
          </p:nvPr>
        </p:nvSpPr>
        <p:spPr>
          <a:xfrm>
            <a:off x="2715110" y="3934700"/>
            <a:ext cx="1748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 flipH="1">
            <a:off x="8424000" y="-9625"/>
            <a:ext cx="720000" cy="515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0" y="0"/>
            <a:ext cx="241800" cy="24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/>
          <p:nvPr/>
        </p:nvSpPr>
        <p:spPr>
          <a:xfrm>
            <a:off x="4572000" y="-8700"/>
            <a:ext cx="4572000" cy="521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SemiBold"/>
              <a:buNone/>
              <a:defRPr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5" r:id="rId11"/>
    <p:sldLayoutId id="2147483667" r:id="rId12"/>
    <p:sldLayoutId id="2147483670" r:id="rId13"/>
    <p:sldLayoutId id="2147483672" r:id="rId14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AA0E74-B220-93BD-431A-9E6E1570D2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8355" y="120015"/>
            <a:ext cx="1379727" cy="13797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A77339-7087-4624-A2D1-A73A35C5E611}"/>
              </a:ext>
            </a:extLst>
          </p:cNvPr>
          <p:cNvCxnSpPr>
            <a:cxnSpLocks/>
          </p:cNvCxnSpPr>
          <p:nvPr/>
        </p:nvCxnSpPr>
        <p:spPr>
          <a:xfrm>
            <a:off x="1832425" y="1017029"/>
            <a:ext cx="70488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F40B0D-A83C-BE47-9403-C9CA8583D200}"/>
              </a:ext>
            </a:extLst>
          </p:cNvPr>
          <p:cNvSpPr txBox="1"/>
          <p:nvPr/>
        </p:nvSpPr>
        <p:spPr>
          <a:xfrm>
            <a:off x="1578065" y="524148"/>
            <a:ext cx="7557591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" sz="2400" b="1" dirty="0">
                <a:solidFill>
                  <a:schemeClr val="tx1"/>
                </a:solidFill>
                <a:latin typeface="Montserrat SemiBold" panose="00000700000000000000" pitchFamily="2" charset="0"/>
              </a:rPr>
              <a:t>SMT Z.S Patel College of Computer Application</a:t>
            </a:r>
            <a:endParaRPr lang="en-IN" sz="2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2E8BA-8A8D-AA43-6247-3CE6B632CBF1}"/>
              </a:ext>
            </a:extLst>
          </p:cNvPr>
          <p:cNvSpPr txBox="1"/>
          <p:nvPr/>
        </p:nvSpPr>
        <p:spPr>
          <a:xfrm>
            <a:off x="2256777" y="1045015"/>
            <a:ext cx="620016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" sz="1600" dirty="0">
                <a:solidFill>
                  <a:schemeClr val="tx1"/>
                </a:solidFill>
                <a:latin typeface="Montserrat SemiBold" panose="00000700000000000000" pitchFamily="2" charset="0"/>
              </a:rPr>
              <a:t>Affiliated to, Veer Narmad South Gujarat University, Surat</a:t>
            </a:r>
            <a:endParaRPr lang="en-IN" sz="16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42B0EC-1E09-F58D-802C-700961D19051}"/>
              </a:ext>
            </a:extLst>
          </p:cNvPr>
          <p:cNvSpPr txBox="1"/>
          <p:nvPr/>
        </p:nvSpPr>
        <p:spPr>
          <a:xfrm>
            <a:off x="3492902" y="236188"/>
            <a:ext cx="37279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" sz="1800" dirty="0">
                <a:solidFill>
                  <a:schemeClr val="tx1"/>
                </a:solidFill>
                <a:latin typeface="Montserrat SemiBold" panose="00000700000000000000" pitchFamily="2" charset="0"/>
              </a:rPr>
              <a:t>Vidhyadhan Charitable Trust</a:t>
            </a:r>
            <a:endParaRPr lang="en-IN" sz="18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3C10B-DA17-03E2-6290-EFE7FB188EAB}"/>
              </a:ext>
            </a:extLst>
          </p:cNvPr>
          <p:cNvSpPr txBox="1"/>
          <p:nvPr/>
        </p:nvSpPr>
        <p:spPr>
          <a:xfrm>
            <a:off x="510370" y="1903069"/>
            <a:ext cx="81232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Montserrat SemiBold" panose="00000700000000000000" pitchFamily="2" charset="0"/>
              </a:rPr>
              <a:t>Social Media Usage &amp; Screen Time Analysis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FC58AD-A7D8-60E8-CBA3-5D9F704AC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450023"/>
              </p:ext>
            </p:extLst>
          </p:nvPr>
        </p:nvGraphicFramePr>
        <p:xfrm>
          <a:off x="510371" y="3185990"/>
          <a:ext cx="8123259" cy="1112520"/>
        </p:xfrm>
        <a:graphic>
          <a:graphicData uri="http://schemas.openxmlformats.org/drawingml/2006/table">
            <a:tbl>
              <a:tblPr firstRow="1" bandRow="1"/>
              <a:tblGrid>
                <a:gridCol w="1555736">
                  <a:extLst>
                    <a:ext uri="{9D8B030D-6E8A-4147-A177-3AD203B41FA5}">
                      <a16:colId xmlns:a16="http://schemas.microsoft.com/office/drawing/2014/main" val="354129430"/>
                    </a:ext>
                  </a:extLst>
                </a:gridCol>
                <a:gridCol w="3240342">
                  <a:extLst>
                    <a:ext uri="{9D8B030D-6E8A-4147-A177-3AD203B41FA5}">
                      <a16:colId xmlns:a16="http://schemas.microsoft.com/office/drawing/2014/main" val="1723060670"/>
                    </a:ext>
                  </a:extLst>
                </a:gridCol>
                <a:gridCol w="3327181">
                  <a:extLst>
                    <a:ext uri="{9D8B030D-6E8A-4147-A177-3AD203B41FA5}">
                      <a16:colId xmlns:a16="http://schemas.microsoft.com/office/drawing/2014/main" val="358684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Montserrat SemiBold" panose="00000700000000000000" pitchFamily="2" charset="0"/>
                        </a:rPr>
                        <a:t>Presented By.</a:t>
                      </a:r>
                      <a:endParaRPr lang="en-IN" b="1" dirty="0">
                        <a:solidFill>
                          <a:schemeClr val="tx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 SemiBold" panose="00000700000000000000" pitchFamily="2" charset="0"/>
                        </a:rPr>
                        <a:t>Manani Suraj Vinodbhai - 5240</a:t>
                      </a:r>
                      <a:endParaRPr lang="en-IN" dirty="0">
                        <a:solidFill>
                          <a:schemeClr val="tx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 SemiBold" panose="00000700000000000000" pitchFamily="2" charset="0"/>
                        </a:rPr>
                        <a:t>Mandaliya Raj Manojbhai - 5241</a:t>
                      </a:r>
                      <a:endParaRPr lang="en-IN" dirty="0">
                        <a:solidFill>
                          <a:schemeClr val="tx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189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Montserrat SemiBold" panose="00000700000000000000" pitchFamily="2" charset="0"/>
                        </a:rPr>
                        <a:t>Guided By.</a:t>
                      </a:r>
                      <a:endParaRPr lang="en-IN" b="1" dirty="0">
                        <a:solidFill>
                          <a:schemeClr val="tx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 SemiBold" panose="00000700000000000000" pitchFamily="2" charset="0"/>
                        </a:rPr>
                        <a:t>Mrs. Dhvani Ma’am</a:t>
                      </a:r>
                      <a:endParaRPr lang="en-IN" dirty="0">
                        <a:solidFill>
                          <a:schemeClr val="tx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77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Montserrat SemiBold" panose="00000700000000000000" pitchFamily="2" charset="0"/>
                        </a:rPr>
                        <a:t>Group No.</a:t>
                      </a:r>
                      <a:endParaRPr lang="en-IN" b="1" dirty="0">
                        <a:solidFill>
                          <a:schemeClr val="bg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Montserrat SemiBold" panose="00000700000000000000" pitchFamily="2" charset="0"/>
                        </a:rPr>
                        <a:t>11</a:t>
                      </a:r>
                      <a:endParaRPr lang="en-IN" dirty="0">
                        <a:solidFill>
                          <a:schemeClr val="bg1"/>
                        </a:solidFill>
                        <a:latin typeface="Montserrat SemiBold" panose="000007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8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53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68995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Introduction</a:t>
            </a:r>
            <a:endParaRPr b="1" dirty="0"/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3966300" cy="30609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Social media is widely used for communication and entertainment.</a:t>
            </a:r>
          </a:p>
          <a:p>
            <a:pPr marL="285750" lvl="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People spend more time on screens daily.</a:t>
            </a:r>
          </a:p>
          <a:p>
            <a:pPr marL="285750" lvl="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Excessive screen time affects: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dirty="0"/>
              <a:t>Sleep quality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dirty="0"/>
              <a:t>Mental health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dirty="0"/>
              <a:t>Productivity</a:t>
            </a:r>
          </a:p>
          <a:p>
            <a:pPr marL="285750" lvl="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This project analyzes user data to understand these effects.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EE559C-41D4-3050-05F8-B55B938BBA3D}"/>
              </a:ext>
            </a:extLst>
          </p:cNvPr>
          <p:cNvCxnSpPr>
            <a:cxnSpLocks/>
          </p:cNvCxnSpPr>
          <p:nvPr/>
        </p:nvCxnSpPr>
        <p:spPr>
          <a:xfrm>
            <a:off x="720000" y="1017029"/>
            <a:ext cx="2689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01EDFBCD-D6BD-99E1-5F89-8C09CF9E8353}"/>
              </a:ext>
            </a:extLst>
          </p:cNvPr>
          <p:cNvGrpSpPr/>
          <p:nvPr/>
        </p:nvGrpSpPr>
        <p:grpSpPr>
          <a:xfrm>
            <a:off x="4213022" y="1174275"/>
            <a:ext cx="4087153" cy="3785550"/>
            <a:chOff x="4336847" y="1209736"/>
            <a:chExt cx="4087153" cy="378555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9987301-63BE-A7DE-3C8F-E5CB2218709A}"/>
                </a:ext>
              </a:extLst>
            </p:cNvPr>
            <p:cNvSpPr/>
            <p:nvPr/>
          </p:nvSpPr>
          <p:spPr>
            <a:xfrm>
              <a:off x="4336847" y="2860210"/>
              <a:ext cx="4087153" cy="2135076"/>
            </a:xfrm>
            <a:custGeom>
              <a:avLst/>
              <a:gdLst>
                <a:gd name="csX0" fmla="*/ 598539 w 4087153"/>
                <a:gd name="csY0" fmla="*/ 1822395 h 2135076"/>
                <a:gd name="csX1" fmla="*/ 3488615 w 4087153"/>
                <a:gd name="csY1" fmla="*/ 1822395 h 2135076"/>
                <a:gd name="csX2" fmla="*/ 3488615 w 4087153"/>
                <a:gd name="csY2" fmla="*/ 312682 h 2135076"/>
                <a:gd name="csX3" fmla="*/ 598539 w 4087153"/>
                <a:gd name="csY3" fmla="*/ 312682 h 2135076"/>
                <a:gd name="csX4" fmla="*/ 598539 w 4087153"/>
                <a:gd name="csY4" fmla="*/ 1822395 h 2135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87153" h="2135076">
                  <a:moveTo>
                    <a:pt x="598539" y="1822395"/>
                  </a:moveTo>
                  <a:cubicBezTo>
                    <a:pt x="1396639" y="2239304"/>
                    <a:pt x="2690515" y="2239304"/>
                    <a:pt x="3488615" y="1822395"/>
                  </a:cubicBezTo>
                  <a:cubicBezTo>
                    <a:pt x="4286714" y="1405485"/>
                    <a:pt x="4286619" y="729591"/>
                    <a:pt x="3488615" y="312682"/>
                  </a:cubicBezTo>
                  <a:cubicBezTo>
                    <a:pt x="2690610" y="-104227"/>
                    <a:pt x="1396639" y="-104227"/>
                    <a:pt x="598539" y="312682"/>
                  </a:cubicBezTo>
                  <a:cubicBezTo>
                    <a:pt x="-199561" y="729591"/>
                    <a:pt x="-199465" y="1405485"/>
                    <a:pt x="598539" y="1822395"/>
                  </a:cubicBezTo>
                  <a:close/>
                </a:path>
              </a:pathLst>
            </a:custGeom>
            <a:solidFill>
              <a:srgbClr val="F5F5F5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735E8926-CE79-0933-195F-DA381C318C13}"/>
                </a:ext>
              </a:extLst>
            </p:cNvPr>
            <p:cNvGrpSpPr/>
            <p:nvPr/>
          </p:nvGrpSpPr>
          <p:grpSpPr>
            <a:xfrm>
              <a:off x="4672211" y="3386633"/>
              <a:ext cx="3445859" cy="1290161"/>
              <a:chOff x="2893409" y="2790253"/>
              <a:chExt cx="3445859" cy="1290161"/>
            </a:xfrm>
            <a:solidFill>
              <a:srgbClr val="E6E6E6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4333F2B-0799-9D16-06F2-4883EE9EBCAC}"/>
                  </a:ext>
                </a:extLst>
              </p:cNvPr>
              <p:cNvSpPr/>
              <p:nvPr/>
            </p:nvSpPr>
            <p:spPr>
              <a:xfrm>
                <a:off x="5775960" y="2790253"/>
                <a:ext cx="563308" cy="268414"/>
              </a:xfrm>
              <a:custGeom>
                <a:avLst/>
                <a:gdLst>
                  <a:gd name="csX0" fmla="*/ 563309 w 563308"/>
                  <a:gd name="csY0" fmla="*/ 134207 h 268414"/>
                  <a:gd name="csX1" fmla="*/ 281654 w 563308"/>
                  <a:gd name="csY1" fmla="*/ 268414 h 268414"/>
                  <a:gd name="csX2" fmla="*/ 0 w 563308"/>
                  <a:gd name="csY2" fmla="*/ 134207 h 268414"/>
                  <a:gd name="csX3" fmla="*/ 281654 w 563308"/>
                  <a:gd name="csY3" fmla="*/ 0 h 268414"/>
                  <a:gd name="csX4" fmla="*/ 563309 w 563308"/>
                  <a:gd name="csY4" fmla="*/ 134207 h 2684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63308" h="268414">
                    <a:moveTo>
                      <a:pt x="563309" y="134207"/>
                    </a:moveTo>
                    <a:cubicBezTo>
                      <a:pt x="563309" y="208328"/>
                      <a:pt x="437208" y="268414"/>
                      <a:pt x="281654" y="268414"/>
                    </a:cubicBezTo>
                    <a:cubicBezTo>
                      <a:pt x="126101" y="268414"/>
                      <a:pt x="0" y="208328"/>
                      <a:pt x="0" y="134207"/>
                    </a:cubicBezTo>
                    <a:cubicBezTo>
                      <a:pt x="0" y="60087"/>
                      <a:pt x="126101" y="0"/>
                      <a:pt x="281654" y="0"/>
                    </a:cubicBezTo>
                    <a:cubicBezTo>
                      <a:pt x="437208" y="0"/>
                      <a:pt x="563309" y="60087"/>
                      <a:pt x="563309" y="134207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769A0B6-6A17-BF65-B003-9223B94B4A74}"/>
                  </a:ext>
                </a:extLst>
              </p:cNvPr>
              <p:cNvSpPr/>
              <p:nvPr/>
            </p:nvSpPr>
            <p:spPr>
              <a:xfrm>
                <a:off x="2893409" y="3597687"/>
                <a:ext cx="516445" cy="246126"/>
              </a:xfrm>
              <a:custGeom>
                <a:avLst/>
                <a:gdLst>
                  <a:gd name="csX0" fmla="*/ 516445 w 516445"/>
                  <a:gd name="csY0" fmla="*/ 123063 h 246126"/>
                  <a:gd name="csX1" fmla="*/ 258223 w 516445"/>
                  <a:gd name="csY1" fmla="*/ 246126 h 246126"/>
                  <a:gd name="csX2" fmla="*/ 0 w 516445"/>
                  <a:gd name="csY2" fmla="*/ 123063 h 246126"/>
                  <a:gd name="csX3" fmla="*/ 258223 w 516445"/>
                  <a:gd name="csY3" fmla="*/ 0 h 246126"/>
                  <a:gd name="csX4" fmla="*/ 516445 w 516445"/>
                  <a:gd name="csY4" fmla="*/ 123063 h 246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16445" h="246126">
                    <a:moveTo>
                      <a:pt x="516445" y="123063"/>
                    </a:moveTo>
                    <a:cubicBezTo>
                      <a:pt x="516445" y="191029"/>
                      <a:pt x="400835" y="246126"/>
                      <a:pt x="258223" y="246126"/>
                    </a:cubicBezTo>
                    <a:cubicBezTo>
                      <a:pt x="115610" y="246126"/>
                      <a:pt x="0" y="191029"/>
                      <a:pt x="0" y="123063"/>
                    </a:cubicBezTo>
                    <a:cubicBezTo>
                      <a:pt x="0" y="55097"/>
                      <a:pt x="115610" y="0"/>
                      <a:pt x="258223" y="0"/>
                    </a:cubicBezTo>
                    <a:cubicBezTo>
                      <a:pt x="400835" y="0"/>
                      <a:pt x="516445" y="55097"/>
                      <a:pt x="516445" y="123063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9B4BC21-85F1-5BD5-F639-746D0EAAB1D9}"/>
                  </a:ext>
                </a:extLst>
              </p:cNvPr>
              <p:cNvSpPr/>
              <p:nvPr/>
            </p:nvSpPr>
            <p:spPr>
              <a:xfrm>
                <a:off x="4800123" y="3824192"/>
                <a:ext cx="537400" cy="256222"/>
              </a:xfrm>
              <a:custGeom>
                <a:avLst/>
                <a:gdLst>
                  <a:gd name="csX0" fmla="*/ 537400 w 537400"/>
                  <a:gd name="csY0" fmla="*/ 128111 h 256222"/>
                  <a:gd name="csX1" fmla="*/ 268700 w 537400"/>
                  <a:gd name="csY1" fmla="*/ 256223 h 256222"/>
                  <a:gd name="csX2" fmla="*/ 0 w 537400"/>
                  <a:gd name="csY2" fmla="*/ 128111 h 256222"/>
                  <a:gd name="csX3" fmla="*/ 268700 w 537400"/>
                  <a:gd name="csY3" fmla="*/ 0 h 256222"/>
                  <a:gd name="csX4" fmla="*/ 537400 w 537400"/>
                  <a:gd name="csY4" fmla="*/ 128111 h 2562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7400" h="256222">
                    <a:moveTo>
                      <a:pt x="537400" y="128111"/>
                    </a:moveTo>
                    <a:cubicBezTo>
                      <a:pt x="537400" y="198865"/>
                      <a:pt x="417099" y="256223"/>
                      <a:pt x="268700" y="256223"/>
                    </a:cubicBezTo>
                    <a:cubicBezTo>
                      <a:pt x="120301" y="256223"/>
                      <a:pt x="0" y="198865"/>
                      <a:pt x="0" y="128111"/>
                    </a:cubicBezTo>
                    <a:cubicBezTo>
                      <a:pt x="0" y="57357"/>
                      <a:pt x="120301" y="0"/>
                      <a:pt x="268700" y="0"/>
                    </a:cubicBezTo>
                    <a:cubicBezTo>
                      <a:pt x="417099" y="0"/>
                      <a:pt x="537400" y="57357"/>
                      <a:pt x="537400" y="128111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EE18501-1E2E-711F-5D7D-8BCC1BF1A3C8}"/>
                  </a:ext>
                </a:extLst>
              </p:cNvPr>
              <p:cNvSpPr/>
              <p:nvPr/>
            </p:nvSpPr>
            <p:spPr>
              <a:xfrm>
                <a:off x="3466433" y="3211163"/>
                <a:ext cx="537400" cy="256222"/>
              </a:xfrm>
              <a:custGeom>
                <a:avLst/>
                <a:gdLst>
                  <a:gd name="csX0" fmla="*/ 537401 w 537400"/>
                  <a:gd name="csY0" fmla="*/ 128111 h 256222"/>
                  <a:gd name="csX1" fmla="*/ 268700 w 537400"/>
                  <a:gd name="csY1" fmla="*/ 256222 h 256222"/>
                  <a:gd name="csX2" fmla="*/ 0 w 537400"/>
                  <a:gd name="csY2" fmla="*/ 128111 h 256222"/>
                  <a:gd name="csX3" fmla="*/ 268700 w 537400"/>
                  <a:gd name="csY3" fmla="*/ 0 h 256222"/>
                  <a:gd name="csX4" fmla="*/ 537401 w 537400"/>
                  <a:gd name="csY4" fmla="*/ 128111 h 2562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7400" h="256222">
                    <a:moveTo>
                      <a:pt x="537401" y="128111"/>
                    </a:moveTo>
                    <a:cubicBezTo>
                      <a:pt x="537401" y="198865"/>
                      <a:pt x="417099" y="256222"/>
                      <a:pt x="268700" y="256222"/>
                    </a:cubicBezTo>
                    <a:cubicBezTo>
                      <a:pt x="120301" y="256222"/>
                      <a:pt x="0" y="198865"/>
                      <a:pt x="0" y="128111"/>
                    </a:cubicBezTo>
                    <a:cubicBezTo>
                      <a:pt x="0" y="57357"/>
                      <a:pt x="120301" y="0"/>
                      <a:pt x="268700" y="0"/>
                    </a:cubicBezTo>
                    <a:cubicBezTo>
                      <a:pt x="417099" y="0"/>
                      <a:pt x="537401" y="57357"/>
                      <a:pt x="537401" y="128111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A966AAAF-B8F3-F6D9-96D7-CF96725060D8}"/>
                </a:ext>
              </a:extLst>
            </p:cNvPr>
            <p:cNvGrpSpPr/>
            <p:nvPr/>
          </p:nvGrpSpPr>
          <p:grpSpPr>
            <a:xfrm>
              <a:off x="7048889" y="2259754"/>
              <a:ext cx="434275" cy="979527"/>
              <a:chOff x="5270087" y="1663374"/>
              <a:chExt cx="434275" cy="97952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943A6A5-3D01-EFAB-5D11-5F4C3650CF82}"/>
                  </a:ext>
                </a:extLst>
              </p:cNvPr>
              <p:cNvSpPr/>
              <p:nvPr/>
            </p:nvSpPr>
            <p:spPr>
              <a:xfrm>
                <a:off x="5270087" y="1930810"/>
                <a:ext cx="410388" cy="712091"/>
              </a:xfrm>
              <a:custGeom>
                <a:avLst/>
                <a:gdLst>
                  <a:gd name="csX0" fmla="*/ 46291 w 410388"/>
                  <a:gd name="csY0" fmla="*/ 680373 h 712091"/>
                  <a:gd name="csX1" fmla="*/ 289179 w 410388"/>
                  <a:gd name="csY1" fmla="*/ 259273 h 712091"/>
                  <a:gd name="csX2" fmla="*/ 400145 w 410388"/>
                  <a:gd name="csY2" fmla="*/ 31435 h 712091"/>
                  <a:gd name="csX3" fmla="*/ 118110 w 410388"/>
                  <a:gd name="csY3" fmla="*/ 200313 h 712091"/>
                  <a:gd name="csX4" fmla="*/ 0 w 410388"/>
                  <a:gd name="csY4" fmla="*/ 712091 h 7120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0388" h="712091">
                    <a:moveTo>
                      <a:pt x="46291" y="680373"/>
                    </a:moveTo>
                    <a:cubicBezTo>
                      <a:pt x="52864" y="601411"/>
                      <a:pt x="233839" y="305183"/>
                      <a:pt x="289179" y="259273"/>
                    </a:cubicBezTo>
                    <a:cubicBezTo>
                      <a:pt x="344519" y="213362"/>
                      <a:pt x="442246" y="97348"/>
                      <a:pt x="400145" y="31435"/>
                    </a:cubicBezTo>
                    <a:cubicBezTo>
                      <a:pt x="358045" y="-34478"/>
                      <a:pt x="234315" y="-5141"/>
                      <a:pt x="118110" y="200313"/>
                    </a:cubicBezTo>
                    <a:cubicBezTo>
                      <a:pt x="28004" y="359666"/>
                      <a:pt x="0" y="712091"/>
                      <a:pt x="0" y="712091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8A5EEF3-0CDE-BEE1-AE8B-5814A68123E1}"/>
                  </a:ext>
                </a:extLst>
              </p:cNvPr>
              <p:cNvSpPr/>
              <p:nvPr/>
            </p:nvSpPr>
            <p:spPr>
              <a:xfrm>
                <a:off x="5286874" y="1966995"/>
                <a:ext cx="339364" cy="636758"/>
              </a:xfrm>
              <a:custGeom>
                <a:avLst/>
                <a:gdLst>
                  <a:gd name="csX0" fmla="*/ 4739 w 339364"/>
                  <a:gd name="csY0" fmla="*/ 636759 h 636758"/>
                  <a:gd name="csX1" fmla="*/ 3977 w 339364"/>
                  <a:gd name="csY1" fmla="*/ 636759 h 636758"/>
                  <a:gd name="csX2" fmla="*/ 52 w 339364"/>
                  <a:gd name="csY2" fmla="*/ 631452 h 636758"/>
                  <a:gd name="csX3" fmla="*/ 72 w 339364"/>
                  <a:gd name="csY3" fmla="*/ 631329 h 636758"/>
                  <a:gd name="csX4" fmla="*/ 332304 w 339364"/>
                  <a:gd name="csY4" fmla="*/ 584 h 636758"/>
                  <a:gd name="csX5" fmla="*/ 338781 w 339364"/>
                  <a:gd name="csY5" fmla="*/ 2489 h 636758"/>
                  <a:gd name="csX6" fmla="*/ 336876 w 339364"/>
                  <a:gd name="csY6" fmla="*/ 8966 h 636758"/>
                  <a:gd name="csX7" fmla="*/ 9407 w 339364"/>
                  <a:gd name="csY7" fmla="*/ 632853 h 636758"/>
                  <a:gd name="csX8" fmla="*/ 4740 w 339364"/>
                  <a:gd name="csY8" fmla="*/ 636759 h 6367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39364" h="636758">
                    <a:moveTo>
                      <a:pt x="4739" y="636759"/>
                    </a:moveTo>
                    <a:lnTo>
                      <a:pt x="3977" y="636759"/>
                    </a:lnTo>
                    <a:cubicBezTo>
                      <a:pt x="1428" y="636377"/>
                      <a:pt x="-329" y="634001"/>
                      <a:pt x="52" y="631452"/>
                    </a:cubicBezTo>
                    <a:cubicBezTo>
                      <a:pt x="58" y="631411"/>
                      <a:pt x="65" y="631370"/>
                      <a:pt x="72" y="631329"/>
                    </a:cubicBezTo>
                    <a:cubicBezTo>
                      <a:pt x="51221" y="300621"/>
                      <a:pt x="159902" y="94310"/>
                      <a:pt x="332304" y="584"/>
                    </a:cubicBezTo>
                    <a:cubicBezTo>
                      <a:pt x="334619" y="-679"/>
                      <a:pt x="337519" y="174"/>
                      <a:pt x="338781" y="2489"/>
                    </a:cubicBezTo>
                    <a:cubicBezTo>
                      <a:pt x="340043" y="4803"/>
                      <a:pt x="339191" y="7703"/>
                      <a:pt x="336876" y="8966"/>
                    </a:cubicBezTo>
                    <a:cubicBezTo>
                      <a:pt x="167236" y="101168"/>
                      <a:pt x="60175" y="305289"/>
                      <a:pt x="9407" y="632853"/>
                    </a:cubicBezTo>
                    <a:cubicBezTo>
                      <a:pt x="8994" y="635109"/>
                      <a:pt x="7032" y="636750"/>
                      <a:pt x="4740" y="6367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724B2AD-18FB-4750-F0B0-73CECB9D5125}"/>
                  </a:ext>
                </a:extLst>
              </p:cNvPr>
              <p:cNvSpPr/>
              <p:nvPr/>
            </p:nvSpPr>
            <p:spPr>
              <a:xfrm>
                <a:off x="5334173" y="1663374"/>
                <a:ext cx="370189" cy="564713"/>
              </a:xfrm>
              <a:custGeom>
                <a:avLst/>
                <a:gdLst>
                  <a:gd name="csX0" fmla="*/ 398 w 370189"/>
                  <a:gd name="csY0" fmla="*/ 564713 h 564713"/>
                  <a:gd name="csX1" fmla="*/ 265955 w 370189"/>
                  <a:gd name="csY1" fmla="*/ 198668 h 564713"/>
                  <a:gd name="csX2" fmla="*/ 369967 w 370189"/>
                  <a:gd name="csY2" fmla="*/ 45696 h 564713"/>
                  <a:gd name="csX3" fmla="*/ 271574 w 370189"/>
                  <a:gd name="csY3" fmla="*/ 5691 h 564713"/>
                  <a:gd name="csX4" fmla="*/ 26591 w 370189"/>
                  <a:gd name="csY4" fmla="*/ 317349 h 564713"/>
                  <a:gd name="csX5" fmla="*/ 398 w 370189"/>
                  <a:gd name="csY5" fmla="*/ 564713 h 564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70189" h="564713">
                    <a:moveTo>
                      <a:pt x="398" y="564713"/>
                    </a:moveTo>
                    <a:cubicBezTo>
                      <a:pt x="398" y="564713"/>
                      <a:pt x="145654" y="313634"/>
                      <a:pt x="265955" y="198668"/>
                    </a:cubicBezTo>
                    <a:cubicBezTo>
                      <a:pt x="332630" y="134945"/>
                      <a:pt x="373587" y="93893"/>
                      <a:pt x="369967" y="45696"/>
                    </a:cubicBezTo>
                    <a:cubicBezTo>
                      <a:pt x="367300" y="9120"/>
                      <a:pt x="336916" y="-10406"/>
                      <a:pt x="271574" y="5691"/>
                    </a:cubicBezTo>
                    <a:cubicBezTo>
                      <a:pt x="141367" y="37695"/>
                      <a:pt x="71549" y="169616"/>
                      <a:pt x="26591" y="317349"/>
                    </a:cubicBezTo>
                    <a:cubicBezTo>
                      <a:pt x="-5318" y="421362"/>
                      <a:pt x="398" y="564713"/>
                      <a:pt x="398" y="56471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E99B09F-750C-CD03-E01B-7490AFA42B73}"/>
                  </a:ext>
                </a:extLst>
              </p:cNvPr>
              <p:cNvSpPr/>
              <p:nvPr/>
            </p:nvSpPr>
            <p:spPr>
              <a:xfrm>
                <a:off x="5334173" y="1663374"/>
                <a:ext cx="370189" cy="564713"/>
              </a:xfrm>
              <a:custGeom>
                <a:avLst/>
                <a:gdLst>
                  <a:gd name="csX0" fmla="*/ 398 w 370189"/>
                  <a:gd name="csY0" fmla="*/ 564713 h 564713"/>
                  <a:gd name="csX1" fmla="*/ 265955 w 370189"/>
                  <a:gd name="csY1" fmla="*/ 198668 h 564713"/>
                  <a:gd name="csX2" fmla="*/ 369967 w 370189"/>
                  <a:gd name="csY2" fmla="*/ 45696 h 564713"/>
                  <a:gd name="csX3" fmla="*/ 271574 w 370189"/>
                  <a:gd name="csY3" fmla="*/ 5691 h 564713"/>
                  <a:gd name="csX4" fmla="*/ 26591 w 370189"/>
                  <a:gd name="csY4" fmla="*/ 317349 h 564713"/>
                  <a:gd name="csX5" fmla="*/ 398 w 370189"/>
                  <a:gd name="csY5" fmla="*/ 564713 h 564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70189" h="564713">
                    <a:moveTo>
                      <a:pt x="398" y="564713"/>
                    </a:moveTo>
                    <a:cubicBezTo>
                      <a:pt x="398" y="564713"/>
                      <a:pt x="145654" y="313634"/>
                      <a:pt x="265955" y="198668"/>
                    </a:cubicBezTo>
                    <a:cubicBezTo>
                      <a:pt x="332630" y="134945"/>
                      <a:pt x="373587" y="93893"/>
                      <a:pt x="369967" y="45696"/>
                    </a:cubicBezTo>
                    <a:cubicBezTo>
                      <a:pt x="367300" y="9120"/>
                      <a:pt x="336916" y="-10406"/>
                      <a:pt x="271574" y="5691"/>
                    </a:cubicBezTo>
                    <a:cubicBezTo>
                      <a:pt x="141367" y="37695"/>
                      <a:pt x="71549" y="169616"/>
                      <a:pt x="26591" y="317349"/>
                    </a:cubicBezTo>
                    <a:cubicBezTo>
                      <a:pt x="-5318" y="421362"/>
                      <a:pt x="398" y="564713"/>
                      <a:pt x="398" y="564713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019A2E8-A5F2-7157-BC49-6B3396DEBD0A}"/>
                  </a:ext>
                </a:extLst>
              </p:cNvPr>
              <p:cNvSpPr/>
              <p:nvPr/>
            </p:nvSpPr>
            <p:spPr>
              <a:xfrm>
                <a:off x="5346707" y="1701705"/>
                <a:ext cx="314351" cy="485139"/>
              </a:xfrm>
              <a:custGeom>
                <a:avLst/>
                <a:gdLst>
                  <a:gd name="csX0" fmla="*/ 4723 w 314351"/>
                  <a:gd name="csY0" fmla="*/ 485140 h 485139"/>
                  <a:gd name="csX1" fmla="*/ 4057 w 314351"/>
                  <a:gd name="csY1" fmla="*/ 485140 h 485139"/>
                  <a:gd name="csX2" fmla="*/ 56 w 314351"/>
                  <a:gd name="csY2" fmla="*/ 479615 h 485139"/>
                  <a:gd name="csX3" fmla="*/ 307428 w 314351"/>
                  <a:gd name="csY3" fmla="*/ 508 h 485139"/>
                  <a:gd name="csX4" fmla="*/ 313810 w 314351"/>
                  <a:gd name="csY4" fmla="*/ 2603 h 485139"/>
                  <a:gd name="csX5" fmla="*/ 311863 w 314351"/>
                  <a:gd name="csY5" fmla="*/ 8910 h 485139"/>
                  <a:gd name="csX6" fmla="*/ 311714 w 314351"/>
                  <a:gd name="csY6" fmla="*/ 8985 h 485139"/>
                  <a:gd name="csX7" fmla="*/ 9486 w 314351"/>
                  <a:gd name="csY7" fmla="*/ 481139 h 485139"/>
                  <a:gd name="csX8" fmla="*/ 4723 w 314351"/>
                  <a:gd name="csY8" fmla="*/ 485140 h 4851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4351" h="485139">
                    <a:moveTo>
                      <a:pt x="4723" y="485140"/>
                    </a:moveTo>
                    <a:lnTo>
                      <a:pt x="4057" y="485140"/>
                    </a:lnTo>
                    <a:cubicBezTo>
                      <a:pt x="1437" y="484701"/>
                      <a:pt x="-345" y="482240"/>
                      <a:pt x="56" y="479615"/>
                    </a:cubicBezTo>
                    <a:cubicBezTo>
                      <a:pt x="51777" y="153289"/>
                      <a:pt x="248373" y="30416"/>
                      <a:pt x="307428" y="508"/>
                    </a:cubicBezTo>
                    <a:cubicBezTo>
                      <a:pt x="309769" y="-668"/>
                      <a:pt x="312621" y="268"/>
                      <a:pt x="313810" y="2603"/>
                    </a:cubicBezTo>
                    <a:cubicBezTo>
                      <a:pt x="315014" y="4882"/>
                      <a:pt x="314142" y="7706"/>
                      <a:pt x="311863" y="8910"/>
                    </a:cubicBezTo>
                    <a:cubicBezTo>
                      <a:pt x="311813" y="8936"/>
                      <a:pt x="311764" y="8961"/>
                      <a:pt x="311714" y="8985"/>
                    </a:cubicBezTo>
                    <a:cubicBezTo>
                      <a:pt x="253707" y="38417"/>
                      <a:pt x="60540" y="159194"/>
                      <a:pt x="9486" y="481139"/>
                    </a:cubicBezTo>
                    <a:cubicBezTo>
                      <a:pt x="9109" y="483468"/>
                      <a:pt x="7083" y="485170"/>
                      <a:pt x="4723" y="4851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0" name="Graphic 5">
              <a:extLst>
                <a:ext uri="{FF2B5EF4-FFF2-40B4-BE49-F238E27FC236}">
                  <a16:creationId xmlns:a16="http://schemas.microsoft.com/office/drawing/2014/main" id="{7E733934-6A16-B5BF-649D-D977593B5B8A}"/>
                </a:ext>
              </a:extLst>
            </p:cNvPr>
            <p:cNvGrpSpPr/>
            <p:nvPr/>
          </p:nvGrpSpPr>
          <p:grpSpPr>
            <a:xfrm>
              <a:off x="4579152" y="1491249"/>
              <a:ext cx="1234725" cy="728666"/>
              <a:chOff x="2800350" y="894869"/>
              <a:chExt cx="1234725" cy="728666"/>
            </a:xfrm>
            <a:solidFill>
              <a:schemeClr val="tx1"/>
            </a:solidFill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2F6FFDB-04DE-1D84-565B-789C43FCAF96}"/>
                  </a:ext>
                </a:extLst>
              </p:cNvPr>
              <p:cNvSpPr/>
              <p:nvPr/>
            </p:nvSpPr>
            <p:spPr>
              <a:xfrm>
                <a:off x="2800350" y="1003586"/>
                <a:ext cx="565118" cy="581087"/>
              </a:xfrm>
              <a:custGeom>
                <a:avLst/>
                <a:gdLst>
                  <a:gd name="csX0" fmla="*/ 565118 w 565118"/>
                  <a:gd name="csY0" fmla="*/ 47021 h 581087"/>
                  <a:gd name="csX1" fmla="*/ 499015 w 565118"/>
                  <a:gd name="csY1" fmla="*/ 8921 h 581087"/>
                  <a:gd name="csX2" fmla="*/ 499015 w 565118"/>
                  <a:gd name="csY2" fmla="*/ 8921 h 581087"/>
                  <a:gd name="csX3" fmla="*/ 397669 w 565118"/>
                  <a:gd name="csY3" fmla="*/ 20636 h 581087"/>
                  <a:gd name="csX4" fmla="*/ 273844 w 565118"/>
                  <a:gd name="csY4" fmla="*/ 197706 h 581087"/>
                  <a:gd name="csX5" fmla="*/ 226981 w 565118"/>
                  <a:gd name="csY5" fmla="*/ 170750 h 581087"/>
                  <a:gd name="csX6" fmla="*/ 226981 w 565118"/>
                  <a:gd name="csY6" fmla="*/ 170750 h 581087"/>
                  <a:gd name="csX7" fmla="*/ 133350 w 565118"/>
                  <a:gd name="csY7" fmla="*/ 173227 h 581087"/>
                  <a:gd name="csX8" fmla="*/ 0 w 565118"/>
                  <a:gd name="csY8" fmla="*/ 383348 h 581087"/>
                  <a:gd name="csX9" fmla="*/ 96012 w 565118"/>
                  <a:gd name="csY9" fmla="*/ 526223 h 581087"/>
                  <a:gd name="csX10" fmla="*/ 96012 w 565118"/>
                  <a:gd name="csY10" fmla="*/ 526223 h 581087"/>
                  <a:gd name="csX11" fmla="*/ 148114 w 565118"/>
                  <a:gd name="csY11" fmla="*/ 556322 h 581087"/>
                  <a:gd name="csX12" fmla="*/ 148781 w 565118"/>
                  <a:gd name="csY12" fmla="*/ 548893 h 581087"/>
                  <a:gd name="csX13" fmla="*/ 179737 w 565118"/>
                  <a:gd name="csY13" fmla="*/ 558418 h 581087"/>
                  <a:gd name="csX14" fmla="*/ 265462 w 565118"/>
                  <a:gd name="csY14" fmla="*/ 581087 h 581087"/>
                  <a:gd name="csX15" fmla="*/ 351187 w 565118"/>
                  <a:gd name="csY15" fmla="*/ 459167 h 581087"/>
                  <a:gd name="csX16" fmla="*/ 530447 w 565118"/>
                  <a:gd name="csY16" fmla="*/ 77215 h 581087"/>
                  <a:gd name="csX17" fmla="*/ 529876 w 565118"/>
                  <a:gd name="csY17" fmla="*/ 65499 h 581087"/>
                  <a:gd name="csX18" fmla="*/ 547973 w 565118"/>
                  <a:gd name="csY18" fmla="*/ 75024 h 5810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65118" h="581087">
                    <a:moveTo>
                      <a:pt x="565118" y="47021"/>
                    </a:moveTo>
                    <a:lnTo>
                      <a:pt x="499015" y="8921"/>
                    </a:lnTo>
                    <a:lnTo>
                      <a:pt x="499015" y="8921"/>
                    </a:lnTo>
                    <a:cubicBezTo>
                      <a:pt x="474536" y="-5653"/>
                      <a:pt x="438245" y="-2795"/>
                      <a:pt x="397669" y="20636"/>
                    </a:cubicBezTo>
                    <a:cubicBezTo>
                      <a:pt x="341567" y="53021"/>
                      <a:pt x="293561" y="131698"/>
                      <a:pt x="273844" y="197706"/>
                    </a:cubicBezTo>
                    <a:lnTo>
                      <a:pt x="226981" y="170750"/>
                    </a:lnTo>
                    <a:lnTo>
                      <a:pt x="226981" y="170750"/>
                    </a:lnTo>
                    <a:cubicBezTo>
                      <a:pt x="202883" y="154558"/>
                      <a:pt x="169831" y="151700"/>
                      <a:pt x="133350" y="173227"/>
                    </a:cubicBezTo>
                    <a:cubicBezTo>
                      <a:pt x="59722" y="215708"/>
                      <a:pt x="0" y="309815"/>
                      <a:pt x="0" y="383348"/>
                    </a:cubicBezTo>
                    <a:cubicBezTo>
                      <a:pt x="0" y="453167"/>
                      <a:pt x="43053" y="497648"/>
                      <a:pt x="96012" y="526223"/>
                    </a:cubicBezTo>
                    <a:lnTo>
                      <a:pt x="96012" y="526223"/>
                    </a:lnTo>
                    <a:lnTo>
                      <a:pt x="148114" y="556322"/>
                    </a:lnTo>
                    <a:lnTo>
                      <a:pt x="148781" y="548893"/>
                    </a:lnTo>
                    <a:cubicBezTo>
                      <a:pt x="159258" y="552417"/>
                      <a:pt x="169640" y="555560"/>
                      <a:pt x="179737" y="558418"/>
                    </a:cubicBezTo>
                    <a:lnTo>
                      <a:pt x="265462" y="581087"/>
                    </a:lnTo>
                    <a:lnTo>
                      <a:pt x="351187" y="459167"/>
                    </a:lnTo>
                    <a:cubicBezTo>
                      <a:pt x="433007" y="343058"/>
                      <a:pt x="530447" y="182942"/>
                      <a:pt x="530447" y="77215"/>
                    </a:cubicBezTo>
                    <a:cubicBezTo>
                      <a:pt x="530447" y="73214"/>
                      <a:pt x="530257" y="69309"/>
                      <a:pt x="529876" y="65499"/>
                    </a:cubicBezTo>
                    <a:lnTo>
                      <a:pt x="547973" y="75024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A7E3DC2-92AF-104A-C219-D85555306C3F}"/>
                  </a:ext>
                </a:extLst>
              </p:cNvPr>
              <p:cNvSpPr/>
              <p:nvPr/>
            </p:nvSpPr>
            <p:spPr>
              <a:xfrm>
                <a:off x="2800350" y="1003586"/>
                <a:ext cx="565118" cy="581087"/>
              </a:xfrm>
              <a:custGeom>
                <a:avLst/>
                <a:gdLst>
                  <a:gd name="csX0" fmla="*/ 565118 w 565118"/>
                  <a:gd name="csY0" fmla="*/ 47021 h 581087"/>
                  <a:gd name="csX1" fmla="*/ 499015 w 565118"/>
                  <a:gd name="csY1" fmla="*/ 8921 h 581087"/>
                  <a:gd name="csX2" fmla="*/ 499015 w 565118"/>
                  <a:gd name="csY2" fmla="*/ 8921 h 581087"/>
                  <a:gd name="csX3" fmla="*/ 397669 w 565118"/>
                  <a:gd name="csY3" fmla="*/ 20636 h 581087"/>
                  <a:gd name="csX4" fmla="*/ 273844 w 565118"/>
                  <a:gd name="csY4" fmla="*/ 197706 h 581087"/>
                  <a:gd name="csX5" fmla="*/ 226981 w 565118"/>
                  <a:gd name="csY5" fmla="*/ 170750 h 581087"/>
                  <a:gd name="csX6" fmla="*/ 226981 w 565118"/>
                  <a:gd name="csY6" fmla="*/ 170750 h 581087"/>
                  <a:gd name="csX7" fmla="*/ 133350 w 565118"/>
                  <a:gd name="csY7" fmla="*/ 173227 h 581087"/>
                  <a:gd name="csX8" fmla="*/ 0 w 565118"/>
                  <a:gd name="csY8" fmla="*/ 383348 h 581087"/>
                  <a:gd name="csX9" fmla="*/ 96012 w 565118"/>
                  <a:gd name="csY9" fmla="*/ 526223 h 581087"/>
                  <a:gd name="csX10" fmla="*/ 96012 w 565118"/>
                  <a:gd name="csY10" fmla="*/ 526223 h 581087"/>
                  <a:gd name="csX11" fmla="*/ 148114 w 565118"/>
                  <a:gd name="csY11" fmla="*/ 556322 h 581087"/>
                  <a:gd name="csX12" fmla="*/ 148781 w 565118"/>
                  <a:gd name="csY12" fmla="*/ 548893 h 581087"/>
                  <a:gd name="csX13" fmla="*/ 179737 w 565118"/>
                  <a:gd name="csY13" fmla="*/ 558418 h 581087"/>
                  <a:gd name="csX14" fmla="*/ 265462 w 565118"/>
                  <a:gd name="csY14" fmla="*/ 581087 h 581087"/>
                  <a:gd name="csX15" fmla="*/ 351187 w 565118"/>
                  <a:gd name="csY15" fmla="*/ 459167 h 581087"/>
                  <a:gd name="csX16" fmla="*/ 530447 w 565118"/>
                  <a:gd name="csY16" fmla="*/ 77215 h 581087"/>
                  <a:gd name="csX17" fmla="*/ 529876 w 565118"/>
                  <a:gd name="csY17" fmla="*/ 65499 h 581087"/>
                  <a:gd name="csX18" fmla="*/ 547973 w 565118"/>
                  <a:gd name="csY18" fmla="*/ 75024 h 5810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65118" h="581087">
                    <a:moveTo>
                      <a:pt x="565118" y="47021"/>
                    </a:moveTo>
                    <a:lnTo>
                      <a:pt x="499015" y="8921"/>
                    </a:lnTo>
                    <a:lnTo>
                      <a:pt x="499015" y="8921"/>
                    </a:lnTo>
                    <a:cubicBezTo>
                      <a:pt x="474536" y="-5653"/>
                      <a:pt x="438245" y="-2795"/>
                      <a:pt x="397669" y="20636"/>
                    </a:cubicBezTo>
                    <a:cubicBezTo>
                      <a:pt x="341567" y="53021"/>
                      <a:pt x="293561" y="131698"/>
                      <a:pt x="273844" y="197706"/>
                    </a:cubicBezTo>
                    <a:lnTo>
                      <a:pt x="226981" y="170750"/>
                    </a:lnTo>
                    <a:lnTo>
                      <a:pt x="226981" y="170750"/>
                    </a:lnTo>
                    <a:cubicBezTo>
                      <a:pt x="202883" y="154558"/>
                      <a:pt x="169831" y="151700"/>
                      <a:pt x="133350" y="173227"/>
                    </a:cubicBezTo>
                    <a:cubicBezTo>
                      <a:pt x="59722" y="215708"/>
                      <a:pt x="0" y="309815"/>
                      <a:pt x="0" y="383348"/>
                    </a:cubicBezTo>
                    <a:cubicBezTo>
                      <a:pt x="0" y="453167"/>
                      <a:pt x="43053" y="497648"/>
                      <a:pt x="96012" y="526223"/>
                    </a:cubicBezTo>
                    <a:lnTo>
                      <a:pt x="96012" y="526223"/>
                    </a:lnTo>
                    <a:lnTo>
                      <a:pt x="148114" y="556322"/>
                    </a:lnTo>
                    <a:lnTo>
                      <a:pt x="148781" y="548893"/>
                    </a:lnTo>
                    <a:cubicBezTo>
                      <a:pt x="159258" y="552417"/>
                      <a:pt x="169640" y="555560"/>
                      <a:pt x="179737" y="558418"/>
                    </a:cubicBezTo>
                    <a:lnTo>
                      <a:pt x="265462" y="581087"/>
                    </a:lnTo>
                    <a:lnTo>
                      <a:pt x="351187" y="459167"/>
                    </a:lnTo>
                    <a:cubicBezTo>
                      <a:pt x="433007" y="343058"/>
                      <a:pt x="530447" y="182942"/>
                      <a:pt x="530447" y="77215"/>
                    </a:cubicBezTo>
                    <a:cubicBezTo>
                      <a:pt x="530447" y="73214"/>
                      <a:pt x="530257" y="69309"/>
                      <a:pt x="529876" y="65499"/>
                    </a:cubicBezTo>
                    <a:lnTo>
                      <a:pt x="547973" y="75024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237FDB8-F0F5-8CB0-0C31-343A87DE9421}"/>
                  </a:ext>
                </a:extLst>
              </p:cNvPr>
              <p:cNvSpPr/>
              <p:nvPr/>
            </p:nvSpPr>
            <p:spPr>
              <a:xfrm>
                <a:off x="2868168" y="1042645"/>
                <a:ext cx="531018" cy="580890"/>
              </a:xfrm>
              <a:custGeom>
                <a:avLst/>
                <a:gdLst>
                  <a:gd name="csX0" fmla="*/ 265557 w 531018"/>
                  <a:gd name="csY0" fmla="*/ 580891 h 580890"/>
                  <a:gd name="csX1" fmla="*/ 179832 w 531018"/>
                  <a:gd name="csY1" fmla="*/ 558126 h 580890"/>
                  <a:gd name="csX2" fmla="*/ 0 w 531018"/>
                  <a:gd name="csY2" fmla="*/ 383437 h 580890"/>
                  <a:gd name="csX3" fmla="*/ 133350 w 531018"/>
                  <a:gd name="csY3" fmla="*/ 173221 h 580890"/>
                  <a:gd name="csX4" fmla="*/ 265462 w 531018"/>
                  <a:gd name="csY4" fmla="*/ 236467 h 580890"/>
                  <a:gd name="csX5" fmla="*/ 397669 w 531018"/>
                  <a:gd name="csY5" fmla="*/ 20630 h 580890"/>
                  <a:gd name="csX6" fmla="*/ 531019 w 531018"/>
                  <a:gd name="csY6" fmla="*/ 76923 h 580890"/>
                  <a:gd name="csX7" fmla="*/ 351758 w 531018"/>
                  <a:gd name="csY7" fmla="*/ 458971 h 580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531018" h="580890">
                    <a:moveTo>
                      <a:pt x="265557" y="580891"/>
                    </a:moveTo>
                    <a:lnTo>
                      <a:pt x="179832" y="558126"/>
                    </a:lnTo>
                    <a:cubicBezTo>
                      <a:pt x="97822" y="536409"/>
                      <a:pt x="0" y="488498"/>
                      <a:pt x="0" y="383437"/>
                    </a:cubicBezTo>
                    <a:cubicBezTo>
                      <a:pt x="0" y="309809"/>
                      <a:pt x="59722" y="215702"/>
                      <a:pt x="133350" y="173221"/>
                    </a:cubicBezTo>
                    <a:cubicBezTo>
                      <a:pt x="201073" y="134073"/>
                      <a:pt x="257175" y="175888"/>
                      <a:pt x="265462" y="236467"/>
                    </a:cubicBezTo>
                    <a:cubicBezTo>
                      <a:pt x="274034" y="166172"/>
                      <a:pt x="329946" y="59683"/>
                      <a:pt x="397669" y="20630"/>
                    </a:cubicBezTo>
                    <a:cubicBezTo>
                      <a:pt x="471202" y="-21851"/>
                      <a:pt x="531019" y="3390"/>
                      <a:pt x="531019" y="76923"/>
                    </a:cubicBezTo>
                    <a:cubicBezTo>
                      <a:pt x="531019" y="181698"/>
                      <a:pt x="433483" y="342766"/>
                      <a:pt x="351758" y="458971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C32F392-C5DC-45B5-AF79-4A0A5DF9E63A}"/>
                  </a:ext>
                </a:extLst>
              </p:cNvPr>
              <p:cNvSpPr/>
              <p:nvPr/>
            </p:nvSpPr>
            <p:spPr>
              <a:xfrm>
                <a:off x="3651027" y="894869"/>
                <a:ext cx="365855" cy="561597"/>
              </a:xfrm>
              <a:custGeom>
                <a:avLst/>
                <a:gdLst>
                  <a:gd name="csX0" fmla="*/ 316516 w 365855"/>
                  <a:gd name="csY0" fmla="*/ 173549 h 561597"/>
                  <a:gd name="csX1" fmla="*/ 314515 w 365855"/>
                  <a:gd name="csY1" fmla="*/ 159452 h 561597"/>
                  <a:gd name="csX2" fmla="*/ 365855 w 365855"/>
                  <a:gd name="csY2" fmla="*/ 100683 h 561597"/>
                  <a:gd name="csX3" fmla="*/ 300133 w 365855"/>
                  <a:gd name="csY3" fmla="*/ 63726 h 561597"/>
                  <a:gd name="csX4" fmla="*/ 272987 w 365855"/>
                  <a:gd name="csY4" fmla="*/ 65917 h 561597"/>
                  <a:gd name="csX5" fmla="*/ 158687 w 365855"/>
                  <a:gd name="csY5" fmla="*/ 132116 h 561597"/>
                  <a:gd name="csX6" fmla="*/ 143351 w 365855"/>
                  <a:gd name="csY6" fmla="*/ 140974 h 561597"/>
                  <a:gd name="csX7" fmla="*/ 148876 w 365855"/>
                  <a:gd name="csY7" fmla="*/ 100969 h 561597"/>
                  <a:gd name="csX8" fmla="*/ 149352 w 365855"/>
                  <a:gd name="csY8" fmla="*/ 84586 h 561597"/>
                  <a:gd name="csX9" fmla="*/ 151448 w 365855"/>
                  <a:gd name="csY9" fmla="*/ 85729 h 561597"/>
                  <a:gd name="csX10" fmla="*/ 189548 w 365855"/>
                  <a:gd name="csY10" fmla="*/ 40771 h 561597"/>
                  <a:gd name="csX11" fmla="*/ 124396 w 365855"/>
                  <a:gd name="csY11" fmla="*/ 4100 h 561597"/>
                  <a:gd name="csX12" fmla="*/ 64294 w 365855"/>
                  <a:gd name="csY12" fmla="*/ 27722 h 561597"/>
                  <a:gd name="csX13" fmla="*/ 64294 w 365855"/>
                  <a:gd name="csY13" fmla="*/ 128115 h 561597"/>
                  <a:gd name="csX14" fmla="*/ 0 w 365855"/>
                  <a:gd name="csY14" fmla="*/ 281753 h 561597"/>
                  <a:gd name="csX15" fmla="*/ 0 w 365855"/>
                  <a:gd name="csY15" fmla="*/ 561598 h 561597"/>
                  <a:gd name="csX16" fmla="*/ 214313 w 365855"/>
                  <a:gd name="csY16" fmla="*/ 437773 h 561597"/>
                  <a:gd name="csX17" fmla="*/ 261938 w 365855"/>
                  <a:gd name="csY17" fmla="*/ 363192 h 561597"/>
                  <a:gd name="csX18" fmla="*/ 256222 w 365855"/>
                  <a:gd name="csY18" fmla="*/ 332522 h 561597"/>
                  <a:gd name="csX19" fmla="*/ 292608 w 365855"/>
                  <a:gd name="csY19" fmla="*/ 267847 h 561597"/>
                  <a:gd name="csX20" fmla="*/ 284226 w 365855"/>
                  <a:gd name="csY20" fmla="*/ 237176 h 561597"/>
                  <a:gd name="csX21" fmla="*/ 316516 w 365855"/>
                  <a:gd name="csY21" fmla="*/ 173549 h 5615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365855" h="561597">
                    <a:moveTo>
                      <a:pt x="316516" y="173549"/>
                    </a:moveTo>
                    <a:cubicBezTo>
                      <a:pt x="316629" y="168772"/>
                      <a:pt x="315953" y="164009"/>
                      <a:pt x="314515" y="159452"/>
                    </a:cubicBezTo>
                    <a:lnTo>
                      <a:pt x="365855" y="100683"/>
                    </a:lnTo>
                    <a:lnTo>
                      <a:pt x="300133" y="63726"/>
                    </a:lnTo>
                    <a:cubicBezTo>
                      <a:pt x="293942" y="59440"/>
                      <a:pt x="284988" y="58964"/>
                      <a:pt x="272987" y="65917"/>
                    </a:cubicBezTo>
                    <a:lnTo>
                      <a:pt x="158687" y="132116"/>
                    </a:lnTo>
                    <a:lnTo>
                      <a:pt x="143351" y="140974"/>
                    </a:lnTo>
                    <a:cubicBezTo>
                      <a:pt x="146057" y="127773"/>
                      <a:pt x="147903" y="114409"/>
                      <a:pt x="148876" y="100969"/>
                    </a:cubicBezTo>
                    <a:cubicBezTo>
                      <a:pt x="148876" y="95349"/>
                      <a:pt x="149352" y="89920"/>
                      <a:pt x="149352" y="84586"/>
                    </a:cubicBezTo>
                    <a:lnTo>
                      <a:pt x="151448" y="85729"/>
                    </a:lnTo>
                    <a:lnTo>
                      <a:pt x="189548" y="40771"/>
                    </a:lnTo>
                    <a:lnTo>
                      <a:pt x="124396" y="4100"/>
                    </a:lnTo>
                    <a:cubicBezTo>
                      <a:pt x="102394" y="-10283"/>
                      <a:pt x="64294" y="16958"/>
                      <a:pt x="64294" y="27722"/>
                    </a:cubicBezTo>
                    <a:cubicBezTo>
                      <a:pt x="64294" y="40771"/>
                      <a:pt x="69913" y="108684"/>
                      <a:pt x="64294" y="128115"/>
                    </a:cubicBezTo>
                    <a:cubicBezTo>
                      <a:pt x="58674" y="147546"/>
                      <a:pt x="0" y="281753"/>
                      <a:pt x="0" y="281753"/>
                    </a:cubicBezTo>
                    <a:lnTo>
                      <a:pt x="0" y="561598"/>
                    </a:lnTo>
                    <a:lnTo>
                      <a:pt x="214313" y="437773"/>
                    </a:lnTo>
                    <a:cubicBezTo>
                      <a:pt x="242888" y="421390"/>
                      <a:pt x="261938" y="386719"/>
                      <a:pt x="261938" y="363192"/>
                    </a:cubicBezTo>
                    <a:cubicBezTo>
                      <a:pt x="262251" y="352677"/>
                      <a:pt x="260302" y="342218"/>
                      <a:pt x="256222" y="332522"/>
                    </a:cubicBezTo>
                    <a:cubicBezTo>
                      <a:pt x="274415" y="322044"/>
                      <a:pt x="292608" y="284039"/>
                      <a:pt x="292608" y="267847"/>
                    </a:cubicBezTo>
                    <a:cubicBezTo>
                      <a:pt x="292608" y="243463"/>
                      <a:pt x="284226" y="237176"/>
                      <a:pt x="284226" y="237176"/>
                    </a:cubicBezTo>
                    <a:cubicBezTo>
                      <a:pt x="303075" y="221147"/>
                      <a:pt x="314707" y="198226"/>
                      <a:pt x="316516" y="17354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8B72079-F61E-1A02-CA5B-118D7D6DD42E}"/>
                  </a:ext>
                </a:extLst>
              </p:cNvPr>
              <p:cNvSpPr/>
              <p:nvPr/>
            </p:nvSpPr>
            <p:spPr>
              <a:xfrm>
                <a:off x="3651504" y="1175670"/>
                <a:ext cx="68008" cy="318897"/>
              </a:xfrm>
              <a:custGeom>
                <a:avLst/>
                <a:gdLst>
                  <a:gd name="csX0" fmla="*/ 68008 w 68008"/>
                  <a:gd name="csY0" fmla="*/ 318897 h 318897"/>
                  <a:gd name="csX1" fmla="*/ 286 w 68008"/>
                  <a:gd name="csY1" fmla="*/ 279749 h 318897"/>
                  <a:gd name="csX2" fmla="*/ 0 w 68008"/>
                  <a:gd name="csY2" fmla="*/ 0 h 318897"/>
                  <a:gd name="csX3" fmla="*/ 67818 w 68008"/>
                  <a:gd name="csY3" fmla="*/ 39148 h 318897"/>
                  <a:gd name="csX4" fmla="*/ 68008 w 68008"/>
                  <a:gd name="csY4" fmla="*/ 318897 h 3188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8008" h="318897">
                    <a:moveTo>
                      <a:pt x="68008" y="318897"/>
                    </a:moveTo>
                    <a:lnTo>
                      <a:pt x="286" y="279749"/>
                    </a:lnTo>
                    <a:lnTo>
                      <a:pt x="0" y="0"/>
                    </a:lnTo>
                    <a:lnTo>
                      <a:pt x="67818" y="39148"/>
                    </a:lnTo>
                    <a:lnTo>
                      <a:pt x="68008" y="318897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47B9CE3-4E98-E572-1516-3BE5A3F5E59C}"/>
                  </a:ext>
                </a:extLst>
              </p:cNvPr>
              <p:cNvSpPr/>
              <p:nvPr/>
            </p:nvSpPr>
            <p:spPr>
              <a:xfrm>
                <a:off x="3719512" y="932876"/>
                <a:ext cx="315563" cy="561500"/>
              </a:xfrm>
              <a:custGeom>
                <a:avLst/>
                <a:gdLst>
                  <a:gd name="csX0" fmla="*/ 292703 w 315563"/>
                  <a:gd name="csY0" fmla="*/ 267749 h 561500"/>
                  <a:gd name="csX1" fmla="*/ 256413 w 315563"/>
                  <a:gd name="csY1" fmla="*/ 332424 h 561500"/>
                  <a:gd name="csX2" fmla="*/ 261938 w 315563"/>
                  <a:gd name="csY2" fmla="*/ 363285 h 561500"/>
                  <a:gd name="csX3" fmla="*/ 214313 w 315563"/>
                  <a:gd name="csY3" fmla="*/ 437675 h 561500"/>
                  <a:gd name="csX4" fmla="*/ 0 w 315563"/>
                  <a:gd name="csY4" fmla="*/ 561500 h 561500"/>
                  <a:gd name="csX5" fmla="*/ 0 w 315563"/>
                  <a:gd name="csY5" fmla="*/ 293657 h 561500"/>
                  <a:gd name="csX6" fmla="*/ 0 w 315563"/>
                  <a:gd name="csY6" fmla="*/ 281846 h 561500"/>
                  <a:gd name="csX7" fmla="*/ 64389 w 315563"/>
                  <a:gd name="csY7" fmla="*/ 128113 h 561500"/>
                  <a:gd name="csX8" fmla="*/ 64389 w 315563"/>
                  <a:gd name="csY8" fmla="*/ 27815 h 561500"/>
                  <a:gd name="csX9" fmla="*/ 134493 w 315563"/>
                  <a:gd name="csY9" fmla="*/ 16480 h 561500"/>
                  <a:gd name="csX10" fmla="*/ 142970 w 315563"/>
                  <a:gd name="csY10" fmla="*/ 140876 h 561500"/>
                  <a:gd name="csX11" fmla="*/ 272510 w 315563"/>
                  <a:gd name="csY11" fmla="*/ 66010 h 561500"/>
                  <a:gd name="csX12" fmla="*/ 310610 w 315563"/>
                  <a:gd name="csY12" fmla="*/ 90584 h 561500"/>
                  <a:gd name="csX13" fmla="*/ 289750 w 315563"/>
                  <a:gd name="csY13" fmla="*/ 146401 h 561500"/>
                  <a:gd name="csX14" fmla="*/ 315563 w 315563"/>
                  <a:gd name="csY14" fmla="*/ 173452 h 561500"/>
                  <a:gd name="csX15" fmla="*/ 284036 w 315563"/>
                  <a:gd name="csY15" fmla="*/ 236984 h 561500"/>
                  <a:gd name="csX16" fmla="*/ 292703 w 315563"/>
                  <a:gd name="csY16" fmla="*/ 267749 h 561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315563" h="561500">
                    <a:moveTo>
                      <a:pt x="292703" y="267749"/>
                    </a:moveTo>
                    <a:cubicBezTo>
                      <a:pt x="292703" y="283942"/>
                      <a:pt x="274606" y="321947"/>
                      <a:pt x="256413" y="332424"/>
                    </a:cubicBezTo>
                    <a:cubicBezTo>
                      <a:pt x="260374" y="342217"/>
                      <a:pt x="262255" y="352726"/>
                      <a:pt x="261938" y="363285"/>
                    </a:cubicBezTo>
                    <a:cubicBezTo>
                      <a:pt x="261938" y="386621"/>
                      <a:pt x="242411" y="421483"/>
                      <a:pt x="214313" y="437675"/>
                    </a:cubicBezTo>
                    <a:lnTo>
                      <a:pt x="0" y="561500"/>
                    </a:lnTo>
                    <a:lnTo>
                      <a:pt x="0" y="293657"/>
                    </a:lnTo>
                    <a:lnTo>
                      <a:pt x="0" y="281846"/>
                    </a:lnTo>
                    <a:cubicBezTo>
                      <a:pt x="0" y="281846"/>
                      <a:pt x="58864" y="147544"/>
                      <a:pt x="64389" y="128113"/>
                    </a:cubicBezTo>
                    <a:cubicBezTo>
                      <a:pt x="69913" y="108682"/>
                      <a:pt x="64389" y="40864"/>
                      <a:pt x="64389" y="27815"/>
                    </a:cubicBezTo>
                    <a:cubicBezTo>
                      <a:pt x="64389" y="14765"/>
                      <a:pt x="117634" y="-20668"/>
                      <a:pt x="134493" y="16480"/>
                    </a:cubicBezTo>
                    <a:cubicBezTo>
                      <a:pt x="151352" y="53627"/>
                      <a:pt x="152781" y="91537"/>
                      <a:pt x="142970" y="140876"/>
                    </a:cubicBezTo>
                    <a:lnTo>
                      <a:pt x="272510" y="66010"/>
                    </a:lnTo>
                    <a:cubicBezTo>
                      <a:pt x="299847" y="50198"/>
                      <a:pt x="310610" y="72868"/>
                      <a:pt x="310610" y="90584"/>
                    </a:cubicBezTo>
                    <a:cubicBezTo>
                      <a:pt x="309746" y="110930"/>
                      <a:pt x="302442" y="130475"/>
                      <a:pt x="289750" y="146401"/>
                    </a:cubicBezTo>
                    <a:cubicBezTo>
                      <a:pt x="289750" y="146401"/>
                      <a:pt x="315563" y="138781"/>
                      <a:pt x="315563" y="173452"/>
                    </a:cubicBezTo>
                    <a:cubicBezTo>
                      <a:pt x="314094" y="198026"/>
                      <a:pt x="302717" y="220951"/>
                      <a:pt x="284036" y="236984"/>
                    </a:cubicBezTo>
                    <a:cubicBezTo>
                      <a:pt x="284036" y="236984"/>
                      <a:pt x="292703" y="243556"/>
                      <a:pt x="292703" y="267749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3F2A1A6-125C-B07B-764D-BD5FD3195C4A}"/>
                  </a:ext>
                </a:extLst>
              </p:cNvPr>
              <p:cNvSpPr/>
              <p:nvPr/>
            </p:nvSpPr>
            <p:spPr>
              <a:xfrm>
                <a:off x="3595116" y="1224533"/>
                <a:ext cx="93630" cy="379571"/>
              </a:xfrm>
              <a:custGeom>
                <a:avLst/>
                <a:gdLst>
                  <a:gd name="csX0" fmla="*/ 0 w 93630"/>
                  <a:gd name="csY0" fmla="*/ 379571 h 379571"/>
                  <a:gd name="csX1" fmla="*/ 93631 w 93630"/>
                  <a:gd name="csY1" fmla="*/ 325565 h 379571"/>
                  <a:gd name="csX2" fmla="*/ 93345 w 93630"/>
                  <a:gd name="csY2" fmla="*/ 0 h 379571"/>
                  <a:gd name="csX3" fmla="*/ 0 w 93630"/>
                  <a:gd name="csY3" fmla="*/ 54007 h 379571"/>
                  <a:gd name="csX4" fmla="*/ 0 w 93630"/>
                  <a:gd name="csY4" fmla="*/ 379571 h 3795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3630" h="379571">
                    <a:moveTo>
                      <a:pt x="0" y="379571"/>
                    </a:moveTo>
                    <a:lnTo>
                      <a:pt x="93631" y="325565"/>
                    </a:lnTo>
                    <a:lnTo>
                      <a:pt x="93345" y="0"/>
                    </a:lnTo>
                    <a:lnTo>
                      <a:pt x="0" y="54007"/>
                    </a:lnTo>
                    <a:lnTo>
                      <a:pt x="0" y="379571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40FFF9E-A296-9E1E-F947-78300E9DB1A1}"/>
                  </a:ext>
                </a:extLst>
              </p:cNvPr>
              <p:cNvSpPr/>
              <p:nvPr/>
            </p:nvSpPr>
            <p:spPr>
              <a:xfrm>
                <a:off x="3527298" y="1239393"/>
                <a:ext cx="67817" cy="364712"/>
              </a:xfrm>
              <a:custGeom>
                <a:avLst/>
                <a:gdLst>
                  <a:gd name="csX0" fmla="*/ 67818 w 67817"/>
                  <a:gd name="csY0" fmla="*/ 364712 h 364712"/>
                  <a:gd name="csX1" fmla="*/ 0 w 67817"/>
                  <a:gd name="csY1" fmla="*/ 325660 h 364712"/>
                  <a:gd name="csX2" fmla="*/ 0 w 67817"/>
                  <a:gd name="csY2" fmla="*/ 0 h 364712"/>
                  <a:gd name="csX3" fmla="*/ 67818 w 67817"/>
                  <a:gd name="csY3" fmla="*/ 39148 h 364712"/>
                  <a:gd name="csX4" fmla="*/ 67818 w 67817"/>
                  <a:gd name="csY4" fmla="*/ 364712 h 364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7817" h="364712">
                    <a:moveTo>
                      <a:pt x="67818" y="364712"/>
                    </a:moveTo>
                    <a:lnTo>
                      <a:pt x="0" y="325660"/>
                    </a:lnTo>
                    <a:lnTo>
                      <a:pt x="0" y="0"/>
                    </a:lnTo>
                    <a:lnTo>
                      <a:pt x="67818" y="39148"/>
                    </a:lnTo>
                    <a:lnTo>
                      <a:pt x="67818" y="364712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8E3D64D-5570-0561-E184-56A9B871001D}"/>
                  </a:ext>
                </a:extLst>
              </p:cNvPr>
              <p:cNvSpPr/>
              <p:nvPr/>
            </p:nvSpPr>
            <p:spPr>
              <a:xfrm>
                <a:off x="3527298" y="1185386"/>
                <a:ext cx="161162" cy="93154"/>
              </a:xfrm>
              <a:custGeom>
                <a:avLst/>
                <a:gdLst>
                  <a:gd name="csX0" fmla="*/ 93440 w 161162"/>
                  <a:gd name="csY0" fmla="*/ 0 h 93154"/>
                  <a:gd name="csX1" fmla="*/ 161163 w 161162"/>
                  <a:gd name="csY1" fmla="*/ 39148 h 93154"/>
                  <a:gd name="csX2" fmla="*/ 67818 w 161162"/>
                  <a:gd name="csY2" fmla="*/ 93155 h 93154"/>
                  <a:gd name="csX3" fmla="*/ 0 w 161162"/>
                  <a:gd name="csY3" fmla="*/ 54007 h 93154"/>
                  <a:gd name="csX4" fmla="*/ 93440 w 161162"/>
                  <a:gd name="csY4" fmla="*/ 0 h 931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1162" h="93154">
                    <a:moveTo>
                      <a:pt x="93440" y="0"/>
                    </a:moveTo>
                    <a:lnTo>
                      <a:pt x="161163" y="39148"/>
                    </a:lnTo>
                    <a:lnTo>
                      <a:pt x="67818" y="93155"/>
                    </a:lnTo>
                    <a:lnTo>
                      <a:pt x="0" y="54007"/>
                    </a:lnTo>
                    <a:lnTo>
                      <a:pt x="93440" y="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C9A2C34-9C84-5A54-AF83-F9778BBEAF22}"/>
                  </a:ext>
                </a:extLst>
              </p:cNvPr>
              <p:cNvSpPr/>
              <p:nvPr/>
            </p:nvSpPr>
            <p:spPr>
              <a:xfrm>
                <a:off x="3651599" y="922686"/>
                <a:ext cx="134560" cy="292131"/>
              </a:xfrm>
              <a:custGeom>
                <a:avLst/>
                <a:gdLst>
                  <a:gd name="csX0" fmla="*/ 132017 w 134560"/>
                  <a:gd name="csY0" fmla="*/ 138398 h 292131"/>
                  <a:gd name="csX1" fmla="*/ 67628 w 134560"/>
                  <a:gd name="csY1" fmla="*/ 292132 h 292131"/>
                  <a:gd name="csX2" fmla="*/ 0 w 134560"/>
                  <a:gd name="csY2" fmla="*/ 254032 h 292131"/>
                  <a:gd name="csX3" fmla="*/ 64294 w 134560"/>
                  <a:gd name="csY3" fmla="*/ 100394 h 292131"/>
                  <a:gd name="csX4" fmla="*/ 64294 w 134560"/>
                  <a:gd name="csY4" fmla="*/ 0 h 292131"/>
                  <a:gd name="csX5" fmla="*/ 132112 w 134560"/>
                  <a:gd name="csY5" fmla="*/ 38100 h 292131"/>
                  <a:gd name="csX6" fmla="*/ 132017 w 134560"/>
                  <a:gd name="csY6" fmla="*/ 138398 h 2921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4560" h="292131">
                    <a:moveTo>
                      <a:pt x="132017" y="138398"/>
                    </a:moveTo>
                    <a:cubicBezTo>
                      <a:pt x="126492" y="157448"/>
                      <a:pt x="67628" y="292132"/>
                      <a:pt x="67628" y="292132"/>
                    </a:cubicBezTo>
                    <a:lnTo>
                      <a:pt x="0" y="254032"/>
                    </a:lnTo>
                    <a:cubicBezTo>
                      <a:pt x="0" y="254032"/>
                      <a:pt x="58674" y="119824"/>
                      <a:pt x="64294" y="100394"/>
                    </a:cubicBezTo>
                    <a:cubicBezTo>
                      <a:pt x="69914" y="80963"/>
                      <a:pt x="64294" y="13049"/>
                      <a:pt x="64294" y="0"/>
                    </a:cubicBezTo>
                    <a:lnTo>
                      <a:pt x="132112" y="38100"/>
                    </a:lnTo>
                    <a:cubicBezTo>
                      <a:pt x="132017" y="51149"/>
                      <a:pt x="137732" y="119063"/>
                      <a:pt x="132017" y="138398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1" name="Graphic 5">
              <a:extLst>
                <a:ext uri="{FF2B5EF4-FFF2-40B4-BE49-F238E27FC236}">
                  <a16:creationId xmlns:a16="http://schemas.microsoft.com/office/drawing/2014/main" id="{AFE5CD94-D233-B978-DEE9-174F023F9F05}"/>
                </a:ext>
              </a:extLst>
            </p:cNvPr>
            <p:cNvGrpSpPr/>
            <p:nvPr/>
          </p:nvGrpSpPr>
          <p:grpSpPr>
            <a:xfrm>
              <a:off x="4747363" y="1676726"/>
              <a:ext cx="3301936" cy="1137532"/>
              <a:chOff x="2968561" y="1080346"/>
              <a:chExt cx="3301936" cy="113753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04159CC-4FF7-ADA9-3EC3-BB6F4FE79297}"/>
                  </a:ext>
                </a:extLst>
              </p:cNvPr>
              <p:cNvSpPr/>
              <p:nvPr/>
            </p:nvSpPr>
            <p:spPr>
              <a:xfrm>
                <a:off x="6064662" y="1310258"/>
                <a:ext cx="83534" cy="176688"/>
              </a:xfrm>
              <a:custGeom>
                <a:avLst/>
                <a:gdLst>
                  <a:gd name="csX0" fmla="*/ 83534 w 83534"/>
                  <a:gd name="csY0" fmla="*/ 176689 h 176688"/>
                  <a:gd name="csX1" fmla="*/ 52102 w 83534"/>
                  <a:gd name="csY1" fmla="*/ 117634 h 176688"/>
                  <a:gd name="csX2" fmla="*/ 77343 w 83534"/>
                  <a:gd name="csY2" fmla="*/ 44672 h 176688"/>
                  <a:gd name="csX3" fmla="*/ 77343 w 83534"/>
                  <a:gd name="csY3" fmla="*/ 0 h 176688"/>
                  <a:gd name="csX4" fmla="*/ 0 w 83534"/>
                  <a:gd name="csY4" fmla="*/ 44672 h 176688"/>
                  <a:gd name="csX5" fmla="*/ 0 w 83534"/>
                  <a:gd name="csY5" fmla="*/ 89345 h 176688"/>
                  <a:gd name="csX6" fmla="*/ 33242 w 83534"/>
                  <a:gd name="csY6" fmla="*/ 147066 h 176688"/>
                  <a:gd name="csX7" fmla="*/ 35528 w 83534"/>
                  <a:gd name="csY7" fmla="*/ 149066 h 176688"/>
                  <a:gd name="csX8" fmla="*/ 35528 w 83534"/>
                  <a:gd name="csY8" fmla="*/ 149066 h 176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3534" h="176688">
                    <a:moveTo>
                      <a:pt x="83534" y="176689"/>
                    </a:moveTo>
                    <a:lnTo>
                      <a:pt x="52102" y="117634"/>
                    </a:lnTo>
                    <a:lnTo>
                      <a:pt x="77343" y="44672"/>
                    </a:lnTo>
                    <a:lnTo>
                      <a:pt x="77343" y="0"/>
                    </a:lnTo>
                    <a:lnTo>
                      <a:pt x="0" y="44672"/>
                    </a:lnTo>
                    <a:lnTo>
                      <a:pt x="0" y="89345"/>
                    </a:lnTo>
                    <a:lnTo>
                      <a:pt x="33242" y="147066"/>
                    </a:lnTo>
                    <a:cubicBezTo>
                      <a:pt x="33760" y="147969"/>
                      <a:pt x="34565" y="148673"/>
                      <a:pt x="35528" y="149066"/>
                    </a:cubicBezTo>
                    <a:lnTo>
                      <a:pt x="35528" y="149066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1B461AC-0352-BF14-13A6-29FC25AA94A7}"/>
                  </a:ext>
                </a:extLst>
              </p:cNvPr>
              <p:cNvSpPr/>
              <p:nvPr/>
            </p:nvSpPr>
            <p:spPr>
              <a:xfrm>
                <a:off x="6064662" y="1310258"/>
                <a:ext cx="83534" cy="176688"/>
              </a:xfrm>
              <a:custGeom>
                <a:avLst/>
                <a:gdLst>
                  <a:gd name="csX0" fmla="*/ 83534 w 83534"/>
                  <a:gd name="csY0" fmla="*/ 176689 h 176688"/>
                  <a:gd name="csX1" fmla="*/ 52102 w 83534"/>
                  <a:gd name="csY1" fmla="*/ 117634 h 176688"/>
                  <a:gd name="csX2" fmla="*/ 77343 w 83534"/>
                  <a:gd name="csY2" fmla="*/ 44672 h 176688"/>
                  <a:gd name="csX3" fmla="*/ 77343 w 83534"/>
                  <a:gd name="csY3" fmla="*/ 0 h 176688"/>
                  <a:gd name="csX4" fmla="*/ 0 w 83534"/>
                  <a:gd name="csY4" fmla="*/ 44672 h 176688"/>
                  <a:gd name="csX5" fmla="*/ 0 w 83534"/>
                  <a:gd name="csY5" fmla="*/ 89345 h 176688"/>
                  <a:gd name="csX6" fmla="*/ 33242 w 83534"/>
                  <a:gd name="csY6" fmla="*/ 147066 h 176688"/>
                  <a:gd name="csX7" fmla="*/ 35528 w 83534"/>
                  <a:gd name="csY7" fmla="*/ 149066 h 176688"/>
                  <a:gd name="csX8" fmla="*/ 35528 w 83534"/>
                  <a:gd name="csY8" fmla="*/ 149066 h 176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3534" h="176688">
                    <a:moveTo>
                      <a:pt x="83534" y="176689"/>
                    </a:moveTo>
                    <a:lnTo>
                      <a:pt x="52102" y="117634"/>
                    </a:lnTo>
                    <a:lnTo>
                      <a:pt x="77343" y="44672"/>
                    </a:lnTo>
                    <a:lnTo>
                      <a:pt x="77343" y="0"/>
                    </a:lnTo>
                    <a:lnTo>
                      <a:pt x="0" y="44672"/>
                    </a:lnTo>
                    <a:lnTo>
                      <a:pt x="0" y="89345"/>
                    </a:lnTo>
                    <a:lnTo>
                      <a:pt x="33242" y="147066"/>
                    </a:lnTo>
                    <a:cubicBezTo>
                      <a:pt x="33760" y="147969"/>
                      <a:pt x="34565" y="148673"/>
                      <a:pt x="35528" y="149066"/>
                    </a:cubicBezTo>
                    <a:lnTo>
                      <a:pt x="35528" y="149066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55010F1-F6EE-AF5A-B93F-4502B853B686}"/>
                  </a:ext>
                </a:extLst>
              </p:cNvPr>
              <p:cNvSpPr/>
              <p:nvPr/>
            </p:nvSpPr>
            <p:spPr>
              <a:xfrm>
                <a:off x="5945409" y="1080346"/>
                <a:ext cx="324992" cy="398769"/>
              </a:xfrm>
              <a:custGeom>
                <a:avLst/>
                <a:gdLst>
                  <a:gd name="csX0" fmla="*/ 23336 w 324992"/>
                  <a:gd name="csY0" fmla="*/ 129328 h 398769"/>
                  <a:gd name="csX1" fmla="*/ 236315 w 324992"/>
                  <a:gd name="csY1" fmla="*/ 5503 h 398769"/>
                  <a:gd name="csX2" fmla="*/ 282702 w 324992"/>
                  <a:gd name="csY2" fmla="*/ 5503 h 398769"/>
                  <a:gd name="csX3" fmla="*/ 301752 w 324992"/>
                  <a:gd name="csY3" fmla="*/ 16457 h 398769"/>
                  <a:gd name="csX4" fmla="*/ 324993 w 324992"/>
                  <a:gd name="csY4" fmla="*/ 56653 h 398769"/>
                  <a:gd name="csX5" fmla="*/ 324993 w 324992"/>
                  <a:gd name="csY5" fmla="*/ 229246 h 398769"/>
                  <a:gd name="csX6" fmla="*/ 301752 w 324992"/>
                  <a:gd name="csY6" fmla="*/ 269441 h 398769"/>
                  <a:gd name="csX7" fmla="*/ 88582 w 324992"/>
                  <a:gd name="csY7" fmla="*/ 393266 h 398769"/>
                  <a:gd name="csX8" fmla="*/ 42196 w 324992"/>
                  <a:gd name="csY8" fmla="*/ 393266 h 398769"/>
                  <a:gd name="csX9" fmla="*/ 23146 w 324992"/>
                  <a:gd name="csY9" fmla="*/ 382312 h 398769"/>
                  <a:gd name="csX10" fmla="*/ 0 w 324992"/>
                  <a:gd name="csY10" fmla="*/ 342117 h 398769"/>
                  <a:gd name="csX11" fmla="*/ 0 w 324992"/>
                  <a:gd name="csY11" fmla="*/ 169333 h 398769"/>
                  <a:gd name="csX12" fmla="*/ 23336 w 324992"/>
                  <a:gd name="csY12" fmla="*/ 129328 h 398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24992" h="398769">
                    <a:moveTo>
                      <a:pt x="23336" y="129328"/>
                    </a:moveTo>
                    <a:lnTo>
                      <a:pt x="236315" y="5503"/>
                    </a:lnTo>
                    <a:cubicBezTo>
                      <a:pt x="250907" y="-1834"/>
                      <a:pt x="268110" y="-1834"/>
                      <a:pt x="282702" y="5503"/>
                    </a:cubicBezTo>
                    <a:lnTo>
                      <a:pt x="301752" y="16457"/>
                    </a:lnTo>
                    <a:cubicBezTo>
                      <a:pt x="315496" y="25354"/>
                      <a:pt x="324139" y="40303"/>
                      <a:pt x="324993" y="56653"/>
                    </a:cubicBezTo>
                    <a:lnTo>
                      <a:pt x="324993" y="229246"/>
                    </a:lnTo>
                    <a:cubicBezTo>
                      <a:pt x="324093" y="245582"/>
                      <a:pt x="315461" y="260511"/>
                      <a:pt x="301752" y="269441"/>
                    </a:cubicBezTo>
                    <a:lnTo>
                      <a:pt x="88582" y="393266"/>
                    </a:lnTo>
                    <a:cubicBezTo>
                      <a:pt x="73991" y="400604"/>
                      <a:pt x="56787" y="400604"/>
                      <a:pt x="42196" y="393266"/>
                    </a:cubicBezTo>
                    <a:lnTo>
                      <a:pt x="23146" y="382312"/>
                    </a:lnTo>
                    <a:cubicBezTo>
                      <a:pt x="9450" y="373383"/>
                      <a:pt x="848" y="358444"/>
                      <a:pt x="0" y="342117"/>
                    </a:cubicBezTo>
                    <a:lnTo>
                      <a:pt x="0" y="169333"/>
                    </a:lnTo>
                    <a:cubicBezTo>
                      <a:pt x="995" y="153052"/>
                      <a:pt x="9654" y="138209"/>
                      <a:pt x="23336" y="129328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B1613CD-7E23-A49A-F377-39D101D07CEF}"/>
                  </a:ext>
                </a:extLst>
              </p:cNvPr>
              <p:cNvSpPr/>
              <p:nvPr/>
            </p:nvSpPr>
            <p:spPr>
              <a:xfrm>
                <a:off x="5945409" y="1080346"/>
                <a:ext cx="324992" cy="398769"/>
              </a:xfrm>
              <a:custGeom>
                <a:avLst/>
                <a:gdLst>
                  <a:gd name="csX0" fmla="*/ 23336 w 324992"/>
                  <a:gd name="csY0" fmla="*/ 129328 h 398769"/>
                  <a:gd name="csX1" fmla="*/ 236315 w 324992"/>
                  <a:gd name="csY1" fmla="*/ 5503 h 398769"/>
                  <a:gd name="csX2" fmla="*/ 282702 w 324992"/>
                  <a:gd name="csY2" fmla="*/ 5503 h 398769"/>
                  <a:gd name="csX3" fmla="*/ 301752 w 324992"/>
                  <a:gd name="csY3" fmla="*/ 16457 h 398769"/>
                  <a:gd name="csX4" fmla="*/ 324993 w 324992"/>
                  <a:gd name="csY4" fmla="*/ 56653 h 398769"/>
                  <a:gd name="csX5" fmla="*/ 324993 w 324992"/>
                  <a:gd name="csY5" fmla="*/ 229246 h 398769"/>
                  <a:gd name="csX6" fmla="*/ 301752 w 324992"/>
                  <a:gd name="csY6" fmla="*/ 269441 h 398769"/>
                  <a:gd name="csX7" fmla="*/ 88582 w 324992"/>
                  <a:gd name="csY7" fmla="*/ 393266 h 398769"/>
                  <a:gd name="csX8" fmla="*/ 42196 w 324992"/>
                  <a:gd name="csY8" fmla="*/ 393266 h 398769"/>
                  <a:gd name="csX9" fmla="*/ 23146 w 324992"/>
                  <a:gd name="csY9" fmla="*/ 382312 h 398769"/>
                  <a:gd name="csX10" fmla="*/ 0 w 324992"/>
                  <a:gd name="csY10" fmla="*/ 342117 h 398769"/>
                  <a:gd name="csX11" fmla="*/ 0 w 324992"/>
                  <a:gd name="csY11" fmla="*/ 169333 h 398769"/>
                  <a:gd name="csX12" fmla="*/ 23336 w 324992"/>
                  <a:gd name="csY12" fmla="*/ 129328 h 398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24992" h="398769">
                    <a:moveTo>
                      <a:pt x="23336" y="129328"/>
                    </a:moveTo>
                    <a:lnTo>
                      <a:pt x="236315" y="5503"/>
                    </a:lnTo>
                    <a:cubicBezTo>
                      <a:pt x="250907" y="-1834"/>
                      <a:pt x="268110" y="-1834"/>
                      <a:pt x="282702" y="5503"/>
                    </a:cubicBezTo>
                    <a:lnTo>
                      <a:pt x="301752" y="16457"/>
                    </a:lnTo>
                    <a:cubicBezTo>
                      <a:pt x="315496" y="25354"/>
                      <a:pt x="324139" y="40303"/>
                      <a:pt x="324993" y="56653"/>
                    </a:cubicBezTo>
                    <a:lnTo>
                      <a:pt x="324993" y="229246"/>
                    </a:lnTo>
                    <a:cubicBezTo>
                      <a:pt x="324093" y="245582"/>
                      <a:pt x="315461" y="260511"/>
                      <a:pt x="301752" y="269441"/>
                    </a:cubicBezTo>
                    <a:lnTo>
                      <a:pt x="88582" y="393266"/>
                    </a:lnTo>
                    <a:cubicBezTo>
                      <a:pt x="73991" y="400604"/>
                      <a:pt x="56787" y="400604"/>
                      <a:pt x="42196" y="393266"/>
                    </a:cubicBezTo>
                    <a:lnTo>
                      <a:pt x="23146" y="382312"/>
                    </a:lnTo>
                    <a:cubicBezTo>
                      <a:pt x="9450" y="373383"/>
                      <a:pt x="848" y="358444"/>
                      <a:pt x="0" y="342117"/>
                    </a:cubicBezTo>
                    <a:lnTo>
                      <a:pt x="0" y="169333"/>
                    </a:lnTo>
                    <a:cubicBezTo>
                      <a:pt x="995" y="153052"/>
                      <a:pt x="9654" y="138209"/>
                      <a:pt x="23336" y="129328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C2F1315-8926-4379-A2DC-938424CC3E8A}"/>
                  </a:ext>
                </a:extLst>
              </p:cNvPr>
              <p:cNvSpPr/>
              <p:nvPr/>
            </p:nvSpPr>
            <p:spPr>
              <a:xfrm>
                <a:off x="6010846" y="1120191"/>
                <a:ext cx="259651" cy="356375"/>
              </a:xfrm>
              <a:custGeom>
                <a:avLst/>
                <a:gdLst>
                  <a:gd name="csX0" fmla="*/ 23241 w 259651"/>
                  <a:gd name="csY0" fmla="*/ 353231 h 356375"/>
                  <a:gd name="csX1" fmla="*/ 0 w 259651"/>
                  <a:gd name="csY1" fmla="*/ 339800 h 356375"/>
                  <a:gd name="csX2" fmla="*/ 0 w 259651"/>
                  <a:gd name="csY2" fmla="*/ 167207 h 356375"/>
                  <a:gd name="csX3" fmla="*/ 23241 w 259651"/>
                  <a:gd name="csY3" fmla="*/ 127012 h 356375"/>
                  <a:gd name="csX4" fmla="*/ 236411 w 259651"/>
                  <a:gd name="csY4" fmla="*/ 3187 h 356375"/>
                  <a:gd name="csX5" fmla="*/ 259652 w 259651"/>
                  <a:gd name="csY5" fmla="*/ 16617 h 356375"/>
                  <a:gd name="csX6" fmla="*/ 259652 w 259651"/>
                  <a:gd name="csY6" fmla="*/ 189210 h 356375"/>
                  <a:gd name="csX7" fmla="*/ 236411 w 259651"/>
                  <a:gd name="csY7" fmla="*/ 229406 h 356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59651" h="356375">
                    <a:moveTo>
                      <a:pt x="23241" y="353231"/>
                    </a:moveTo>
                    <a:cubicBezTo>
                      <a:pt x="10382" y="360565"/>
                      <a:pt x="0" y="354659"/>
                      <a:pt x="0" y="339800"/>
                    </a:cubicBezTo>
                    <a:lnTo>
                      <a:pt x="0" y="167207"/>
                    </a:lnTo>
                    <a:cubicBezTo>
                      <a:pt x="900" y="150871"/>
                      <a:pt x="9532" y="135942"/>
                      <a:pt x="23241" y="127012"/>
                    </a:cubicBezTo>
                    <a:lnTo>
                      <a:pt x="236411" y="3187"/>
                    </a:lnTo>
                    <a:cubicBezTo>
                      <a:pt x="249269" y="-4243"/>
                      <a:pt x="259652" y="1758"/>
                      <a:pt x="259652" y="16617"/>
                    </a:cubicBezTo>
                    <a:lnTo>
                      <a:pt x="259652" y="189210"/>
                    </a:lnTo>
                    <a:cubicBezTo>
                      <a:pt x="258752" y="205546"/>
                      <a:pt x="250120" y="220476"/>
                      <a:pt x="236411" y="229406"/>
                    </a:cubicBezTo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C029613-7F1B-12C8-501B-5341C5C05981}"/>
                  </a:ext>
                </a:extLst>
              </p:cNvPr>
              <p:cNvSpPr/>
              <p:nvPr/>
            </p:nvSpPr>
            <p:spPr>
              <a:xfrm>
                <a:off x="5945600" y="1226439"/>
                <a:ext cx="84582" cy="252481"/>
              </a:xfrm>
              <a:custGeom>
                <a:avLst/>
                <a:gdLst>
                  <a:gd name="csX0" fmla="*/ 0 w 84582"/>
                  <a:gd name="csY0" fmla="*/ 195834 h 252481"/>
                  <a:gd name="csX1" fmla="*/ 23146 w 84582"/>
                  <a:gd name="csY1" fmla="*/ 236030 h 252481"/>
                  <a:gd name="csX2" fmla="*/ 42196 w 84582"/>
                  <a:gd name="csY2" fmla="*/ 246983 h 252481"/>
                  <a:gd name="csX3" fmla="*/ 84582 w 84582"/>
                  <a:gd name="csY3" fmla="*/ 248793 h 252481"/>
                  <a:gd name="csX4" fmla="*/ 65532 w 84582"/>
                  <a:gd name="csY4" fmla="*/ 233553 h 252481"/>
                  <a:gd name="csX5" fmla="*/ 65532 w 84582"/>
                  <a:gd name="csY5" fmla="*/ 60960 h 252481"/>
                  <a:gd name="csX6" fmla="*/ 72390 w 84582"/>
                  <a:gd name="csY6" fmla="*/ 38100 h 252481"/>
                  <a:gd name="csX7" fmla="*/ 7049 w 84582"/>
                  <a:gd name="csY7" fmla="*/ 0 h 252481"/>
                  <a:gd name="csX8" fmla="*/ 286 w 84582"/>
                  <a:gd name="csY8" fmla="*/ 22860 h 2524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82" h="252481">
                    <a:moveTo>
                      <a:pt x="0" y="195834"/>
                    </a:moveTo>
                    <a:cubicBezTo>
                      <a:pt x="848" y="212162"/>
                      <a:pt x="9450" y="227100"/>
                      <a:pt x="23146" y="236030"/>
                    </a:cubicBezTo>
                    <a:lnTo>
                      <a:pt x="42196" y="246983"/>
                    </a:lnTo>
                    <a:cubicBezTo>
                      <a:pt x="55416" y="253620"/>
                      <a:pt x="70845" y="254279"/>
                      <a:pt x="84582" y="248793"/>
                    </a:cubicBezTo>
                    <a:cubicBezTo>
                      <a:pt x="73724" y="252984"/>
                      <a:pt x="65532" y="246793"/>
                      <a:pt x="65532" y="233553"/>
                    </a:cubicBezTo>
                    <a:lnTo>
                      <a:pt x="65532" y="60960"/>
                    </a:lnTo>
                    <a:cubicBezTo>
                      <a:pt x="65841" y="52881"/>
                      <a:pt x="68201" y="45014"/>
                      <a:pt x="72390" y="38100"/>
                    </a:cubicBezTo>
                    <a:lnTo>
                      <a:pt x="7049" y="0"/>
                    </a:lnTo>
                    <a:cubicBezTo>
                      <a:pt x="2893" y="6923"/>
                      <a:pt x="566" y="14790"/>
                      <a:pt x="286" y="2286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5B8C05B-D542-64AD-AE5B-B2EB363E3EA5}"/>
                  </a:ext>
                </a:extLst>
              </p:cNvPr>
              <p:cNvSpPr/>
              <p:nvPr/>
            </p:nvSpPr>
            <p:spPr>
              <a:xfrm>
                <a:off x="5945600" y="1226439"/>
                <a:ext cx="84582" cy="252481"/>
              </a:xfrm>
              <a:custGeom>
                <a:avLst/>
                <a:gdLst>
                  <a:gd name="csX0" fmla="*/ 0 w 84582"/>
                  <a:gd name="csY0" fmla="*/ 195834 h 252481"/>
                  <a:gd name="csX1" fmla="*/ 23146 w 84582"/>
                  <a:gd name="csY1" fmla="*/ 236030 h 252481"/>
                  <a:gd name="csX2" fmla="*/ 42196 w 84582"/>
                  <a:gd name="csY2" fmla="*/ 246983 h 252481"/>
                  <a:gd name="csX3" fmla="*/ 84582 w 84582"/>
                  <a:gd name="csY3" fmla="*/ 248793 h 252481"/>
                  <a:gd name="csX4" fmla="*/ 65532 w 84582"/>
                  <a:gd name="csY4" fmla="*/ 233553 h 252481"/>
                  <a:gd name="csX5" fmla="*/ 65532 w 84582"/>
                  <a:gd name="csY5" fmla="*/ 60960 h 252481"/>
                  <a:gd name="csX6" fmla="*/ 72390 w 84582"/>
                  <a:gd name="csY6" fmla="*/ 38100 h 252481"/>
                  <a:gd name="csX7" fmla="*/ 7049 w 84582"/>
                  <a:gd name="csY7" fmla="*/ 0 h 252481"/>
                  <a:gd name="csX8" fmla="*/ 286 w 84582"/>
                  <a:gd name="csY8" fmla="*/ 22860 h 2524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582" h="252481">
                    <a:moveTo>
                      <a:pt x="0" y="195834"/>
                    </a:moveTo>
                    <a:cubicBezTo>
                      <a:pt x="848" y="212162"/>
                      <a:pt x="9450" y="227100"/>
                      <a:pt x="23146" y="236030"/>
                    </a:cubicBezTo>
                    <a:lnTo>
                      <a:pt x="42196" y="246983"/>
                    </a:lnTo>
                    <a:cubicBezTo>
                      <a:pt x="55416" y="253620"/>
                      <a:pt x="70845" y="254279"/>
                      <a:pt x="84582" y="248793"/>
                    </a:cubicBezTo>
                    <a:cubicBezTo>
                      <a:pt x="73724" y="252984"/>
                      <a:pt x="65532" y="246793"/>
                      <a:pt x="65532" y="233553"/>
                    </a:cubicBezTo>
                    <a:lnTo>
                      <a:pt x="65532" y="60960"/>
                    </a:lnTo>
                    <a:cubicBezTo>
                      <a:pt x="65841" y="52881"/>
                      <a:pt x="68201" y="45014"/>
                      <a:pt x="72390" y="38100"/>
                    </a:cubicBezTo>
                    <a:lnTo>
                      <a:pt x="7049" y="0"/>
                    </a:lnTo>
                    <a:cubicBezTo>
                      <a:pt x="2893" y="6923"/>
                      <a:pt x="566" y="14790"/>
                      <a:pt x="286" y="22860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ED441D4-A6BE-8F37-4BF6-28C525DCA468}"/>
                  </a:ext>
                </a:extLst>
              </p:cNvPr>
              <p:cNvSpPr/>
              <p:nvPr/>
            </p:nvSpPr>
            <p:spPr>
              <a:xfrm>
                <a:off x="6113144" y="1338262"/>
                <a:ext cx="77438" cy="149402"/>
              </a:xfrm>
              <a:custGeom>
                <a:avLst/>
                <a:gdLst>
                  <a:gd name="csX0" fmla="*/ 0 w 77438"/>
                  <a:gd name="csY0" fmla="*/ 89345 h 149402"/>
                  <a:gd name="csX1" fmla="*/ 33242 w 77438"/>
                  <a:gd name="csY1" fmla="*/ 146971 h 149402"/>
                  <a:gd name="csX2" fmla="*/ 40176 w 77438"/>
                  <a:gd name="csY2" fmla="*/ 148671 h 149402"/>
                  <a:gd name="csX3" fmla="*/ 42291 w 77438"/>
                  <a:gd name="csY3" fmla="*/ 146113 h 149402"/>
                  <a:gd name="csX4" fmla="*/ 77438 w 77438"/>
                  <a:gd name="csY4" fmla="*/ 44672 h 149402"/>
                  <a:gd name="csX5" fmla="*/ 77438 w 77438"/>
                  <a:gd name="csY5" fmla="*/ 0 h 149402"/>
                  <a:gd name="csX6" fmla="*/ 0 w 77438"/>
                  <a:gd name="csY6" fmla="*/ 44672 h 1494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438" h="149402">
                    <a:moveTo>
                      <a:pt x="0" y="89345"/>
                    </a:moveTo>
                    <a:lnTo>
                      <a:pt x="33242" y="146971"/>
                    </a:lnTo>
                    <a:cubicBezTo>
                      <a:pt x="34688" y="149355"/>
                      <a:pt x="37792" y="150116"/>
                      <a:pt x="40176" y="148671"/>
                    </a:cubicBezTo>
                    <a:cubicBezTo>
                      <a:pt x="41149" y="148081"/>
                      <a:pt x="41895" y="147180"/>
                      <a:pt x="42291" y="146113"/>
                    </a:cubicBezTo>
                    <a:lnTo>
                      <a:pt x="77438" y="44672"/>
                    </a:lnTo>
                    <a:lnTo>
                      <a:pt x="77438" y="0"/>
                    </a:lnTo>
                    <a:lnTo>
                      <a:pt x="0" y="44672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08DB0B6-7C60-8464-1DD5-058F10F27507}"/>
                  </a:ext>
                </a:extLst>
              </p:cNvPr>
              <p:cNvSpPr/>
              <p:nvPr/>
            </p:nvSpPr>
            <p:spPr>
              <a:xfrm>
                <a:off x="6067234" y="1207892"/>
                <a:ext cx="146875" cy="160754"/>
              </a:xfrm>
              <a:custGeom>
                <a:avLst/>
                <a:gdLst>
                  <a:gd name="csX0" fmla="*/ 73533 w 146875"/>
                  <a:gd name="csY0" fmla="*/ 160755 h 160754"/>
                  <a:gd name="csX1" fmla="*/ 49721 w 146875"/>
                  <a:gd name="csY1" fmla="*/ 154468 h 160754"/>
                  <a:gd name="csX2" fmla="*/ 0 w 146875"/>
                  <a:gd name="csY2" fmla="*/ 106176 h 160754"/>
                  <a:gd name="csX3" fmla="*/ 36862 w 146875"/>
                  <a:gd name="csY3" fmla="*/ 47979 h 160754"/>
                  <a:gd name="csX4" fmla="*/ 69153 w 146875"/>
                  <a:gd name="csY4" fmla="*/ 53337 h 160754"/>
                  <a:gd name="csX5" fmla="*/ 73438 w 146875"/>
                  <a:gd name="csY5" fmla="*/ 65505 h 160754"/>
                  <a:gd name="csX6" fmla="*/ 110014 w 146875"/>
                  <a:gd name="csY6" fmla="*/ 5688 h 160754"/>
                  <a:gd name="csX7" fmla="*/ 146875 w 146875"/>
                  <a:gd name="csY7" fmla="*/ 21309 h 160754"/>
                  <a:gd name="csX8" fmla="*/ 97250 w 146875"/>
                  <a:gd name="csY8" fmla="*/ 127036 h 1607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6875" h="160754">
                    <a:moveTo>
                      <a:pt x="73533" y="160755"/>
                    </a:moveTo>
                    <a:lnTo>
                      <a:pt x="49721" y="154468"/>
                    </a:lnTo>
                    <a:cubicBezTo>
                      <a:pt x="27051" y="148468"/>
                      <a:pt x="0" y="135418"/>
                      <a:pt x="0" y="106176"/>
                    </a:cubicBezTo>
                    <a:cubicBezTo>
                      <a:pt x="2316" y="82013"/>
                      <a:pt x="16006" y="60399"/>
                      <a:pt x="36862" y="47979"/>
                    </a:cubicBezTo>
                    <a:cubicBezTo>
                      <a:pt x="47258" y="40541"/>
                      <a:pt x="61716" y="42940"/>
                      <a:pt x="69153" y="53337"/>
                    </a:cubicBezTo>
                    <a:cubicBezTo>
                      <a:pt x="71706" y="56905"/>
                      <a:pt x="73192" y="61125"/>
                      <a:pt x="73438" y="65505"/>
                    </a:cubicBezTo>
                    <a:cubicBezTo>
                      <a:pt x="75819" y="46455"/>
                      <a:pt x="91249" y="16546"/>
                      <a:pt x="110014" y="5688"/>
                    </a:cubicBezTo>
                    <a:cubicBezTo>
                      <a:pt x="130397" y="-6028"/>
                      <a:pt x="146875" y="925"/>
                      <a:pt x="146875" y="21309"/>
                    </a:cubicBezTo>
                    <a:cubicBezTo>
                      <a:pt x="146875" y="50455"/>
                      <a:pt x="119920" y="94842"/>
                      <a:pt x="97250" y="1270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F01624D-5931-65C2-D49C-470C600D9A74}"/>
                  </a:ext>
                </a:extLst>
              </p:cNvPr>
              <p:cNvSpPr/>
              <p:nvPr/>
            </p:nvSpPr>
            <p:spPr>
              <a:xfrm>
                <a:off x="2968561" y="1811321"/>
                <a:ext cx="324992" cy="398336"/>
              </a:xfrm>
              <a:custGeom>
                <a:avLst/>
                <a:gdLst>
                  <a:gd name="csX0" fmla="*/ 23241 w 324992"/>
                  <a:gd name="csY0" fmla="*/ 128921 h 398336"/>
                  <a:gd name="csX1" fmla="*/ 236411 w 324992"/>
                  <a:gd name="csY1" fmla="*/ 5572 h 398336"/>
                  <a:gd name="csX2" fmla="*/ 282797 w 324992"/>
                  <a:gd name="csY2" fmla="*/ 5572 h 398336"/>
                  <a:gd name="csX3" fmla="*/ 301847 w 324992"/>
                  <a:gd name="csY3" fmla="*/ 16431 h 398336"/>
                  <a:gd name="csX4" fmla="*/ 324993 w 324992"/>
                  <a:gd name="csY4" fmla="*/ 56626 h 398336"/>
                  <a:gd name="csX5" fmla="*/ 324993 w 324992"/>
                  <a:gd name="csY5" fmla="*/ 229219 h 398336"/>
                  <a:gd name="csX6" fmla="*/ 301847 w 324992"/>
                  <a:gd name="csY6" fmla="*/ 269415 h 398336"/>
                  <a:gd name="csX7" fmla="*/ 88963 w 324992"/>
                  <a:gd name="csY7" fmla="*/ 392764 h 398336"/>
                  <a:gd name="csX8" fmla="*/ 42481 w 324992"/>
                  <a:gd name="csY8" fmla="*/ 392764 h 398336"/>
                  <a:gd name="csX9" fmla="*/ 23431 w 324992"/>
                  <a:gd name="csY9" fmla="*/ 381905 h 398336"/>
                  <a:gd name="csX10" fmla="*/ 0 w 324992"/>
                  <a:gd name="csY10" fmla="*/ 341329 h 398336"/>
                  <a:gd name="csX11" fmla="*/ 0 w 324992"/>
                  <a:gd name="csY11" fmla="*/ 169117 h 398336"/>
                  <a:gd name="csX12" fmla="*/ 23241 w 324992"/>
                  <a:gd name="csY12" fmla="*/ 128921 h 3983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24992" h="398336">
                    <a:moveTo>
                      <a:pt x="23241" y="128921"/>
                    </a:moveTo>
                    <a:lnTo>
                      <a:pt x="236411" y="5572"/>
                    </a:lnTo>
                    <a:cubicBezTo>
                      <a:pt x="250980" y="-1857"/>
                      <a:pt x="268228" y="-1857"/>
                      <a:pt x="282797" y="5572"/>
                    </a:cubicBezTo>
                    <a:lnTo>
                      <a:pt x="301847" y="16431"/>
                    </a:lnTo>
                    <a:cubicBezTo>
                      <a:pt x="315509" y="25393"/>
                      <a:pt x="324100" y="40312"/>
                      <a:pt x="324993" y="56626"/>
                    </a:cubicBezTo>
                    <a:lnTo>
                      <a:pt x="324993" y="229219"/>
                    </a:lnTo>
                    <a:cubicBezTo>
                      <a:pt x="324100" y="245534"/>
                      <a:pt x="315509" y="260453"/>
                      <a:pt x="301847" y="269415"/>
                    </a:cubicBezTo>
                    <a:lnTo>
                      <a:pt x="88963" y="392764"/>
                    </a:lnTo>
                    <a:cubicBezTo>
                      <a:pt x="74361" y="400195"/>
                      <a:pt x="57084" y="400195"/>
                      <a:pt x="42481" y="392764"/>
                    </a:cubicBezTo>
                    <a:lnTo>
                      <a:pt x="23431" y="381905"/>
                    </a:lnTo>
                    <a:cubicBezTo>
                      <a:pt x="9544" y="372940"/>
                      <a:pt x="823" y="357837"/>
                      <a:pt x="0" y="341329"/>
                    </a:cubicBezTo>
                    <a:lnTo>
                      <a:pt x="0" y="169117"/>
                    </a:lnTo>
                    <a:cubicBezTo>
                      <a:pt x="854" y="152767"/>
                      <a:pt x="9497" y="137818"/>
                      <a:pt x="23241" y="128921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88A5A8F-8282-6847-C6EF-F572FAB53320}"/>
                  </a:ext>
                </a:extLst>
              </p:cNvPr>
              <p:cNvSpPr/>
              <p:nvPr/>
            </p:nvSpPr>
            <p:spPr>
              <a:xfrm>
                <a:off x="2968561" y="1811321"/>
                <a:ext cx="324992" cy="398336"/>
              </a:xfrm>
              <a:custGeom>
                <a:avLst/>
                <a:gdLst>
                  <a:gd name="csX0" fmla="*/ 23241 w 324992"/>
                  <a:gd name="csY0" fmla="*/ 128921 h 398336"/>
                  <a:gd name="csX1" fmla="*/ 236411 w 324992"/>
                  <a:gd name="csY1" fmla="*/ 5572 h 398336"/>
                  <a:gd name="csX2" fmla="*/ 282797 w 324992"/>
                  <a:gd name="csY2" fmla="*/ 5572 h 398336"/>
                  <a:gd name="csX3" fmla="*/ 301847 w 324992"/>
                  <a:gd name="csY3" fmla="*/ 16431 h 398336"/>
                  <a:gd name="csX4" fmla="*/ 324993 w 324992"/>
                  <a:gd name="csY4" fmla="*/ 56626 h 398336"/>
                  <a:gd name="csX5" fmla="*/ 324993 w 324992"/>
                  <a:gd name="csY5" fmla="*/ 229219 h 398336"/>
                  <a:gd name="csX6" fmla="*/ 301847 w 324992"/>
                  <a:gd name="csY6" fmla="*/ 269415 h 398336"/>
                  <a:gd name="csX7" fmla="*/ 88963 w 324992"/>
                  <a:gd name="csY7" fmla="*/ 392764 h 398336"/>
                  <a:gd name="csX8" fmla="*/ 42481 w 324992"/>
                  <a:gd name="csY8" fmla="*/ 392764 h 398336"/>
                  <a:gd name="csX9" fmla="*/ 23431 w 324992"/>
                  <a:gd name="csY9" fmla="*/ 381905 h 398336"/>
                  <a:gd name="csX10" fmla="*/ 0 w 324992"/>
                  <a:gd name="csY10" fmla="*/ 341329 h 398336"/>
                  <a:gd name="csX11" fmla="*/ 0 w 324992"/>
                  <a:gd name="csY11" fmla="*/ 169117 h 398336"/>
                  <a:gd name="csX12" fmla="*/ 23241 w 324992"/>
                  <a:gd name="csY12" fmla="*/ 128921 h 3983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24992" h="398336">
                    <a:moveTo>
                      <a:pt x="23241" y="128921"/>
                    </a:moveTo>
                    <a:lnTo>
                      <a:pt x="236411" y="5572"/>
                    </a:lnTo>
                    <a:cubicBezTo>
                      <a:pt x="250980" y="-1857"/>
                      <a:pt x="268228" y="-1857"/>
                      <a:pt x="282797" y="5572"/>
                    </a:cubicBezTo>
                    <a:lnTo>
                      <a:pt x="301847" y="16431"/>
                    </a:lnTo>
                    <a:cubicBezTo>
                      <a:pt x="315509" y="25393"/>
                      <a:pt x="324100" y="40312"/>
                      <a:pt x="324993" y="56626"/>
                    </a:cubicBezTo>
                    <a:lnTo>
                      <a:pt x="324993" y="229219"/>
                    </a:lnTo>
                    <a:cubicBezTo>
                      <a:pt x="324100" y="245534"/>
                      <a:pt x="315509" y="260453"/>
                      <a:pt x="301847" y="269415"/>
                    </a:cubicBezTo>
                    <a:lnTo>
                      <a:pt x="88963" y="392764"/>
                    </a:lnTo>
                    <a:cubicBezTo>
                      <a:pt x="74361" y="400195"/>
                      <a:pt x="57084" y="400195"/>
                      <a:pt x="42481" y="392764"/>
                    </a:cubicBezTo>
                    <a:lnTo>
                      <a:pt x="23431" y="381905"/>
                    </a:lnTo>
                    <a:cubicBezTo>
                      <a:pt x="9544" y="372940"/>
                      <a:pt x="823" y="357837"/>
                      <a:pt x="0" y="341329"/>
                    </a:cubicBezTo>
                    <a:lnTo>
                      <a:pt x="0" y="169117"/>
                    </a:lnTo>
                    <a:cubicBezTo>
                      <a:pt x="854" y="152767"/>
                      <a:pt x="9497" y="137818"/>
                      <a:pt x="23241" y="128921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1930CD9-6A31-53B2-1C4E-9E65F2157714}"/>
                  </a:ext>
                </a:extLst>
              </p:cNvPr>
              <p:cNvSpPr/>
              <p:nvPr/>
            </p:nvSpPr>
            <p:spPr>
              <a:xfrm>
                <a:off x="3087624" y="2040921"/>
                <a:ext cx="83534" cy="176783"/>
              </a:xfrm>
              <a:custGeom>
                <a:avLst/>
                <a:gdLst>
                  <a:gd name="csX0" fmla="*/ 83534 w 83534"/>
                  <a:gd name="csY0" fmla="*/ 176784 h 176783"/>
                  <a:gd name="csX1" fmla="*/ 52102 w 83534"/>
                  <a:gd name="csY1" fmla="*/ 117634 h 176783"/>
                  <a:gd name="csX2" fmla="*/ 77438 w 83534"/>
                  <a:gd name="csY2" fmla="*/ 44672 h 176783"/>
                  <a:gd name="csX3" fmla="*/ 77438 w 83534"/>
                  <a:gd name="csY3" fmla="*/ 0 h 176783"/>
                  <a:gd name="csX4" fmla="*/ 0 w 83534"/>
                  <a:gd name="csY4" fmla="*/ 45053 h 176783"/>
                  <a:gd name="csX5" fmla="*/ 0 w 83534"/>
                  <a:gd name="csY5" fmla="*/ 89725 h 176783"/>
                  <a:gd name="csX6" fmla="*/ 33338 w 83534"/>
                  <a:gd name="csY6" fmla="*/ 146875 h 176783"/>
                  <a:gd name="csX7" fmla="*/ 35528 w 83534"/>
                  <a:gd name="csY7" fmla="*/ 148876 h 176783"/>
                  <a:gd name="csX8" fmla="*/ 35528 w 83534"/>
                  <a:gd name="csY8" fmla="*/ 148876 h 176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3534" h="176783">
                    <a:moveTo>
                      <a:pt x="83534" y="176784"/>
                    </a:moveTo>
                    <a:lnTo>
                      <a:pt x="52102" y="117634"/>
                    </a:lnTo>
                    <a:lnTo>
                      <a:pt x="77438" y="44672"/>
                    </a:lnTo>
                    <a:lnTo>
                      <a:pt x="77438" y="0"/>
                    </a:lnTo>
                    <a:lnTo>
                      <a:pt x="0" y="45053"/>
                    </a:lnTo>
                    <a:lnTo>
                      <a:pt x="0" y="89725"/>
                    </a:lnTo>
                    <a:lnTo>
                      <a:pt x="33338" y="146875"/>
                    </a:lnTo>
                    <a:cubicBezTo>
                      <a:pt x="33841" y="147754"/>
                      <a:pt x="34607" y="148454"/>
                      <a:pt x="35528" y="148876"/>
                    </a:cubicBezTo>
                    <a:lnTo>
                      <a:pt x="35528" y="148876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2B627C8-5657-4C75-C4D3-1589A0C42513}"/>
                  </a:ext>
                </a:extLst>
              </p:cNvPr>
              <p:cNvSpPr/>
              <p:nvPr/>
            </p:nvSpPr>
            <p:spPr>
              <a:xfrm>
                <a:off x="3087624" y="2040921"/>
                <a:ext cx="83534" cy="176783"/>
              </a:xfrm>
              <a:custGeom>
                <a:avLst/>
                <a:gdLst>
                  <a:gd name="csX0" fmla="*/ 83534 w 83534"/>
                  <a:gd name="csY0" fmla="*/ 176784 h 176783"/>
                  <a:gd name="csX1" fmla="*/ 52102 w 83534"/>
                  <a:gd name="csY1" fmla="*/ 117634 h 176783"/>
                  <a:gd name="csX2" fmla="*/ 77438 w 83534"/>
                  <a:gd name="csY2" fmla="*/ 44672 h 176783"/>
                  <a:gd name="csX3" fmla="*/ 77438 w 83534"/>
                  <a:gd name="csY3" fmla="*/ 0 h 176783"/>
                  <a:gd name="csX4" fmla="*/ 0 w 83534"/>
                  <a:gd name="csY4" fmla="*/ 45053 h 176783"/>
                  <a:gd name="csX5" fmla="*/ 0 w 83534"/>
                  <a:gd name="csY5" fmla="*/ 89725 h 176783"/>
                  <a:gd name="csX6" fmla="*/ 33338 w 83534"/>
                  <a:gd name="csY6" fmla="*/ 146875 h 176783"/>
                  <a:gd name="csX7" fmla="*/ 35528 w 83534"/>
                  <a:gd name="csY7" fmla="*/ 148876 h 176783"/>
                  <a:gd name="csX8" fmla="*/ 35528 w 83534"/>
                  <a:gd name="csY8" fmla="*/ 148876 h 176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3534" h="176783">
                    <a:moveTo>
                      <a:pt x="83534" y="176784"/>
                    </a:moveTo>
                    <a:lnTo>
                      <a:pt x="52102" y="117634"/>
                    </a:lnTo>
                    <a:lnTo>
                      <a:pt x="77438" y="44672"/>
                    </a:lnTo>
                    <a:lnTo>
                      <a:pt x="77438" y="0"/>
                    </a:lnTo>
                    <a:lnTo>
                      <a:pt x="0" y="45053"/>
                    </a:lnTo>
                    <a:lnTo>
                      <a:pt x="0" y="89725"/>
                    </a:lnTo>
                    <a:lnTo>
                      <a:pt x="33338" y="146875"/>
                    </a:lnTo>
                    <a:cubicBezTo>
                      <a:pt x="33841" y="147754"/>
                      <a:pt x="34607" y="148454"/>
                      <a:pt x="35528" y="148876"/>
                    </a:cubicBezTo>
                    <a:lnTo>
                      <a:pt x="35528" y="148876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F37E08E-0C8F-BE53-4E4E-D29B19C9E2FB}"/>
                  </a:ext>
                </a:extLst>
              </p:cNvPr>
              <p:cNvSpPr/>
              <p:nvPr/>
            </p:nvSpPr>
            <p:spPr>
              <a:xfrm>
                <a:off x="3034283" y="1851008"/>
                <a:ext cx="259651" cy="356263"/>
              </a:xfrm>
              <a:custGeom>
                <a:avLst/>
                <a:gdLst>
                  <a:gd name="csX0" fmla="*/ 23241 w 259651"/>
                  <a:gd name="csY0" fmla="*/ 353076 h 356263"/>
                  <a:gd name="csX1" fmla="*/ 0 w 259651"/>
                  <a:gd name="csY1" fmla="*/ 339646 h 356263"/>
                  <a:gd name="csX2" fmla="*/ 0 w 259651"/>
                  <a:gd name="csY2" fmla="*/ 167053 h 356263"/>
                  <a:gd name="csX3" fmla="*/ 23241 w 259651"/>
                  <a:gd name="csY3" fmla="*/ 126953 h 356263"/>
                  <a:gd name="csX4" fmla="*/ 236506 w 259651"/>
                  <a:gd name="csY4" fmla="*/ 3128 h 356263"/>
                  <a:gd name="csX5" fmla="*/ 259652 w 259651"/>
                  <a:gd name="csY5" fmla="*/ 16558 h 356263"/>
                  <a:gd name="csX6" fmla="*/ 259652 w 259651"/>
                  <a:gd name="csY6" fmla="*/ 189151 h 356263"/>
                  <a:gd name="csX7" fmla="*/ 236506 w 259651"/>
                  <a:gd name="csY7" fmla="*/ 229347 h 3562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59651" h="356263">
                    <a:moveTo>
                      <a:pt x="23241" y="353076"/>
                    </a:moveTo>
                    <a:cubicBezTo>
                      <a:pt x="10382" y="360506"/>
                      <a:pt x="0" y="354505"/>
                      <a:pt x="0" y="339646"/>
                    </a:cubicBezTo>
                    <a:lnTo>
                      <a:pt x="0" y="167053"/>
                    </a:lnTo>
                    <a:cubicBezTo>
                      <a:pt x="899" y="150742"/>
                      <a:pt x="9535" y="135841"/>
                      <a:pt x="23241" y="126953"/>
                    </a:cubicBezTo>
                    <a:lnTo>
                      <a:pt x="236506" y="3128"/>
                    </a:lnTo>
                    <a:cubicBezTo>
                      <a:pt x="249269" y="-4206"/>
                      <a:pt x="259652" y="1794"/>
                      <a:pt x="259652" y="16558"/>
                    </a:cubicBezTo>
                    <a:lnTo>
                      <a:pt x="259652" y="189151"/>
                    </a:lnTo>
                    <a:cubicBezTo>
                      <a:pt x="258758" y="205465"/>
                      <a:pt x="250167" y="220385"/>
                      <a:pt x="236506" y="229347"/>
                    </a:cubicBezTo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FA5DAC7-7A00-338A-74E8-CEC6A64382B8}"/>
                  </a:ext>
                </a:extLst>
              </p:cNvPr>
              <p:cNvSpPr/>
              <p:nvPr/>
            </p:nvSpPr>
            <p:spPr>
              <a:xfrm>
                <a:off x="2968561" y="1957578"/>
                <a:ext cx="84772" cy="251644"/>
              </a:xfrm>
              <a:custGeom>
                <a:avLst/>
                <a:gdLst>
                  <a:gd name="csX0" fmla="*/ 0 w 84772"/>
                  <a:gd name="csY0" fmla="*/ 195072 h 251644"/>
                  <a:gd name="csX1" fmla="*/ 23241 w 84772"/>
                  <a:gd name="csY1" fmla="*/ 235267 h 251644"/>
                  <a:gd name="csX2" fmla="*/ 42291 w 84772"/>
                  <a:gd name="csY2" fmla="*/ 246126 h 251644"/>
                  <a:gd name="csX3" fmla="*/ 84772 w 84772"/>
                  <a:gd name="csY3" fmla="*/ 248031 h 251644"/>
                  <a:gd name="csX4" fmla="*/ 65722 w 84772"/>
                  <a:gd name="csY4" fmla="*/ 232696 h 251644"/>
                  <a:gd name="csX5" fmla="*/ 65722 w 84772"/>
                  <a:gd name="csY5" fmla="*/ 60484 h 251644"/>
                  <a:gd name="csX6" fmla="*/ 72485 w 84772"/>
                  <a:gd name="csY6" fmla="*/ 37624 h 251644"/>
                  <a:gd name="csX7" fmla="*/ 7239 w 84772"/>
                  <a:gd name="csY7" fmla="*/ 0 h 251644"/>
                  <a:gd name="csX8" fmla="*/ 381 w 84772"/>
                  <a:gd name="csY8" fmla="*/ 22860 h 2516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772" h="251644">
                    <a:moveTo>
                      <a:pt x="0" y="195072"/>
                    </a:moveTo>
                    <a:cubicBezTo>
                      <a:pt x="900" y="211408"/>
                      <a:pt x="9532" y="226338"/>
                      <a:pt x="23241" y="235267"/>
                    </a:cubicBezTo>
                    <a:lnTo>
                      <a:pt x="42291" y="246126"/>
                    </a:lnTo>
                    <a:cubicBezTo>
                      <a:pt x="55542" y="252750"/>
                      <a:pt x="70981" y="253442"/>
                      <a:pt x="84772" y="248031"/>
                    </a:cubicBezTo>
                    <a:cubicBezTo>
                      <a:pt x="73819" y="252127"/>
                      <a:pt x="65722" y="245935"/>
                      <a:pt x="65722" y="232696"/>
                    </a:cubicBezTo>
                    <a:lnTo>
                      <a:pt x="65722" y="60484"/>
                    </a:lnTo>
                    <a:cubicBezTo>
                      <a:pt x="66002" y="52414"/>
                      <a:pt x="68329" y="44547"/>
                      <a:pt x="72485" y="37624"/>
                    </a:cubicBezTo>
                    <a:lnTo>
                      <a:pt x="7239" y="0"/>
                    </a:lnTo>
                    <a:cubicBezTo>
                      <a:pt x="3050" y="6914"/>
                      <a:pt x="690" y="14781"/>
                      <a:pt x="381" y="2286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E74EFA0-FB49-1485-DFEC-7EBF416076A1}"/>
                  </a:ext>
                </a:extLst>
              </p:cNvPr>
              <p:cNvSpPr/>
              <p:nvPr/>
            </p:nvSpPr>
            <p:spPr>
              <a:xfrm>
                <a:off x="2968561" y="1957578"/>
                <a:ext cx="84772" cy="251644"/>
              </a:xfrm>
              <a:custGeom>
                <a:avLst/>
                <a:gdLst>
                  <a:gd name="csX0" fmla="*/ 0 w 84772"/>
                  <a:gd name="csY0" fmla="*/ 195072 h 251644"/>
                  <a:gd name="csX1" fmla="*/ 23241 w 84772"/>
                  <a:gd name="csY1" fmla="*/ 235267 h 251644"/>
                  <a:gd name="csX2" fmla="*/ 42291 w 84772"/>
                  <a:gd name="csY2" fmla="*/ 246126 h 251644"/>
                  <a:gd name="csX3" fmla="*/ 84772 w 84772"/>
                  <a:gd name="csY3" fmla="*/ 248031 h 251644"/>
                  <a:gd name="csX4" fmla="*/ 65722 w 84772"/>
                  <a:gd name="csY4" fmla="*/ 232696 h 251644"/>
                  <a:gd name="csX5" fmla="*/ 65722 w 84772"/>
                  <a:gd name="csY5" fmla="*/ 60484 h 251644"/>
                  <a:gd name="csX6" fmla="*/ 72485 w 84772"/>
                  <a:gd name="csY6" fmla="*/ 37624 h 251644"/>
                  <a:gd name="csX7" fmla="*/ 7239 w 84772"/>
                  <a:gd name="csY7" fmla="*/ 0 h 251644"/>
                  <a:gd name="csX8" fmla="*/ 381 w 84772"/>
                  <a:gd name="csY8" fmla="*/ 22860 h 2516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772" h="251644">
                    <a:moveTo>
                      <a:pt x="0" y="195072"/>
                    </a:moveTo>
                    <a:cubicBezTo>
                      <a:pt x="900" y="211408"/>
                      <a:pt x="9532" y="226338"/>
                      <a:pt x="23241" y="235267"/>
                    </a:cubicBezTo>
                    <a:lnTo>
                      <a:pt x="42291" y="246126"/>
                    </a:lnTo>
                    <a:cubicBezTo>
                      <a:pt x="55542" y="252750"/>
                      <a:pt x="70981" y="253442"/>
                      <a:pt x="84772" y="248031"/>
                    </a:cubicBezTo>
                    <a:cubicBezTo>
                      <a:pt x="73819" y="252127"/>
                      <a:pt x="65722" y="245935"/>
                      <a:pt x="65722" y="232696"/>
                    </a:cubicBezTo>
                    <a:lnTo>
                      <a:pt x="65722" y="60484"/>
                    </a:lnTo>
                    <a:cubicBezTo>
                      <a:pt x="66002" y="52414"/>
                      <a:pt x="68329" y="44547"/>
                      <a:pt x="72485" y="37624"/>
                    </a:cubicBezTo>
                    <a:lnTo>
                      <a:pt x="7239" y="0"/>
                    </a:lnTo>
                    <a:cubicBezTo>
                      <a:pt x="3050" y="6914"/>
                      <a:pt x="690" y="14781"/>
                      <a:pt x="381" y="22860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AE8B00B-69CB-1002-6AA4-2BB22ABCC544}"/>
                  </a:ext>
                </a:extLst>
              </p:cNvPr>
              <p:cNvSpPr/>
              <p:nvPr/>
            </p:nvSpPr>
            <p:spPr>
              <a:xfrm>
                <a:off x="3136201" y="2068449"/>
                <a:ext cx="77342" cy="149429"/>
              </a:xfrm>
              <a:custGeom>
                <a:avLst/>
                <a:gdLst>
                  <a:gd name="csX0" fmla="*/ 0 w 77342"/>
                  <a:gd name="csY0" fmla="*/ 89821 h 149429"/>
                  <a:gd name="csX1" fmla="*/ 33242 w 77342"/>
                  <a:gd name="csY1" fmla="*/ 146971 h 149429"/>
                  <a:gd name="csX2" fmla="*/ 40016 w 77342"/>
                  <a:gd name="csY2" fmla="*/ 148755 h 149429"/>
                  <a:gd name="csX3" fmla="*/ 42196 w 77342"/>
                  <a:gd name="csY3" fmla="*/ 146113 h 149429"/>
                  <a:gd name="csX4" fmla="*/ 77343 w 77342"/>
                  <a:gd name="csY4" fmla="*/ 44672 h 149429"/>
                  <a:gd name="csX5" fmla="*/ 77343 w 77342"/>
                  <a:gd name="csY5" fmla="*/ 0 h 149429"/>
                  <a:gd name="csX6" fmla="*/ 0 w 77342"/>
                  <a:gd name="csY6" fmla="*/ 44672 h 1494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42" h="149429">
                    <a:moveTo>
                      <a:pt x="0" y="89821"/>
                    </a:moveTo>
                    <a:lnTo>
                      <a:pt x="33242" y="146971"/>
                    </a:lnTo>
                    <a:cubicBezTo>
                      <a:pt x="34620" y="149334"/>
                      <a:pt x="37653" y="150133"/>
                      <a:pt x="40016" y="148755"/>
                    </a:cubicBezTo>
                    <a:cubicBezTo>
                      <a:pt x="41033" y="148162"/>
                      <a:pt x="41806" y="147225"/>
                      <a:pt x="42196" y="146113"/>
                    </a:cubicBezTo>
                    <a:lnTo>
                      <a:pt x="77343" y="44672"/>
                    </a:lnTo>
                    <a:lnTo>
                      <a:pt x="77343" y="0"/>
                    </a:lnTo>
                    <a:lnTo>
                      <a:pt x="0" y="44672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05CFCB3-10B7-7B0E-1E69-37610ADB717A}"/>
                  </a:ext>
                </a:extLst>
              </p:cNvPr>
              <p:cNvSpPr/>
              <p:nvPr/>
            </p:nvSpPr>
            <p:spPr>
              <a:xfrm>
                <a:off x="3061430" y="2052060"/>
                <a:ext cx="43625" cy="56594"/>
              </a:xfrm>
              <a:custGeom>
                <a:avLst/>
                <a:gdLst>
                  <a:gd name="csX0" fmla="*/ 21812 w 43625"/>
                  <a:gd name="csY0" fmla="*/ 3149 h 56594"/>
                  <a:gd name="csX1" fmla="*/ 0 w 43625"/>
                  <a:gd name="csY1" fmla="*/ 41249 h 56594"/>
                  <a:gd name="csX2" fmla="*/ 21812 w 43625"/>
                  <a:gd name="csY2" fmla="*/ 53822 h 56594"/>
                  <a:gd name="csX3" fmla="*/ 43625 w 43625"/>
                  <a:gd name="csY3" fmla="*/ 15722 h 56594"/>
                  <a:gd name="csX4" fmla="*/ 21812 w 43625"/>
                  <a:gd name="csY4" fmla="*/ 3149 h 565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625" h="56594">
                    <a:moveTo>
                      <a:pt x="21812" y="3149"/>
                    </a:moveTo>
                    <a:cubicBezTo>
                      <a:pt x="8772" y="11541"/>
                      <a:pt x="634" y="25755"/>
                      <a:pt x="0" y="41249"/>
                    </a:cubicBezTo>
                    <a:cubicBezTo>
                      <a:pt x="0" y="55155"/>
                      <a:pt x="9525" y="60299"/>
                      <a:pt x="21812" y="53822"/>
                    </a:cubicBezTo>
                    <a:cubicBezTo>
                      <a:pt x="34758" y="45341"/>
                      <a:pt x="42865" y="31179"/>
                      <a:pt x="43625" y="15722"/>
                    </a:cubicBezTo>
                    <a:cubicBezTo>
                      <a:pt x="43720" y="1816"/>
                      <a:pt x="34195" y="-4185"/>
                      <a:pt x="21812" y="31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8045E31-A18B-F979-59F2-AD33CE7DBC98}"/>
                  </a:ext>
                </a:extLst>
              </p:cNvPr>
              <p:cNvSpPr/>
              <p:nvPr/>
            </p:nvSpPr>
            <p:spPr>
              <a:xfrm>
                <a:off x="3141821" y="2005650"/>
                <a:ext cx="43719" cy="56636"/>
              </a:xfrm>
              <a:custGeom>
                <a:avLst/>
                <a:gdLst>
                  <a:gd name="csX0" fmla="*/ 21908 w 43719"/>
                  <a:gd name="csY0" fmla="*/ 2982 h 56636"/>
                  <a:gd name="csX1" fmla="*/ 0 w 43719"/>
                  <a:gd name="csY1" fmla="*/ 41082 h 56636"/>
                  <a:gd name="csX2" fmla="*/ 21908 w 43719"/>
                  <a:gd name="csY2" fmla="*/ 53655 h 56636"/>
                  <a:gd name="csX3" fmla="*/ 43720 w 43719"/>
                  <a:gd name="csY3" fmla="*/ 15555 h 56636"/>
                  <a:gd name="csX4" fmla="*/ 21908 w 43719"/>
                  <a:gd name="csY4" fmla="*/ 2982 h 56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719" h="56636">
                    <a:moveTo>
                      <a:pt x="21908" y="2982"/>
                    </a:moveTo>
                    <a:cubicBezTo>
                      <a:pt x="8903" y="11419"/>
                      <a:pt x="750" y="25598"/>
                      <a:pt x="0" y="41082"/>
                    </a:cubicBezTo>
                    <a:cubicBezTo>
                      <a:pt x="0" y="54988"/>
                      <a:pt x="9525" y="60608"/>
                      <a:pt x="21908" y="53655"/>
                    </a:cubicBezTo>
                    <a:cubicBezTo>
                      <a:pt x="34853" y="45174"/>
                      <a:pt x="42960" y="31012"/>
                      <a:pt x="43720" y="15555"/>
                    </a:cubicBezTo>
                    <a:cubicBezTo>
                      <a:pt x="43720" y="1648"/>
                      <a:pt x="33909" y="-3972"/>
                      <a:pt x="21908" y="29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EF58C9D-F17F-564E-683C-66777C6D5052}"/>
                  </a:ext>
                </a:extLst>
              </p:cNvPr>
              <p:cNvSpPr/>
              <p:nvPr/>
            </p:nvSpPr>
            <p:spPr>
              <a:xfrm>
                <a:off x="3222307" y="1959109"/>
                <a:ext cx="43624" cy="56486"/>
              </a:xfrm>
              <a:custGeom>
                <a:avLst/>
                <a:gdLst>
                  <a:gd name="csX0" fmla="*/ 21812 w 43624"/>
                  <a:gd name="csY0" fmla="*/ 3041 h 56486"/>
                  <a:gd name="csX1" fmla="*/ 0 w 43624"/>
                  <a:gd name="csY1" fmla="*/ 41141 h 56486"/>
                  <a:gd name="csX2" fmla="*/ 21812 w 43624"/>
                  <a:gd name="csY2" fmla="*/ 53714 h 56486"/>
                  <a:gd name="csX3" fmla="*/ 43625 w 43624"/>
                  <a:gd name="csY3" fmla="*/ 15614 h 56486"/>
                  <a:gd name="csX4" fmla="*/ 21812 w 43624"/>
                  <a:gd name="csY4" fmla="*/ 3041 h 564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624" h="56486">
                    <a:moveTo>
                      <a:pt x="21812" y="3041"/>
                    </a:moveTo>
                    <a:cubicBezTo>
                      <a:pt x="8867" y="11522"/>
                      <a:pt x="759" y="25683"/>
                      <a:pt x="0" y="41141"/>
                    </a:cubicBezTo>
                    <a:cubicBezTo>
                      <a:pt x="0" y="55047"/>
                      <a:pt x="9525" y="60191"/>
                      <a:pt x="21812" y="53714"/>
                    </a:cubicBezTo>
                    <a:cubicBezTo>
                      <a:pt x="34852" y="45322"/>
                      <a:pt x="42990" y="31108"/>
                      <a:pt x="43625" y="15614"/>
                    </a:cubicBezTo>
                    <a:cubicBezTo>
                      <a:pt x="43625" y="1612"/>
                      <a:pt x="33909" y="-4008"/>
                      <a:pt x="21812" y="30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63D2A56A-DE77-3428-D25D-AD32B40A2AAD}"/>
                </a:ext>
              </a:extLst>
            </p:cNvPr>
            <p:cNvGrpSpPr/>
            <p:nvPr/>
          </p:nvGrpSpPr>
          <p:grpSpPr>
            <a:xfrm>
              <a:off x="5947608" y="1209736"/>
              <a:ext cx="1279779" cy="2765297"/>
              <a:chOff x="4168806" y="613356"/>
              <a:chExt cx="1279779" cy="2765297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5273002-C462-66B3-A9BE-2F1FBD8B769B}"/>
                  </a:ext>
                </a:extLst>
              </p:cNvPr>
              <p:cNvSpPr/>
              <p:nvPr/>
            </p:nvSpPr>
            <p:spPr>
              <a:xfrm>
                <a:off x="4284916" y="684268"/>
                <a:ext cx="1008506" cy="2690542"/>
              </a:xfrm>
              <a:custGeom>
                <a:avLst/>
                <a:gdLst>
                  <a:gd name="csX0" fmla="*/ 967264 w 1008506"/>
                  <a:gd name="csY0" fmla="*/ 5628 h 2690542"/>
                  <a:gd name="csX1" fmla="*/ 41243 w 1008506"/>
                  <a:gd name="csY1" fmla="*/ 539980 h 2690542"/>
                  <a:gd name="csX2" fmla="*/ 0 w 1008506"/>
                  <a:gd name="csY2" fmla="*/ 611418 h 2690542"/>
                  <a:gd name="csX3" fmla="*/ 0 w 1008506"/>
                  <a:gd name="csY3" fmla="*/ 2661103 h 2690542"/>
                  <a:gd name="csX4" fmla="*/ 41243 w 1008506"/>
                  <a:gd name="csY4" fmla="*/ 2684915 h 2690542"/>
                  <a:gd name="csX5" fmla="*/ 967264 w 1008506"/>
                  <a:gd name="csY5" fmla="*/ 2150562 h 2690542"/>
                  <a:gd name="csX6" fmla="*/ 1008507 w 1008506"/>
                  <a:gd name="csY6" fmla="*/ 2079125 h 2690542"/>
                  <a:gd name="csX7" fmla="*/ 1008507 w 1008506"/>
                  <a:gd name="csY7" fmla="*/ 29440 h 2690542"/>
                  <a:gd name="csX8" fmla="*/ 967264 w 1008506"/>
                  <a:gd name="csY8" fmla="*/ 5628 h 2690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8506" h="2690542">
                    <a:moveTo>
                      <a:pt x="967264" y="5628"/>
                    </a:moveTo>
                    <a:lnTo>
                      <a:pt x="41243" y="539980"/>
                    </a:lnTo>
                    <a:cubicBezTo>
                      <a:pt x="16903" y="555865"/>
                      <a:pt x="1586" y="582396"/>
                      <a:pt x="0" y="611418"/>
                    </a:cubicBezTo>
                    <a:lnTo>
                      <a:pt x="0" y="2661103"/>
                    </a:lnTo>
                    <a:cubicBezTo>
                      <a:pt x="0" y="2687392"/>
                      <a:pt x="18479" y="2698060"/>
                      <a:pt x="41243" y="2684915"/>
                    </a:cubicBezTo>
                    <a:lnTo>
                      <a:pt x="967264" y="2150562"/>
                    </a:lnTo>
                    <a:cubicBezTo>
                      <a:pt x="991604" y="2134677"/>
                      <a:pt x="1006921" y="2108147"/>
                      <a:pt x="1008507" y="2079125"/>
                    </a:cubicBezTo>
                    <a:lnTo>
                      <a:pt x="1008507" y="29440"/>
                    </a:lnTo>
                    <a:cubicBezTo>
                      <a:pt x="1008507" y="3151"/>
                      <a:pt x="990028" y="-7517"/>
                      <a:pt x="967264" y="5628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DB96BFD5-7B49-5B9B-7782-770E5381382D}"/>
                  </a:ext>
                </a:extLst>
              </p:cNvPr>
              <p:cNvSpPr/>
              <p:nvPr/>
            </p:nvSpPr>
            <p:spPr>
              <a:xfrm>
                <a:off x="4180903" y="613356"/>
                <a:ext cx="1111853" cy="641371"/>
              </a:xfrm>
              <a:custGeom>
                <a:avLst/>
                <a:gdLst>
                  <a:gd name="csX0" fmla="*/ 145256 w 1111853"/>
                  <a:gd name="csY0" fmla="*/ 610892 h 641371"/>
                  <a:gd name="csX1" fmla="*/ 1071277 w 1111853"/>
                  <a:gd name="csY1" fmla="*/ 76539 h 641371"/>
                  <a:gd name="csX2" fmla="*/ 1111853 w 1111853"/>
                  <a:gd name="csY2" fmla="*/ 92636 h 641371"/>
                  <a:gd name="csX3" fmla="*/ 1071277 w 1111853"/>
                  <a:gd name="csY3" fmla="*/ 28914 h 641371"/>
                  <a:gd name="csX4" fmla="*/ 1037654 w 1111853"/>
                  <a:gd name="csY4" fmla="*/ 9864 h 641371"/>
                  <a:gd name="csX5" fmla="*/ 955167 w 1111853"/>
                  <a:gd name="csY5" fmla="*/ 9864 h 641371"/>
                  <a:gd name="csX6" fmla="*/ 29146 w 1111853"/>
                  <a:gd name="csY6" fmla="*/ 543931 h 641371"/>
                  <a:gd name="csX7" fmla="*/ 0 w 1111853"/>
                  <a:gd name="csY7" fmla="*/ 574697 h 641371"/>
                  <a:gd name="csX8" fmla="*/ 116110 w 1111853"/>
                  <a:gd name="csY8" fmla="*/ 641372 h 641371"/>
                  <a:gd name="csX9" fmla="*/ 145256 w 1111853"/>
                  <a:gd name="csY9" fmla="*/ 610892 h 641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11853" h="641371">
                    <a:moveTo>
                      <a:pt x="145256" y="610892"/>
                    </a:moveTo>
                    <a:lnTo>
                      <a:pt x="1071277" y="76539"/>
                    </a:lnTo>
                    <a:cubicBezTo>
                      <a:pt x="1091660" y="64823"/>
                      <a:pt x="1108520" y="72158"/>
                      <a:pt x="1111853" y="92636"/>
                    </a:cubicBezTo>
                    <a:cubicBezTo>
                      <a:pt x="1108050" y="66575"/>
                      <a:pt x="1093283" y="43385"/>
                      <a:pt x="1071277" y="28914"/>
                    </a:cubicBezTo>
                    <a:lnTo>
                      <a:pt x="1037654" y="9864"/>
                    </a:lnTo>
                    <a:cubicBezTo>
                      <a:pt x="1011731" y="-3288"/>
                      <a:pt x="981090" y="-3288"/>
                      <a:pt x="955167" y="9864"/>
                    </a:cubicBezTo>
                    <a:lnTo>
                      <a:pt x="29146" y="543931"/>
                    </a:lnTo>
                    <a:cubicBezTo>
                      <a:pt x="16964" y="551530"/>
                      <a:pt x="6930" y="562122"/>
                      <a:pt x="0" y="574697"/>
                    </a:cubicBezTo>
                    <a:lnTo>
                      <a:pt x="116110" y="641372"/>
                    </a:lnTo>
                    <a:cubicBezTo>
                      <a:pt x="123079" y="628901"/>
                      <a:pt x="133110" y="618411"/>
                      <a:pt x="145256" y="610892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D9491E5-306B-E050-B939-84B4739E51C4}"/>
                  </a:ext>
                </a:extLst>
              </p:cNvPr>
              <p:cNvSpPr/>
              <p:nvPr/>
            </p:nvSpPr>
            <p:spPr>
              <a:xfrm>
                <a:off x="4168806" y="1188053"/>
                <a:ext cx="150304" cy="2190600"/>
              </a:xfrm>
              <a:custGeom>
                <a:avLst/>
                <a:gdLst>
                  <a:gd name="csX0" fmla="*/ 0 w 150304"/>
                  <a:gd name="csY0" fmla="*/ 2090261 h 2190600"/>
                  <a:gd name="csX1" fmla="*/ 41243 w 150304"/>
                  <a:gd name="csY1" fmla="*/ 2161699 h 2190600"/>
                  <a:gd name="csX2" fmla="*/ 74867 w 150304"/>
                  <a:gd name="csY2" fmla="*/ 2180749 h 2190600"/>
                  <a:gd name="csX3" fmla="*/ 150304 w 150304"/>
                  <a:gd name="csY3" fmla="*/ 2184083 h 2190600"/>
                  <a:gd name="csX4" fmla="*/ 116110 w 150304"/>
                  <a:gd name="csY4" fmla="*/ 2156936 h 2190600"/>
                  <a:gd name="csX5" fmla="*/ 116110 w 150304"/>
                  <a:gd name="csY5" fmla="*/ 107347 h 2190600"/>
                  <a:gd name="csX6" fmla="*/ 128207 w 150304"/>
                  <a:gd name="csY6" fmla="*/ 66675 h 2190600"/>
                  <a:gd name="csX7" fmla="*/ 12097 w 150304"/>
                  <a:gd name="csY7" fmla="*/ 0 h 2190600"/>
                  <a:gd name="csX8" fmla="*/ 0 w 150304"/>
                  <a:gd name="csY8" fmla="*/ 40672 h 2190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0304" h="2190600">
                    <a:moveTo>
                      <a:pt x="0" y="2090261"/>
                    </a:moveTo>
                    <a:cubicBezTo>
                      <a:pt x="1555" y="2119292"/>
                      <a:pt x="16880" y="2145835"/>
                      <a:pt x="41243" y="2161699"/>
                    </a:cubicBezTo>
                    <a:lnTo>
                      <a:pt x="74867" y="2180749"/>
                    </a:lnTo>
                    <a:cubicBezTo>
                      <a:pt x="98377" y="2192602"/>
                      <a:pt x="125840" y="2193816"/>
                      <a:pt x="150304" y="2184083"/>
                    </a:cubicBezTo>
                    <a:cubicBezTo>
                      <a:pt x="131254" y="2191417"/>
                      <a:pt x="116110" y="2180463"/>
                      <a:pt x="116110" y="2156936"/>
                    </a:cubicBezTo>
                    <a:lnTo>
                      <a:pt x="116110" y="107347"/>
                    </a:lnTo>
                    <a:cubicBezTo>
                      <a:pt x="116587" y="92976"/>
                      <a:pt x="120753" y="78970"/>
                      <a:pt x="128207" y="66675"/>
                    </a:cubicBezTo>
                    <a:lnTo>
                      <a:pt x="12097" y="0"/>
                    </a:lnTo>
                    <a:cubicBezTo>
                      <a:pt x="4663" y="12304"/>
                      <a:pt x="498" y="26305"/>
                      <a:pt x="0" y="4067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BB504DA-4A37-DCFD-BD37-210FE73D210E}"/>
                  </a:ext>
                </a:extLst>
              </p:cNvPr>
              <p:cNvSpPr/>
              <p:nvPr/>
            </p:nvSpPr>
            <p:spPr>
              <a:xfrm>
                <a:off x="4323587" y="967396"/>
                <a:ext cx="931163" cy="2124286"/>
              </a:xfrm>
              <a:custGeom>
                <a:avLst/>
                <a:gdLst>
                  <a:gd name="csX0" fmla="*/ 24765 w 931163"/>
                  <a:gd name="csY0" fmla="*/ 512122 h 2124286"/>
                  <a:gd name="csX1" fmla="*/ 906399 w 931163"/>
                  <a:gd name="csY1" fmla="*/ 3392 h 2124286"/>
                  <a:gd name="csX2" fmla="*/ 931164 w 931163"/>
                  <a:gd name="csY2" fmla="*/ 17679 h 2124286"/>
                  <a:gd name="csX3" fmla="*/ 931164 w 931163"/>
                  <a:gd name="csY3" fmla="*/ 1569397 h 2124286"/>
                  <a:gd name="csX4" fmla="*/ 906399 w 931163"/>
                  <a:gd name="csY4" fmla="*/ 1612260 h 2124286"/>
                  <a:gd name="csX5" fmla="*/ 24765 w 931163"/>
                  <a:gd name="csY5" fmla="*/ 2120895 h 2124286"/>
                  <a:gd name="csX6" fmla="*/ 0 w 931163"/>
                  <a:gd name="csY6" fmla="*/ 2106607 h 2124286"/>
                  <a:gd name="csX7" fmla="*/ 0 w 931163"/>
                  <a:gd name="csY7" fmla="*/ 554985 h 2124286"/>
                  <a:gd name="csX8" fmla="*/ 24765 w 931163"/>
                  <a:gd name="csY8" fmla="*/ 512122 h 21242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31163" h="2124286">
                    <a:moveTo>
                      <a:pt x="24765" y="512122"/>
                    </a:moveTo>
                    <a:lnTo>
                      <a:pt x="906399" y="3392"/>
                    </a:lnTo>
                    <a:cubicBezTo>
                      <a:pt x="920020" y="-4514"/>
                      <a:pt x="931164" y="1868"/>
                      <a:pt x="931164" y="17679"/>
                    </a:cubicBezTo>
                    <a:lnTo>
                      <a:pt x="931164" y="1569397"/>
                    </a:lnTo>
                    <a:cubicBezTo>
                      <a:pt x="930175" y="1586804"/>
                      <a:pt x="920986" y="1602709"/>
                      <a:pt x="906399" y="1612260"/>
                    </a:cubicBezTo>
                    <a:lnTo>
                      <a:pt x="24765" y="2120895"/>
                    </a:lnTo>
                    <a:cubicBezTo>
                      <a:pt x="11144" y="2128800"/>
                      <a:pt x="0" y="2122419"/>
                      <a:pt x="0" y="2106607"/>
                    </a:cubicBezTo>
                    <a:lnTo>
                      <a:pt x="0" y="554985"/>
                    </a:lnTo>
                    <a:cubicBezTo>
                      <a:pt x="928" y="537560"/>
                      <a:pt x="10133" y="521629"/>
                      <a:pt x="24765" y="512122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DD7359D-1AE0-B7A9-DE34-4BBBAF2950A8}"/>
                  </a:ext>
                </a:extLst>
              </p:cNvPr>
              <p:cNvSpPr/>
              <p:nvPr/>
            </p:nvSpPr>
            <p:spPr>
              <a:xfrm>
                <a:off x="4765357" y="1034651"/>
                <a:ext cx="28955" cy="37530"/>
              </a:xfrm>
              <a:custGeom>
                <a:avLst/>
                <a:gdLst>
                  <a:gd name="csX0" fmla="*/ 14478 w 28955"/>
                  <a:gd name="csY0" fmla="*/ 1954 h 37530"/>
                  <a:gd name="csX1" fmla="*/ 0 w 28955"/>
                  <a:gd name="csY1" fmla="*/ 27100 h 37530"/>
                  <a:gd name="csX2" fmla="*/ 14478 w 28955"/>
                  <a:gd name="csY2" fmla="*/ 35482 h 37530"/>
                  <a:gd name="csX3" fmla="*/ 28956 w 28955"/>
                  <a:gd name="csY3" fmla="*/ 10336 h 37530"/>
                  <a:gd name="csX4" fmla="*/ 14478 w 28955"/>
                  <a:gd name="csY4" fmla="*/ 1954 h 375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955" h="37530">
                    <a:moveTo>
                      <a:pt x="14478" y="1954"/>
                    </a:moveTo>
                    <a:cubicBezTo>
                      <a:pt x="5934" y="7563"/>
                      <a:pt x="561" y="16895"/>
                      <a:pt x="0" y="27100"/>
                    </a:cubicBezTo>
                    <a:cubicBezTo>
                      <a:pt x="0" y="36625"/>
                      <a:pt x="6477" y="40149"/>
                      <a:pt x="14478" y="35482"/>
                    </a:cubicBezTo>
                    <a:cubicBezTo>
                      <a:pt x="23045" y="29895"/>
                      <a:pt x="28425" y="20550"/>
                      <a:pt x="28956" y="10336"/>
                    </a:cubicBezTo>
                    <a:cubicBezTo>
                      <a:pt x="28956" y="1097"/>
                      <a:pt x="22479" y="-2618"/>
                      <a:pt x="14478" y="1954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D48E60B-2775-8E36-FA26-547CAB271EBA}"/>
                  </a:ext>
                </a:extLst>
              </p:cNvPr>
              <p:cNvSpPr/>
              <p:nvPr/>
            </p:nvSpPr>
            <p:spPr>
              <a:xfrm>
                <a:off x="4614195" y="1180102"/>
                <a:ext cx="57626" cy="74956"/>
              </a:xfrm>
              <a:custGeom>
                <a:avLst/>
                <a:gdLst>
                  <a:gd name="csX0" fmla="*/ 28575 w 57626"/>
                  <a:gd name="csY0" fmla="*/ 3950 h 74956"/>
                  <a:gd name="csX1" fmla="*/ 0 w 57626"/>
                  <a:gd name="csY1" fmla="*/ 54242 h 74956"/>
                  <a:gd name="csX2" fmla="*/ 28575 w 57626"/>
                  <a:gd name="csY2" fmla="*/ 71006 h 74956"/>
                  <a:gd name="csX3" fmla="*/ 57626 w 57626"/>
                  <a:gd name="csY3" fmla="*/ 20714 h 74956"/>
                  <a:gd name="csX4" fmla="*/ 28575 w 57626"/>
                  <a:gd name="csY4" fmla="*/ 3950 h 74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7626" h="74956">
                    <a:moveTo>
                      <a:pt x="28575" y="3950"/>
                    </a:moveTo>
                    <a:cubicBezTo>
                      <a:pt x="11610" y="15231"/>
                      <a:pt x="1005" y="33894"/>
                      <a:pt x="0" y="54242"/>
                    </a:cubicBezTo>
                    <a:cubicBezTo>
                      <a:pt x="0" y="72721"/>
                      <a:pt x="12954" y="80246"/>
                      <a:pt x="28575" y="71006"/>
                    </a:cubicBezTo>
                    <a:cubicBezTo>
                      <a:pt x="45733" y="59842"/>
                      <a:pt x="56528" y="41155"/>
                      <a:pt x="57626" y="20714"/>
                    </a:cubicBezTo>
                    <a:cubicBezTo>
                      <a:pt x="57626" y="2236"/>
                      <a:pt x="44577" y="-5289"/>
                      <a:pt x="28575" y="395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0E1C433-CF75-646F-E6E8-C34E38E18F21}"/>
                  </a:ext>
                </a:extLst>
              </p:cNvPr>
              <p:cNvSpPr/>
              <p:nvPr/>
            </p:nvSpPr>
            <p:spPr>
              <a:xfrm>
                <a:off x="4713731" y="1030387"/>
                <a:ext cx="231743" cy="160833"/>
              </a:xfrm>
              <a:custGeom>
                <a:avLst/>
                <a:gdLst>
                  <a:gd name="csX0" fmla="*/ 0 w 231743"/>
                  <a:gd name="csY0" fmla="*/ 147379 h 160833"/>
                  <a:gd name="csX1" fmla="*/ 20669 w 231743"/>
                  <a:gd name="csY1" fmla="*/ 157856 h 160833"/>
                  <a:gd name="csX2" fmla="*/ 211169 w 231743"/>
                  <a:gd name="csY2" fmla="*/ 47652 h 160833"/>
                  <a:gd name="csX3" fmla="*/ 231743 w 231743"/>
                  <a:gd name="csY3" fmla="*/ 13362 h 160833"/>
                  <a:gd name="csX4" fmla="*/ 211169 w 231743"/>
                  <a:gd name="csY4" fmla="*/ 2980 h 160833"/>
                  <a:gd name="csX5" fmla="*/ 20669 w 231743"/>
                  <a:gd name="csY5" fmla="*/ 113184 h 160833"/>
                  <a:gd name="csX6" fmla="*/ 0 w 231743"/>
                  <a:gd name="csY6" fmla="*/ 147379 h 1608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1743" h="160833">
                    <a:moveTo>
                      <a:pt x="0" y="147379"/>
                    </a:moveTo>
                    <a:cubicBezTo>
                      <a:pt x="0" y="159761"/>
                      <a:pt x="9525" y="164429"/>
                      <a:pt x="20669" y="157856"/>
                    </a:cubicBezTo>
                    <a:lnTo>
                      <a:pt x="211169" y="47652"/>
                    </a:lnTo>
                    <a:cubicBezTo>
                      <a:pt x="223090" y="40145"/>
                      <a:pt x="230729" y="27414"/>
                      <a:pt x="231743" y="13362"/>
                    </a:cubicBezTo>
                    <a:cubicBezTo>
                      <a:pt x="231743" y="1075"/>
                      <a:pt x="222218" y="-3592"/>
                      <a:pt x="211169" y="2980"/>
                    </a:cubicBezTo>
                    <a:lnTo>
                      <a:pt x="20669" y="113184"/>
                    </a:lnTo>
                    <a:cubicBezTo>
                      <a:pt x="8727" y="120640"/>
                      <a:pt x="1050" y="133339"/>
                      <a:pt x="0" y="14737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B172A00-1036-E63E-EBE9-E3D4E2BABC0E}"/>
                  </a:ext>
                </a:extLst>
              </p:cNvPr>
              <p:cNvSpPr/>
              <p:nvPr/>
            </p:nvSpPr>
            <p:spPr>
              <a:xfrm>
                <a:off x="4209859" y="1537711"/>
                <a:ext cx="46386" cy="59900"/>
              </a:xfrm>
              <a:custGeom>
                <a:avLst/>
                <a:gdLst>
                  <a:gd name="csX0" fmla="*/ 23146 w 46386"/>
                  <a:gd name="csY0" fmla="*/ 3147 h 59900"/>
                  <a:gd name="csX1" fmla="*/ 46387 w 46386"/>
                  <a:gd name="csY1" fmla="*/ 43343 h 59900"/>
                  <a:gd name="csX2" fmla="*/ 23146 w 46386"/>
                  <a:gd name="csY2" fmla="*/ 56773 h 59900"/>
                  <a:gd name="csX3" fmla="*/ 0 w 46386"/>
                  <a:gd name="csY3" fmla="*/ 16482 h 59900"/>
                  <a:gd name="csX4" fmla="*/ 23146 w 46386"/>
                  <a:gd name="csY4" fmla="*/ 3147 h 59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6386" h="59900">
                    <a:moveTo>
                      <a:pt x="23146" y="3147"/>
                    </a:moveTo>
                    <a:cubicBezTo>
                      <a:pt x="36890" y="12044"/>
                      <a:pt x="45533" y="26993"/>
                      <a:pt x="46387" y="43343"/>
                    </a:cubicBezTo>
                    <a:cubicBezTo>
                      <a:pt x="46387" y="58106"/>
                      <a:pt x="36004" y="64107"/>
                      <a:pt x="23146" y="56773"/>
                    </a:cubicBezTo>
                    <a:cubicBezTo>
                      <a:pt x="9469" y="47781"/>
                      <a:pt x="879" y="32826"/>
                      <a:pt x="0" y="16482"/>
                    </a:cubicBezTo>
                    <a:cubicBezTo>
                      <a:pt x="190" y="1719"/>
                      <a:pt x="10382" y="-4187"/>
                      <a:pt x="23146" y="3147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FB32E20-7AFF-5206-4312-BB886E6AA388}"/>
                  </a:ext>
                </a:extLst>
              </p:cNvPr>
              <p:cNvSpPr/>
              <p:nvPr/>
            </p:nvSpPr>
            <p:spPr>
              <a:xfrm>
                <a:off x="4210050" y="1716527"/>
                <a:ext cx="46196" cy="59928"/>
              </a:xfrm>
              <a:custGeom>
                <a:avLst/>
                <a:gdLst>
                  <a:gd name="csX0" fmla="*/ 22955 w 46196"/>
                  <a:gd name="csY0" fmla="*/ 3116 h 59928"/>
                  <a:gd name="csX1" fmla="*/ 46196 w 46196"/>
                  <a:gd name="csY1" fmla="*/ 43312 h 59928"/>
                  <a:gd name="csX2" fmla="*/ 22955 w 46196"/>
                  <a:gd name="csY2" fmla="*/ 56742 h 59928"/>
                  <a:gd name="csX3" fmla="*/ 0 w 46196"/>
                  <a:gd name="csY3" fmla="*/ 17023 h 59928"/>
                  <a:gd name="csX4" fmla="*/ 22955 w 46196"/>
                  <a:gd name="csY4" fmla="*/ 3116 h 599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6196" h="59928">
                    <a:moveTo>
                      <a:pt x="22955" y="3116"/>
                    </a:moveTo>
                    <a:cubicBezTo>
                      <a:pt x="36664" y="12046"/>
                      <a:pt x="45297" y="26976"/>
                      <a:pt x="46196" y="43312"/>
                    </a:cubicBezTo>
                    <a:cubicBezTo>
                      <a:pt x="46196" y="58171"/>
                      <a:pt x="35814" y="64172"/>
                      <a:pt x="22955" y="56742"/>
                    </a:cubicBezTo>
                    <a:cubicBezTo>
                      <a:pt x="9496" y="47837"/>
                      <a:pt x="997" y="33131"/>
                      <a:pt x="0" y="17023"/>
                    </a:cubicBezTo>
                    <a:cubicBezTo>
                      <a:pt x="0" y="1783"/>
                      <a:pt x="10192" y="-4218"/>
                      <a:pt x="22955" y="3116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46E0779-49C5-A9B9-2AD3-82ED94CC1F9A}"/>
                  </a:ext>
                </a:extLst>
              </p:cNvPr>
              <p:cNvSpPr/>
              <p:nvPr/>
            </p:nvSpPr>
            <p:spPr>
              <a:xfrm>
                <a:off x="4202620" y="1541255"/>
                <a:ext cx="46482" cy="59940"/>
              </a:xfrm>
              <a:custGeom>
                <a:avLst/>
                <a:gdLst>
                  <a:gd name="csX0" fmla="*/ 23241 w 46482"/>
                  <a:gd name="csY0" fmla="*/ 3128 h 59940"/>
                  <a:gd name="csX1" fmla="*/ 46482 w 46482"/>
                  <a:gd name="csY1" fmla="*/ 43323 h 59940"/>
                  <a:gd name="csX2" fmla="*/ 23241 w 46482"/>
                  <a:gd name="csY2" fmla="*/ 56754 h 59940"/>
                  <a:gd name="csX3" fmla="*/ 0 w 46482"/>
                  <a:gd name="csY3" fmla="*/ 16558 h 59940"/>
                  <a:gd name="csX4" fmla="*/ 23241 w 46482"/>
                  <a:gd name="csY4" fmla="*/ 3128 h 599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6482" h="59940">
                    <a:moveTo>
                      <a:pt x="23241" y="3128"/>
                    </a:moveTo>
                    <a:cubicBezTo>
                      <a:pt x="36950" y="12058"/>
                      <a:pt x="45582" y="26987"/>
                      <a:pt x="46482" y="43323"/>
                    </a:cubicBezTo>
                    <a:cubicBezTo>
                      <a:pt x="46482" y="58182"/>
                      <a:pt x="36100" y="64183"/>
                      <a:pt x="23241" y="56754"/>
                    </a:cubicBezTo>
                    <a:cubicBezTo>
                      <a:pt x="9555" y="47802"/>
                      <a:pt x="930" y="32886"/>
                      <a:pt x="0" y="16558"/>
                    </a:cubicBezTo>
                    <a:cubicBezTo>
                      <a:pt x="0" y="1794"/>
                      <a:pt x="10478" y="-4206"/>
                      <a:pt x="23241" y="312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A296A3D-F065-96EE-5728-6D890BFA85D1}"/>
                  </a:ext>
                </a:extLst>
              </p:cNvPr>
              <p:cNvSpPr/>
              <p:nvPr/>
            </p:nvSpPr>
            <p:spPr>
              <a:xfrm>
                <a:off x="4202620" y="1720076"/>
                <a:ext cx="46482" cy="59999"/>
              </a:xfrm>
              <a:custGeom>
                <a:avLst/>
                <a:gdLst>
                  <a:gd name="csX0" fmla="*/ 23241 w 46482"/>
                  <a:gd name="csY0" fmla="*/ 3187 h 59999"/>
                  <a:gd name="csX1" fmla="*/ 46482 w 46482"/>
                  <a:gd name="csY1" fmla="*/ 43382 h 59999"/>
                  <a:gd name="csX2" fmla="*/ 23241 w 46482"/>
                  <a:gd name="csY2" fmla="*/ 56813 h 59999"/>
                  <a:gd name="csX3" fmla="*/ 0 w 46482"/>
                  <a:gd name="csY3" fmla="*/ 16617 h 59999"/>
                  <a:gd name="csX4" fmla="*/ 23241 w 46482"/>
                  <a:gd name="csY4" fmla="*/ 3187 h 59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6482" h="59999">
                    <a:moveTo>
                      <a:pt x="23241" y="3187"/>
                    </a:moveTo>
                    <a:cubicBezTo>
                      <a:pt x="36950" y="12117"/>
                      <a:pt x="45582" y="27046"/>
                      <a:pt x="46482" y="43382"/>
                    </a:cubicBezTo>
                    <a:cubicBezTo>
                      <a:pt x="46482" y="58241"/>
                      <a:pt x="36100" y="64242"/>
                      <a:pt x="23241" y="56813"/>
                    </a:cubicBezTo>
                    <a:cubicBezTo>
                      <a:pt x="9555" y="47861"/>
                      <a:pt x="930" y="32944"/>
                      <a:pt x="0" y="16617"/>
                    </a:cubicBezTo>
                    <a:cubicBezTo>
                      <a:pt x="0" y="1758"/>
                      <a:pt x="10478" y="-4243"/>
                      <a:pt x="23241" y="3187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B253AF7-E7BC-2D65-4FBE-D54485788D1C}"/>
                  </a:ext>
                </a:extLst>
              </p:cNvPr>
              <p:cNvSpPr/>
              <p:nvPr/>
            </p:nvSpPr>
            <p:spPr>
              <a:xfrm>
                <a:off x="4732019" y="2894612"/>
                <a:ext cx="114300" cy="147932"/>
              </a:xfrm>
              <a:custGeom>
                <a:avLst/>
                <a:gdLst>
                  <a:gd name="csX0" fmla="*/ 57150 w 114300"/>
                  <a:gd name="csY0" fmla="*/ 7846 h 147932"/>
                  <a:gd name="csX1" fmla="*/ 0 w 114300"/>
                  <a:gd name="csY1" fmla="*/ 107001 h 147932"/>
                  <a:gd name="csX2" fmla="*/ 57150 w 114300"/>
                  <a:gd name="csY2" fmla="*/ 140148 h 147932"/>
                  <a:gd name="csX3" fmla="*/ 114300 w 114300"/>
                  <a:gd name="csY3" fmla="*/ 40897 h 147932"/>
                  <a:gd name="csX4" fmla="*/ 57150 w 114300"/>
                  <a:gd name="csY4" fmla="*/ 7846 h 1479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300" h="147932">
                    <a:moveTo>
                      <a:pt x="57150" y="7846"/>
                    </a:moveTo>
                    <a:cubicBezTo>
                      <a:pt x="23382" y="29897"/>
                      <a:pt x="2154" y="66729"/>
                      <a:pt x="0" y="107001"/>
                    </a:cubicBezTo>
                    <a:cubicBezTo>
                      <a:pt x="0" y="143577"/>
                      <a:pt x="25622" y="158341"/>
                      <a:pt x="57150" y="140148"/>
                    </a:cubicBezTo>
                    <a:cubicBezTo>
                      <a:pt x="90921" y="118056"/>
                      <a:pt x="112146" y="81195"/>
                      <a:pt x="114300" y="40897"/>
                    </a:cubicBezTo>
                    <a:cubicBezTo>
                      <a:pt x="114395" y="4322"/>
                      <a:pt x="88773" y="-10442"/>
                      <a:pt x="57150" y="7846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AD471926-49EE-2B2B-882A-F32498A1322B}"/>
                  </a:ext>
                </a:extLst>
              </p:cNvPr>
              <p:cNvSpPr/>
              <p:nvPr/>
            </p:nvSpPr>
            <p:spPr>
              <a:xfrm>
                <a:off x="4522184" y="951452"/>
                <a:ext cx="921638" cy="2114740"/>
              </a:xfrm>
              <a:custGeom>
                <a:avLst/>
                <a:gdLst>
                  <a:gd name="csX0" fmla="*/ 8954 w 921638"/>
                  <a:gd name="csY0" fmla="*/ 2114741 h 2114740"/>
                  <a:gd name="csX1" fmla="*/ 0 w 921638"/>
                  <a:gd name="csY1" fmla="*/ 2101787 h 2114740"/>
                  <a:gd name="csX2" fmla="*/ 0 w 921638"/>
                  <a:gd name="csY2" fmla="*/ 550164 h 2114740"/>
                  <a:gd name="csX3" fmla="*/ 22384 w 921638"/>
                  <a:gd name="csY3" fmla="*/ 511397 h 2114740"/>
                  <a:gd name="csX4" fmla="*/ 904018 w 921638"/>
                  <a:gd name="csY4" fmla="*/ 2667 h 2114740"/>
                  <a:gd name="csX5" fmla="*/ 912685 w 921638"/>
                  <a:gd name="csY5" fmla="*/ 0 h 2114740"/>
                  <a:gd name="csX6" fmla="*/ 921639 w 921638"/>
                  <a:gd name="csY6" fmla="*/ 12859 h 2114740"/>
                  <a:gd name="csX7" fmla="*/ 921639 w 921638"/>
                  <a:gd name="csY7" fmla="*/ 1564577 h 2114740"/>
                  <a:gd name="csX8" fmla="*/ 899255 w 921638"/>
                  <a:gd name="csY8" fmla="*/ 1603248 h 2114740"/>
                  <a:gd name="csX9" fmla="*/ 17621 w 921638"/>
                  <a:gd name="csY9" fmla="*/ 2111978 h 2114740"/>
                  <a:gd name="csX10" fmla="*/ 8953 w 921638"/>
                  <a:gd name="csY10" fmla="*/ 2114741 h 211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921638" h="2114740">
                    <a:moveTo>
                      <a:pt x="8954" y="2114741"/>
                    </a:moveTo>
                    <a:cubicBezTo>
                      <a:pt x="857" y="2114741"/>
                      <a:pt x="0" y="2105216"/>
                      <a:pt x="0" y="2101787"/>
                    </a:cubicBezTo>
                    <a:lnTo>
                      <a:pt x="0" y="550164"/>
                    </a:lnTo>
                    <a:cubicBezTo>
                      <a:pt x="1011" y="534459"/>
                      <a:pt x="9288" y="520124"/>
                      <a:pt x="22384" y="511397"/>
                    </a:cubicBezTo>
                    <a:lnTo>
                      <a:pt x="904018" y="2667"/>
                    </a:lnTo>
                    <a:cubicBezTo>
                      <a:pt x="906650" y="1093"/>
                      <a:pt x="909624" y="178"/>
                      <a:pt x="912685" y="0"/>
                    </a:cubicBezTo>
                    <a:cubicBezTo>
                      <a:pt x="920782" y="0"/>
                      <a:pt x="921639" y="8954"/>
                      <a:pt x="921639" y="12859"/>
                    </a:cubicBezTo>
                    <a:lnTo>
                      <a:pt x="921639" y="1564577"/>
                    </a:lnTo>
                    <a:cubicBezTo>
                      <a:pt x="920643" y="1580260"/>
                      <a:pt x="912359" y="1594572"/>
                      <a:pt x="899255" y="1603248"/>
                    </a:cubicBezTo>
                    <a:lnTo>
                      <a:pt x="17621" y="2111978"/>
                    </a:lnTo>
                    <a:cubicBezTo>
                      <a:pt x="15018" y="2113630"/>
                      <a:pt x="12032" y="2114581"/>
                      <a:pt x="8953" y="21147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3535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D4C58DFF-B006-60FF-53F9-3D5AFF31DFE7}"/>
                  </a:ext>
                </a:extLst>
              </p:cNvPr>
              <p:cNvSpPr/>
              <p:nvPr/>
            </p:nvSpPr>
            <p:spPr>
              <a:xfrm>
                <a:off x="4517421" y="946689"/>
                <a:ext cx="931164" cy="2124265"/>
              </a:xfrm>
              <a:custGeom>
                <a:avLst/>
                <a:gdLst>
                  <a:gd name="csX0" fmla="*/ 917448 w 931164"/>
                  <a:gd name="csY0" fmla="*/ 9525 h 2124265"/>
                  <a:gd name="csX1" fmla="*/ 921639 w 931164"/>
                  <a:gd name="csY1" fmla="*/ 17621 h 2124265"/>
                  <a:gd name="csX2" fmla="*/ 921639 w 931164"/>
                  <a:gd name="csY2" fmla="*/ 1569339 h 2124265"/>
                  <a:gd name="csX3" fmla="*/ 901637 w 931164"/>
                  <a:gd name="csY3" fmla="*/ 1603915 h 2124265"/>
                  <a:gd name="csX4" fmla="*/ 20003 w 931164"/>
                  <a:gd name="csY4" fmla="*/ 2112645 h 2124265"/>
                  <a:gd name="csX5" fmla="*/ 13716 w 931164"/>
                  <a:gd name="csY5" fmla="*/ 2114741 h 2124265"/>
                  <a:gd name="csX6" fmla="*/ 9525 w 931164"/>
                  <a:gd name="csY6" fmla="*/ 2106549 h 2124265"/>
                  <a:gd name="csX7" fmla="*/ 9525 w 931164"/>
                  <a:gd name="csY7" fmla="*/ 554926 h 2124265"/>
                  <a:gd name="csX8" fmla="*/ 29528 w 931164"/>
                  <a:gd name="csY8" fmla="*/ 520351 h 2124265"/>
                  <a:gd name="csX9" fmla="*/ 911162 w 931164"/>
                  <a:gd name="csY9" fmla="*/ 11621 h 2124265"/>
                  <a:gd name="csX10" fmla="*/ 917448 w 931164"/>
                  <a:gd name="csY10" fmla="*/ 9525 h 2124265"/>
                  <a:gd name="csX11" fmla="*/ 917448 w 931164"/>
                  <a:gd name="csY11" fmla="*/ 0 h 2124265"/>
                  <a:gd name="csX12" fmla="*/ 906399 w 931164"/>
                  <a:gd name="csY12" fmla="*/ 3334 h 2124265"/>
                  <a:gd name="csX13" fmla="*/ 24765 w 931164"/>
                  <a:gd name="csY13" fmla="*/ 512064 h 2124265"/>
                  <a:gd name="csX14" fmla="*/ 0 w 931164"/>
                  <a:gd name="csY14" fmla="*/ 554926 h 2124265"/>
                  <a:gd name="csX15" fmla="*/ 0 w 931164"/>
                  <a:gd name="csY15" fmla="*/ 2106549 h 2124265"/>
                  <a:gd name="csX16" fmla="*/ 13716 w 931164"/>
                  <a:gd name="csY16" fmla="*/ 2124266 h 2124265"/>
                  <a:gd name="csX17" fmla="*/ 24765 w 931164"/>
                  <a:gd name="csY17" fmla="*/ 2120837 h 2124265"/>
                  <a:gd name="csX18" fmla="*/ 906399 w 931164"/>
                  <a:gd name="csY18" fmla="*/ 1612202 h 2124265"/>
                  <a:gd name="csX19" fmla="*/ 931164 w 931164"/>
                  <a:gd name="csY19" fmla="*/ 1569339 h 2124265"/>
                  <a:gd name="csX20" fmla="*/ 931164 w 931164"/>
                  <a:gd name="csY20" fmla="*/ 17621 h 2124265"/>
                  <a:gd name="csX21" fmla="*/ 917448 w 931164"/>
                  <a:gd name="csY21" fmla="*/ 0 h 2124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931164" h="2124265">
                    <a:moveTo>
                      <a:pt x="917448" y="9525"/>
                    </a:moveTo>
                    <a:cubicBezTo>
                      <a:pt x="921068" y="9525"/>
                      <a:pt x="921639" y="14573"/>
                      <a:pt x="921639" y="17621"/>
                    </a:cubicBezTo>
                    <a:lnTo>
                      <a:pt x="921639" y="1569339"/>
                    </a:lnTo>
                    <a:cubicBezTo>
                      <a:pt x="920667" y="1583334"/>
                      <a:pt x="913285" y="1596096"/>
                      <a:pt x="901637" y="1603915"/>
                    </a:cubicBezTo>
                    <a:lnTo>
                      <a:pt x="20003" y="2112645"/>
                    </a:lnTo>
                    <a:cubicBezTo>
                      <a:pt x="18106" y="2113840"/>
                      <a:pt x="15950" y="2114559"/>
                      <a:pt x="13716" y="2114741"/>
                    </a:cubicBezTo>
                    <a:cubicBezTo>
                      <a:pt x="10097" y="2114741"/>
                      <a:pt x="9525" y="2109597"/>
                      <a:pt x="9525" y="2106549"/>
                    </a:cubicBezTo>
                    <a:lnTo>
                      <a:pt x="9525" y="554926"/>
                    </a:lnTo>
                    <a:cubicBezTo>
                      <a:pt x="10497" y="540931"/>
                      <a:pt x="17880" y="528170"/>
                      <a:pt x="29528" y="520351"/>
                    </a:cubicBezTo>
                    <a:lnTo>
                      <a:pt x="911162" y="11621"/>
                    </a:lnTo>
                    <a:cubicBezTo>
                      <a:pt x="913038" y="10385"/>
                      <a:pt x="915206" y="9662"/>
                      <a:pt x="917448" y="9525"/>
                    </a:cubicBezTo>
                    <a:moveTo>
                      <a:pt x="917448" y="0"/>
                    </a:moveTo>
                    <a:cubicBezTo>
                      <a:pt x="913538" y="131"/>
                      <a:pt x="909729" y="1280"/>
                      <a:pt x="906399" y="3334"/>
                    </a:cubicBezTo>
                    <a:lnTo>
                      <a:pt x="24765" y="512064"/>
                    </a:lnTo>
                    <a:cubicBezTo>
                      <a:pt x="10133" y="521571"/>
                      <a:pt x="928" y="537502"/>
                      <a:pt x="0" y="554926"/>
                    </a:cubicBezTo>
                    <a:lnTo>
                      <a:pt x="0" y="2106549"/>
                    </a:lnTo>
                    <a:cubicBezTo>
                      <a:pt x="0" y="2117789"/>
                      <a:pt x="5620" y="2124266"/>
                      <a:pt x="13716" y="2124266"/>
                    </a:cubicBezTo>
                    <a:cubicBezTo>
                      <a:pt x="17634" y="2124097"/>
                      <a:pt x="21441" y="2122916"/>
                      <a:pt x="24765" y="2120837"/>
                    </a:cubicBezTo>
                    <a:lnTo>
                      <a:pt x="906399" y="1612202"/>
                    </a:lnTo>
                    <a:cubicBezTo>
                      <a:pt x="921020" y="1602683"/>
                      <a:pt x="930220" y="1586759"/>
                      <a:pt x="931164" y="1569339"/>
                    </a:cubicBezTo>
                    <a:lnTo>
                      <a:pt x="931164" y="17621"/>
                    </a:lnTo>
                    <a:cubicBezTo>
                      <a:pt x="931164" y="6477"/>
                      <a:pt x="925544" y="0"/>
                      <a:pt x="917448" y="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solidFill>
                  <a:srgbClr val="3535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2139816-2FE6-E024-20CA-74D27C55877A}"/>
                  </a:ext>
                </a:extLst>
              </p:cNvPr>
              <p:cNvSpPr/>
              <p:nvPr/>
            </p:nvSpPr>
            <p:spPr>
              <a:xfrm>
                <a:off x="4517135" y="946631"/>
                <a:ext cx="931164" cy="682143"/>
              </a:xfrm>
              <a:custGeom>
                <a:avLst/>
                <a:gdLst>
                  <a:gd name="csX0" fmla="*/ 931164 w 931164"/>
                  <a:gd name="csY0" fmla="*/ 17679 h 682143"/>
                  <a:gd name="csX1" fmla="*/ 906399 w 931164"/>
                  <a:gd name="csY1" fmla="*/ 3392 h 682143"/>
                  <a:gd name="csX2" fmla="*/ 24765 w 931164"/>
                  <a:gd name="csY2" fmla="*/ 512122 h 682143"/>
                  <a:gd name="csX3" fmla="*/ 0 w 931164"/>
                  <a:gd name="csY3" fmla="*/ 554984 h 682143"/>
                  <a:gd name="csX4" fmla="*/ 0 w 931164"/>
                  <a:gd name="csY4" fmla="*/ 682143 h 682143"/>
                  <a:gd name="csX5" fmla="*/ 931164 w 931164"/>
                  <a:gd name="csY5" fmla="*/ 144838 h 682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31164" h="682143">
                    <a:moveTo>
                      <a:pt x="931164" y="17679"/>
                    </a:moveTo>
                    <a:cubicBezTo>
                      <a:pt x="931164" y="1868"/>
                      <a:pt x="920115" y="-4514"/>
                      <a:pt x="906399" y="3392"/>
                    </a:cubicBezTo>
                    <a:lnTo>
                      <a:pt x="24765" y="512122"/>
                    </a:lnTo>
                    <a:cubicBezTo>
                      <a:pt x="10133" y="521629"/>
                      <a:pt x="928" y="537560"/>
                      <a:pt x="0" y="554984"/>
                    </a:cubicBezTo>
                    <a:lnTo>
                      <a:pt x="0" y="682143"/>
                    </a:lnTo>
                    <a:lnTo>
                      <a:pt x="931164" y="144838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DFC10F0-995F-01BB-BF0C-DBA4FF45D180}"/>
                  </a:ext>
                </a:extLst>
              </p:cNvPr>
              <p:cNvSpPr/>
              <p:nvPr/>
            </p:nvSpPr>
            <p:spPr>
              <a:xfrm>
                <a:off x="4517135" y="946631"/>
                <a:ext cx="931164" cy="682143"/>
              </a:xfrm>
              <a:custGeom>
                <a:avLst/>
                <a:gdLst>
                  <a:gd name="csX0" fmla="*/ 931164 w 931164"/>
                  <a:gd name="csY0" fmla="*/ 17679 h 682143"/>
                  <a:gd name="csX1" fmla="*/ 906399 w 931164"/>
                  <a:gd name="csY1" fmla="*/ 3392 h 682143"/>
                  <a:gd name="csX2" fmla="*/ 24765 w 931164"/>
                  <a:gd name="csY2" fmla="*/ 512122 h 682143"/>
                  <a:gd name="csX3" fmla="*/ 0 w 931164"/>
                  <a:gd name="csY3" fmla="*/ 554984 h 682143"/>
                  <a:gd name="csX4" fmla="*/ 0 w 931164"/>
                  <a:gd name="csY4" fmla="*/ 682143 h 682143"/>
                  <a:gd name="csX5" fmla="*/ 931164 w 931164"/>
                  <a:gd name="csY5" fmla="*/ 144838 h 682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31164" h="682143">
                    <a:moveTo>
                      <a:pt x="931164" y="17679"/>
                    </a:moveTo>
                    <a:cubicBezTo>
                      <a:pt x="931164" y="1868"/>
                      <a:pt x="920115" y="-4514"/>
                      <a:pt x="906399" y="3392"/>
                    </a:cubicBezTo>
                    <a:lnTo>
                      <a:pt x="24765" y="512122"/>
                    </a:lnTo>
                    <a:cubicBezTo>
                      <a:pt x="10133" y="521629"/>
                      <a:pt x="928" y="537560"/>
                      <a:pt x="0" y="554984"/>
                    </a:cubicBezTo>
                    <a:lnTo>
                      <a:pt x="0" y="682143"/>
                    </a:lnTo>
                    <a:lnTo>
                      <a:pt x="931164" y="144838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5FE32BA4-E59F-976E-947C-4EAA2E21C960}"/>
                  </a:ext>
                </a:extLst>
              </p:cNvPr>
              <p:cNvSpPr/>
              <p:nvPr/>
            </p:nvSpPr>
            <p:spPr>
              <a:xfrm>
                <a:off x="4588003" y="1487432"/>
                <a:ext cx="30296" cy="40903"/>
              </a:xfrm>
              <a:custGeom>
                <a:avLst/>
                <a:gdLst>
                  <a:gd name="csX0" fmla="*/ 26574 w 30296"/>
                  <a:gd name="csY0" fmla="*/ 658 h 40903"/>
                  <a:gd name="csX1" fmla="*/ 17049 w 30296"/>
                  <a:gd name="csY1" fmla="*/ 1897 h 40903"/>
                  <a:gd name="csX2" fmla="*/ 94 w 30296"/>
                  <a:gd name="csY2" fmla="*/ 31234 h 40903"/>
                  <a:gd name="csX3" fmla="*/ 3809 w 30296"/>
                  <a:gd name="csY3" fmla="*/ 40187 h 40903"/>
                  <a:gd name="csX4" fmla="*/ 13334 w 30296"/>
                  <a:gd name="csY4" fmla="*/ 38854 h 40903"/>
                  <a:gd name="csX5" fmla="*/ 30193 w 30296"/>
                  <a:gd name="csY5" fmla="*/ 9612 h 40903"/>
                  <a:gd name="csX6" fmla="*/ 26574 w 30296"/>
                  <a:gd name="csY6" fmla="*/ 658 h 409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0296" h="40903">
                    <a:moveTo>
                      <a:pt x="26574" y="658"/>
                    </a:moveTo>
                    <a:cubicBezTo>
                      <a:pt x="23391" y="-545"/>
                      <a:pt x="19818" y="-80"/>
                      <a:pt x="17049" y="1897"/>
                    </a:cubicBezTo>
                    <a:cubicBezTo>
                      <a:pt x="7120" y="8486"/>
                      <a:pt x="847" y="19341"/>
                      <a:pt x="94" y="31234"/>
                    </a:cubicBezTo>
                    <a:cubicBezTo>
                      <a:pt x="-392" y="34672"/>
                      <a:pt x="1031" y="38103"/>
                      <a:pt x="3809" y="40187"/>
                    </a:cubicBezTo>
                    <a:cubicBezTo>
                      <a:pt x="6992" y="41496"/>
                      <a:pt x="10633" y="40986"/>
                      <a:pt x="13334" y="38854"/>
                    </a:cubicBezTo>
                    <a:cubicBezTo>
                      <a:pt x="23200" y="32263"/>
                      <a:pt x="29433" y="21453"/>
                      <a:pt x="30193" y="9612"/>
                    </a:cubicBezTo>
                    <a:cubicBezTo>
                      <a:pt x="30701" y="6192"/>
                      <a:pt x="29316" y="2765"/>
                      <a:pt x="26574" y="6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DA03665C-90A1-EB60-3013-DD757C57E6CC}"/>
                  </a:ext>
                </a:extLst>
              </p:cNvPr>
              <p:cNvSpPr/>
              <p:nvPr/>
            </p:nvSpPr>
            <p:spPr>
              <a:xfrm>
                <a:off x="4558760" y="1445826"/>
                <a:ext cx="88301" cy="115777"/>
              </a:xfrm>
              <a:custGeom>
                <a:avLst/>
                <a:gdLst>
                  <a:gd name="csX0" fmla="*/ 75914 w 88301"/>
                  <a:gd name="csY0" fmla="*/ 9784 h 115777"/>
                  <a:gd name="csX1" fmla="*/ 73819 w 88301"/>
                  <a:gd name="csY1" fmla="*/ 11022 h 115777"/>
                  <a:gd name="csX2" fmla="*/ 73819 w 88301"/>
                  <a:gd name="csY2" fmla="*/ 6736 h 115777"/>
                  <a:gd name="csX3" fmla="*/ 64294 w 88301"/>
                  <a:gd name="csY3" fmla="*/ 1307 h 115777"/>
                  <a:gd name="csX4" fmla="*/ 24289 w 88301"/>
                  <a:gd name="csY4" fmla="*/ 24357 h 115777"/>
                  <a:gd name="csX5" fmla="*/ 14764 w 88301"/>
                  <a:gd name="csY5" fmla="*/ 40645 h 115777"/>
                  <a:gd name="csX6" fmla="*/ 14764 w 88301"/>
                  <a:gd name="csY6" fmla="*/ 45027 h 115777"/>
                  <a:gd name="csX7" fmla="*/ 12573 w 88301"/>
                  <a:gd name="csY7" fmla="*/ 46265 h 115777"/>
                  <a:gd name="csX8" fmla="*/ 0 w 88301"/>
                  <a:gd name="csY8" fmla="*/ 67982 h 115777"/>
                  <a:gd name="csX9" fmla="*/ 0 w 88301"/>
                  <a:gd name="csY9" fmla="*/ 106749 h 115777"/>
                  <a:gd name="csX10" fmla="*/ 12573 w 88301"/>
                  <a:gd name="csY10" fmla="*/ 114083 h 115777"/>
                  <a:gd name="csX11" fmla="*/ 75724 w 88301"/>
                  <a:gd name="csY11" fmla="*/ 77602 h 115777"/>
                  <a:gd name="csX12" fmla="*/ 88297 w 88301"/>
                  <a:gd name="csY12" fmla="*/ 55790 h 115777"/>
                  <a:gd name="csX13" fmla="*/ 88297 w 88301"/>
                  <a:gd name="csY13" fmla="*/ 16832 h 115777"/>
                  <a:gd name="csX14" fmla="*/ 75914 w 88301"/>
                  <a:gd name="csY14" fmla="*/ 9784 h 115777"/>
                  <a:gd name="csX15" fmla="*/ 46196 w 88301"/>
                  <a:gd name="csY15" fmla="*/ 86746 h 115777"/>
                  <a:gd name="csX16" fmla="*/ 36005 w 88301"/>
                  <a:gd name="csY16" fmla="*/ 89794 h 115777"/>
                  <a:gd name="csX17" fmla="*/ 29337 w 88301"/>
                  <a:gd name="csY17" fmla="*/ 88080 h 115777"/>
                  <a:gd name="csX18" fmla="*/ 22003 w 88301"/>
                  <a:gd name="csY18" fmla="*/ 72840 h 115777"/>
                  <a:gd name="csX19" fmla="*/ 42577 w 88301"/>
                  <a:gd name="csY19" fmla="*/ 37311 h 115777"/>
                  <a:gd name="csX20" fmla="*/ 59436 w 88301"/>
                  <a:gd name="csY20" fmla="*/ 35978 h 115777"/>
                  <a:gd name="csX21" fmla="*/ 66675 w 88301"/>
                  <a:gd name="csY21" fmla="*/ 51218 h 115777"/>
                  <a:gd name="csX22" fmla="*/ 46196 w 88301"/>
                  <a:gd name="csY22" fmla="*/ 86746 h 115777"/>
                  <a:gd name="csX23" fmla="*/ 74771 w 88301"/>
                  <a:gd name="csY23" fmla="*/ 35025 h 115777"/>
                  <a:gd name="csX24" fmla="*/ 68961 w 88301"/>
                  <a:gd name="csY24" fmla="*/ 31596 h 115777"/>
                  <a:gd name="csX25" fmla="*/ 74771 w 88301"/>
                  <a:gd name="csY25" fmla="*/ 21500 h 115777"/>
                  <a:gd name="csX26" fmla="*/ 80677 w 88301"/>
                  <a:gd name="csY26" fmla="*/ 24833 h 115777"/>
                  <a:gd name="csX27" fmla="*/ 75152 w 88301"/>
                  <a:gd name="csY27" fmla="*/ 35025 h 1157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88301" h="115777">
                    <a:moveTo>
                      <a:pt x="75914" y="9784"/>
                    </a:moveTo>
                    <a:lnTo>
                      <a:pt x="73819" y="11022"/>
                    </a:lnTo>
                    <a:lnTo>
                      <a:pt x="73819" y="6736"/>
                    </a:lnTo>
                    <a:cubicBezTo>
                      <a:pt x="73819" y="735"/>
                      <a:pt x="69628" y="-1741"/>
                      <a:pt x="64294" y="1307"/>
                    </a:cubicBezTo>
                    <a:lnTo>
                      <a:pt x="24289" y="24357"/>
                    </a:lnTo>
                    <a:cubicBezTo>
                      <a:pt x="18711" y="27969"/>
                      <a:pt x="15177" y="34013"/>
                      <a:pt x="14764" y="40645"/>
                    </a:cubicBezTo>
                    <a:lnTo>
                      <a:pt x="14764" y="45027"/>
                    </a:lnTo>
                    <a:lnTo>
                      <a:pt x="12573" y="46265"/>
                    </a:lnTo>
                    <a:cubicBezTo>
                      <a:pt x="5158" y="51083"/>
                      <a:pt x="487" y="59151"/>
                      <a:pt x="0" y="67982"/>
                    </a:cubicBezTo>
                    <a:lnTo>
                      <a:pt x="0" y="106749"/>
                    </a:lnTo>
                    <a:cubicBezTo>
                      <a:pt x="0" y="114749"/>
                      <a:pt x="5620" y="118083"/>
                      <a:pt x="12573" y="114083"/>
                    </a:cubicBezTo>
                    <a:lnTo>
                      <a:pt x="75724" y="77602"/>
                    </a:lnTo>
                    <a:cubicBezTo>
                      <a:pt x="83154" y="72753"/>
                      <a:pt x="87825" y="64650"/>
                      <a:pt x="88297" y="55790"/>
                    </a:cubicBezTo>
                    <a:lnTo>
                      <a:pt x="88297" y="16832"/>
                    </a:lnTo>
                    <a:cubicBezTo>
                      <a:pt x="88487" y="9022"/>
                      <a:pt x="82868" y="5783"/>
                      <a:pt x="75914" y="9784"/>
                    </a:cubicBezTo>
                    <a:close/>
                    <a:moveTo>
                      <a:pt x="46196" y="86746"/>
                    </a:moveTo>
                    <a:cubicBezTo>
                      <a:pt x="43120" y="88626"/>
                      <a:pt x="39608" y="89676"/>
                      <a:pt x="36005" y="89794"/>
                    </a:cubicBezTo>
                    <a:cubicBezTo>
                      <a:pt x="33670" y="89816"/>
                      <a:pt x="31371" y="89225"/>
                      <a:pt x="29337" y="88080"/>
                    </a:cubicBezTo>
                    <a:cubicBezTo>
                      <a:pt x="24321" y="84696"/>
                      <a:pt x="21518" y="78871"/>
                      <a:pt x="22003" y="72840"/>
                    </a:cubicBezTo>
                    <a:cubicBezTo>
                      <a:pt x="22675" y="58356"/>
                      <a:pt x="30349" y="45103"/>
                      <a:pt x="42577" y="37311"/>
                    </a:cubicBezTo>
                    <a:cubicBezTo>
                      <a:pt x="47507" y="33755"/>
                      <a:pt x="54008" y="33241"/>
                      <a:pt x="59436" y="35978"/>
                    </a:cubicBezTo>
                    <a:cubicBezTo>
                      <a:pt x="64464" y="39344"/>
                      <a:pt x="67243" y="45194"/>
                      <a:pt x="66675" y="51218"/>
                    </a:cubicBezTo>
                    <a:cubicBezTo>
                      <a:pt x="65993" y="65675"/>
                      <a:pt x="58364" y="78910"/>
                      <a:pt x="46196" y="86746"/>
                    </a:cubicBezTo>
                    <a:close/>
                    <a:moveTo>
                      <a:pt x="74771" y="35025"/>
                    </a:moveTo>
                    <a:cubicBezTo>
                      <a:pt x="71533" y="36835"/>
                      <a:pt x="68961" y="35025"/>
                      <a:pt x="68961" y="31596"/>
                    </a:cubicBezTo>
                    <a:cubicBezTo>
                      <a:pt x="69160" y="27492"/>
                      <a:pt x="71322" y="23734"/>
                      <a:pt x="74771" y="21500"/>
                    </a:cubicBezTo>
                    <a:cubicBezTo>
                      <a:pt x="78010" y="19595"/>
                      <a:pt x="80677" y="21500"/>
                      <a:pt x="80677" y="24833"/>
                    </a:cubicBezTo>
                    <a:cubicBezTo>
                      <a:pt x="80528" y="28907"/>
                      <a:pt x="78484" y="32677"/>
                      <a:pt x="75152" y="350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5CD4D88-4AB6-E30C-D935-082C97B0AB70}"/>
                  </a:ext>
                </a:extLst>
              </p:cNvPr>
              <p:cNvSpPr/>
              <p:nvPr/>
            </p:nvSpPr>
            <p:spPr>
              <a:xfrm>
                <a:off x="5323712" y="1001779"/>
                <a:ext cx="86487" cy="105257"/>
              </a:xfrm>
              <a:custGeom>
                <a:avLst/>
                <a:gdLst>
                  <a:gd name="csX0" fmla="*/ 73914 w 86487"/>
                  <a:gd name="csY0" fmla="*/ 1680 h 105257"/>
                  <a:gd name="csX1" fmla="*/ 12287 w 86487"/>
                  <a:gd name="csY1" fmla="*/ 37208 h 105257"/>
                  <a:gd name="csX2" fmla="*/ 0 w 86487"/>
                  <a:gd name="csY2" fmla="*/ 58449 h 105257"/>
                  <a:gd name="csX3" fmla="*/ 0 w 86487"/>
                  <a:gd name="csY3" fmla="*/ 96549 h 105257"/>
                  <a:gd name="csX4" fmla="*/ 12287 w 86487"/>
                  <a:gd name="csY4" fmla="*/ 103597 h 105257"/>
                  <a:gd name="csX5" fmla="*/ 48959 w 86487"/>
                  <a:gd name="csY5" fmla="*/ 82452 h 105257"/>
                  <a:gd name="csX6" fmla="*/ 63341 w 86487"/>
                  <a:gd name="csY6" fmla="*/ 96834 h 105257"/>
                  <a:gd name="csX7" fmla="*/ 66707 w 86487"/>
                  <a:gd name="csY7" fmla="*/ 96708 h 105257"/>
                  <a:gd name="csX8" fmla="*/ 67342 w 86487"/>
                  <a:gd name="csY8" fmla="*/ 95120 h 105257"/>
                  <a:gd name="csX9" fmla="*/ 67342 w 86487"/>
                  <a:gd name="csY9" fmla="*/ 71784 h 105257"/>
                  <a:gd name="csX10" fmla="*/ 73914 w 86487"/>
                  <a:gd name="csY10" fmla="*/ 67974 h 105257"/>
                  <a:gd name="csX11" fmla="*/ 86487 w 86487"/>
                  <a:gd name="csY11" fmla="*/ 46733 h 105257"/>
                  <a:gd name="csX12" fmla="*/ 86487 w 86487"/>
                  <a:gd name="csY12" fmla="*/ 8633 h 105257"/>
                  <a:gd name="csX13" fmla="*/ 73914 w 86487"/>
                  <a:gd name="csY13" fmla="*/ 1680 h 105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6487" h="105257">
                    <a:moveTo>
                      <a:pt x="73914" y="1680"/>
                    </a:moveTo>
                    <a:lnTo>
                      <a:pt x="12287" y="37208"/>
                    </a:lnTo>
                    <a:cubicBezTo>
                      <a:pt x="5043" y="41927"/>
                      <a:pt x="479" y="49816"/>
                      <a:pt x="0" y="58449"/>
                    </a:cubicBezTo>
                    <a:lnTo>
                      <a:pt x="0" y="96549"/>
                    </a:lnTo>
                    <a:cubicBezTo>
                      <a:pt x="0" y="104264"/>
                      <a:pt x="5525" y="107502"/>
                      <a:pt x="12287" y="103597"/>
                    </a:cubicBezTo>
                    <a:lnTo>
                      <a:pt x="48959" y="82452"/>
                    </a:lnTo>
                    <a:lnTo>
                      <a:pt x="63341" y="96834"/>
                    </a:lnTo>
                    <a:cubicBezTo>
                      <a:pt x="64306" y="97729"/>
                      <a:pt x="65812" y="97672"/>
                      <a:pt x="66707" y="96708"/>
                    </a:cubicBezTo>
                    <a:cubicBezTo>
                      <a:pt x="67108" y="96276"/>
                      <a:pt x="67334" y="95710"/>
                      <a:pt x="67342" y="95120"/>
                    </a:cubicBezTo>
                    <a:lnTo>
                      <a:pt x="67342" y="71784"/>
                    </a:lnTo>
                    <a:lnTo>
                      <a:pt x="73914" y="67974"/>
                    </a:lnTo>
                    <a:cubicBezTo>
                      <a:pt x="81268" y="63318"/>
                      <a:pt x="85943" y="55419"/>
                      <a:pt x="86487" y="46733"/>
                    </a:cubicBezTo>
                    <a:lnTo>
                      <a:pt x="86487" y="8633"/>
                    </a:lnTo>
                    <a:cubicBezTo>
                      <a:pt x="86487" y="918"/>
                      <a:pt x="80677" y="-2226"/>
                      <a:pt x="73914" y="16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8FB81FF6-23CD-9DBB-A8DF-E2B956042AE8}"/>
                  </a:ext>
                </a:extLst>
              </p:cNvPr>
              <p:cNvSpPr/>
              <p:nvPr/>
            </p:nvSpPr>
            <p:spPr>
              <a:xfrm>
                <a:off x="4577715" y="1598283"/>
                <a:ext cx="116681" cy="149570"/>
              </a:xfrm>
              <a:custGeom>
                <a:avLst/>
                <a:gdLst>
                  <a:gd name="csX0" fmla="*/ 58388 w 116681"/>
                  <a:gd name="csY0" fmla="*/ 7822 h 149570"/>
                  <a:gd name="csX1" fmla="*/ 116681 w 116681"/>
                  <a:gd name="csY1" fmla="*/ 41159 h 149570"/>
                  <a:gd name="csX2" fmla="*/ 58388 w 116681"/>
                  <a:gd name="csY2" fmla="*/ 141362 h 149570"/>
                  <a:gd name="csX3" fmla="*/ 0 w 116681"/>
                  <a:gd name="csY3" fmla="*/ 108025 h 149570"/>
                  <a:gd name="csX4" fmla="*/ 58388 w 116681"/>
                  <a:gd name="csY4" fmla="*/ 7822 h 1495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6681" h="149570">
                    <a:moveTo>
                      <a:pt x="58388" y="7822"/>
                    </a:moveTo>
                    <a:cubicBezTo>
                      <a:pt x="90583" y="-10466"/>
                      <a:pt x="116681" y="4393"/>
                      <a:pt x="116681" y="41159"/>
                    </a:cubicBezTo>
                    <a:cubicBezTo>
                      <a:pt x="114338" y="81944"/>
                      <a:pt x="92684" y="119166"/>
                      <a:pt x="58388" y="141362"/>
                    </a:cubicBezTo>
                    <a:cubicBezTo>
                      <a:pt x="26098" y="160412"/>
                      <a:pt x="0" y="145077"/>
                      <a:pt x="0" y="108025"/>
                    </a:cubicBezTo>
                    <a:cubicBezTo>
                      <a:pt x="2196" y="67172"/>
                      <a:pt x="23929" y="29875"/>
                      <a:pt x="58388" y="7822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99081B7D-BB50-A737-86C0-260D2C4943A4}"/>
                  </a:ext>
                </a:extLst>
              </p:cNvPr>
              <p:cNvSpPr/>
              <p:nvPr/>
            </p:nvSpPr>
            <p:spPr>
              <a:xfrm>
                <a:off x="4731543" y="1446629"/>
                <a:ext cx="234696" cy="162264"/>
              </a:xfrm>
              <a:custGeom>
                <a:avLst/>
                <a:gdLst>
                  <a:gd name="csX0" fmla="*/ 20574 w 234696"/>
                  <a:gd name="csY0" fmla="*/ 114613 h 162264"/>
                  <a:gd name="csX1" fmla="*/ 214027 w 234696"/>
                  <a:gd name="csY1" fmla="*/ 2980 h 162264"/>
                  <a:gd name="csX2" fmla="*/ 234696 w 234696"/>
                  <a:gd name="csY2" fmla="*/ 13362 h 162264"/>
                  <a:gd name="csX3" fmla="*/ 214027 w 234696"/>
                  <a:gd name="csY3" fmla="*/ 47652 h 162264"/>
                  <a:gd name="csX4" fmla="*/ 20574 w 234696"/>
                  <a:gd name="csY4" fmla="*/ 159285 h 162264"/>
                  <a:gd name="csX5" fmla="*/ 0 w 234696"/>
                  <a:gd name="csY5" fmla="*/ 148903 h 162264"/>
                  <a:gd name="csX6" fmla="*/ 20574 w 234696"/>
                  <a:gd name="csY6" fmla="*/ 114613 h 1622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4696" h="162264">
                    <a:moveTo>
                      <a:pt x="20574" y="114613"/>
                    </a:moveTo>
                    <a:lnTo>
                      <a:pt x="214027" y="2980"/>
                    </a:lnTo>
                    <a:cubicBezTo>
                      <a:pt x="225457" y="-3592"/>
                      <a:pt x="234696" y="1075"/>
                      <a:pt x="234696" y="13362"/>
                    </a:cubicBezTo>
                    <a:cubicBezTo>
                      <a:pt x="233676" y="27436"/>
                      <a:pt x="225996" y="40177"/>
                      <a:pt x="214027" y="47652"/>
                    </a:cubicBezTo>
                    <a:lnTo>
                      <a:pt x="20574" y="159285"/>
                    </a:lnTo>
                    <a:cubicBezTo>
                      <a:pt x="9239" y="165857"/>
                      <a:pt x="0" y="161190"/>
                      <a:pt x="0" y="148903"/>
                    </a:cubicBezTo>
                    <a:cubicBezTo>
                      <a:pt x="1014" y="134851"/>
                      <a:pt x="8653" y="122120"/>
                      <a:pt x="20574" y="11461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F761253-1D26-68F0-F681-B4464C927A3B}"/>
                  </a:ext>
                </a:extLst>
              </p:cNvPr>
              <p:cNvSpPr/>
              <p:nvPr/>
            </p:nvSpPr>
            <p:spPr>
              <a:xfrm>
                <a:off x="4731543" y="1446629"/>
                <a:ext cx="234696" cy="162264"/>
              </a:xfrm>
              <a:custGeom>
                <a:avLst/>
                <a:gdLst>
                  <a:gd name="csX0" fmla="*/ 20574 w 234696"/>
                  <a:gd name="csY0" fmla="*/ 114613 h 162264"/>
                  <a:gd name="csX1" fmla="*/ 214027 w 234696"/>
                  <a:gd name="csY1" fmla="*/ 2980 h 162264"/>
                  <a:gd name="csX2" fmla="*/ 234696 w 234696"/>
                  <a:gd name="csY2" fmla="*/ 13362 h 162264"/>
                  <a:gd name="csX3" fmla="*/ 214027 w 234696"/>
                  <a:gd name="csY3" fmla="*/ 47652 h 162264"/>
                  <a:gd name="csX4" fmla="*/ 20574 w 234696"/>
                  <a:gd name="csY4" fmla="*/ 159285 h 162264"/>
                  <a:gd name="csX5" fmla="*/ 0 w 234696"/>
                  <a:gd name="csY5" fmla="*/ 148903 h 162264"/>
                  <a:gd name="csX6" fmla="*/ 20574 w 234696"/>
                  <a:gd name="csY6" fmla="*/ 114613 h 1622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4696" h="162264">
                    <a:moveTo>
                      <a:pt x="20574" y="114613"/>
                    </a:moveTo>
                    <a:lnTo>
                      <a:pt x="214027" y="2980"/>
                    </a:lnTo>
                    <a:cubicBezTo>
                      <a:pt x="225457" y="-3592"/>
                      <a:pt x="234696" y="1075"/>
                      <a:pt x="234696" y="13362"/>
                    </a:cubicBezTo>
                    <a:cubicBezTo>
                      <a:pt x="233676" y="27436"/>
                      <a:pt x="225996" y="40177"/>
                      <a:pt x="214027" y="47652"/>
                    </a:cubicBezTo>
                    <a:lnTo>
                      <a:pt x="20574" y="159285"/>
                    </a:lnTo>
                    <a:cubicBezTo>
                      <a:pt x="9239" y="165857"/>
                      <a:pt x="0" y="161190"/>
                      <a:pt x="0" y="148903"/>
                    </a:cubicBezTo>
                    <a:cubicBezTo>
                      <a:pt x="1014" y="134851"/>
                      <a:pt x="8653" y="122120"/>
                      <a:pt x="20574" y="1146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1044A90C-F02E-D4C8-AF47-8133F5C43CD6}"/>
                  </a:ext>
                </a:extLst>
              </p:cNvPr>
              <p:cNvSpPr/>
              <p:nvPr/>
            </p:nvSpPr>
            <p:spPr>
              <a:xfrm>
                <a:off x="4731543" y="1562160"/>
                <a:ext cx="160877" cy="110918"/>
              </a:xfrm>
              <a:custGeom>
                <a:avLst/>
                <a:gdLst>
                  <a:gd name="csX0" fmla="*/ 14097 w 160877"/>
                  <a:gd name="csY0" fmla="*/ 78235 h 110918"/>
                  <a:gd name="csX1" fmla="*/ 146780 w 160877"/>
                  <a:gd name="csY1" fmla="*/ 2035 h 110918"/>
                  <a:gd name="csX2" fmla="*/ 160877 w 160877"/>
                  <a:gd name="csY2" fmla="*/ 9178 h 110918"/>
                  <a:gd name="csX3" fmla="*/ 146780 w 160877"/>
                  <a:gd name="csY3" fmla="*/ 32705 h 110918"/>
                  <a:gd name="csX4" fmla="*/ 14097 w 160877"/>
                  <a:gd name="csY4" fmla="*/ 108905 h 110918"/>
                  <a:gd name="csX5" fmla="*/ 0 w 160877"/>
                  <a:gd name="csY5" fmla="*/ 101666 h 110918"/>
                  <a:gd name="csX6" fmla="*/ 14097 w 160877"/>
                  <a:gd name="csY6" fmla="*/ 78235 h 1109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0877" h="110918">
                    <a:moveTo>
                      <a:pt x="14097" y="78235"/>
                    </a:moveTo>
                    <a:lnTo>
                      <a:pt x="146780" y="2035"/>
                    </a:lnTo>
                    <a:cubicBezTo>
                      <a:pt x="154591" y="-2442"/>
                      <a:pt x="160877" y="701"/>
                      <a:pt x="160877" y="9178"/>
                    </a:cubicBezTo>
                    <a:cubicBezTo>
                      <a:pt x="160186" y="18816"/>
                      <a:pt x="154953" y="27550"/>
                      <a:pt x="146780" y="32705"/>
                    </a:cubicBezTo>
                    <a:lnTo>
                      <a:pt x="14097" y="108905"/>
                    </a:lnTo>
                    <a:cubicBezTo>
                      <a:pt x="6287" y="113382"/>
                      <a:pt x="0" y="110144"/>
                      <a:pt x="0" y="101666"/>
                    </a:cubicBezTo>
                    <a:cubicBezTo>
                      <a:pt x="705" y="92058"/>
                      <a:pt x="5939" y="83359"/>
                      <a:pt x="14097" y="78235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8F4D9EC-67B8-C155-3864-599CC6250EEF}"/>
                  </a:ext>
                </a:extLst>
              </p:cNvPr>
              <p:cNvSpPr/>
              <p:nvPr/>
            </p:nvSpPr>
            <p:spPr>
              <a:xfrm>
                <a:off x="4731543" y="1562160"/>
                <a:ext cx="160877" cy="110918"/>
              </a:xfrm>
              <a:custGeom>
                <a:avLst/>
                <a:gdLst>
                  <a:gd name="csX0" fmla="*/ 14097 w 160877"/>
                  <a:gd name="csY0" fmla="*/ 78235 h 110918"/>
                  <a:gd name="csX1" fmla="*/ 146780 w 160877"/>
                  <a:gd name="csY1" fmla="*/ 2035 h 110918"/>
                  <a:gd name="csX2" fmla="*/ 160877 w 160877"/>
                  <a:gd name="csY2" fmla="*/ 9178 h 110918"/>
                  <a:gd name="csX3" fmla="*/ 146780 w 160877"/>
                  <a:gd name="csY3" fmla="*/ 32705 h 110918"/>
                  <a:gd name="csX4" fmla="*/ 14097 w 160877"/>
                  <a:gd name="csY4" fmla="*/ 108905 h 110918"/>
                  <a:gd name="csX5" fmla="*/ 0 w 160877"/>
                  <a:gd name="csY5" fmla="*/ 101666 h 110918"/>
                  <a:gd name="csX6" fmla="*/ 14097 w 160877"/>
                  <a:gd name="csY6" fmla="*/ 78235 h 1109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0877" h="110918">
                    <a:moveTo>
                      <a:pt x="14097" y="78235"/>
                    </a:moveTo>
                    <a:lnTo>
                      <a:pt x="146780" y="2035"/>
                    </a:lnTo>
                    <a:cubicBezTo>
                      <a:pt x="154591" y="-2442"/>
                      <a:pt x="160877" y="701"/>
                      <a:pt x="160877" y="9178"/>
                    </a:cubicBezTo>
                    <a:cubicBezTo>
                      <a:pt x="160186" y="18816"/>
                      <a:pt x="154953" y="27550"/>
                      <a:pt x="146780" y="32705"/>
                    </a:cubicBezTo>
                    <a:lnTo>
                      <a:pt x="14097" y="108905"/>
                    </a:lnTo>
                    <a:cubicBezTo>
                      <a:pt x="6287" y="113382"/>
                      <a:pt x="0" y="110144"/>
                      <a:pt x="0" y="101666"/>
                    </a:cubicBezTo>
                    <a:cubicBezTo>
                      <a:pt x="705" y="92058"/>
                      <a:pt x="5939" y="83359"/>
                      <a:pt x="14097" y="782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6788C7E8-E203-5397-AC2A-01FA71AB54EA}"/>
                  </a:ext>
                </a:extLst>
              </p:cNvPr>
              <p:cNvSpPr/>
              <p:nvPr/>
            </p:nvSpPr>
            <p:spPr>
              <a:xfrm>
                <a:off x="4577715" y="2599759"/>
                <a:ext cx="116681" cy="149552"/>
              </a:xfrm>
              <a:custGeom>
                <a:avLst/>
                <a:gdLst>
                  <a:gd name="csX0" fmla="*/ 58388 w 116681"/>
                  <a:gd name="csY0" fmla="*/ 7805 h 149552"/>
                  <a:gd name="csX1" fmla="*/ 116681 w 116681"/>
                  <a:gd name="csY1" fmla="*/ 41142 h 149552"/>
                  <a:gd name="csX2" fmla="*/ 58388 w 116681"/>
                  <a:gd name="csY2" fmla="*/ 141345 h 149552"/>
                  <a:gd name="csX3" fmla="*/ 0 w 116681"/>
                  <a:gd name="csY3" fmla="*/ 108008 h 149552"/>
                  <a:gd name="csX4" fmla="*/ 58388 w 116681"/>
                  <a:gd name="csY4" fmla="*/ 7805 h 1495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6681" h="149552">
                    <a:moveTo>
                      <a:pt x="58388" y="7805"/>
                    </a:moveTo>
                    <a:cubicBezTo>
                      <a:pt x="90583" y="-10483"/>
                      <a:pt x="116681" y="4471"/>
                      <a:pt x="116681" y="41142"/>
                    </a:cubicBezTo>
                    <a:cubicBezTo>
                      <a:pt x="114338" y="81927"/>
                      <a:pt x="92684" y="119149"/>
                      <a:pt x="58388" y="141345"/>
                    </a:cubicBezTo>
                    <a:cubicBezTo>
                      <a:pt x="26098" y="160395"/>
                      <a:pt x="0" y="145060"/>
                      <a:pt x="0" y="108008"/>
                    </a:cubicBezTo>
                    <a:cubicBezTo>
                      <a:pt x="2242" y="67168"/>
                      <a:pt x="23964" y="29891"/>
                      <a:pt x="58388" y="7805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CF528AC8-B1FC-BF9A-0F6A-B1E7B372DC23}"/>
                  </a:ext>
                </a:extLst>
              </p:cNvPr>
              <p:cNvSpPr/>
              <p:nvPr/>
            </p:nvSpPr>
            <p:spPr>
              <a:xfrm>
                <a:off x="4731543" y="2448088"/>
                <a:ext cx="234696" cy="162357"/>
              </a:xfrm>
              <a:custGeom>
                <a:avLst/>
                <a:gdLst>
                  <a:gd name="csX0" fmla="*/ 20574 w 234696"/>
                  <a:gd name="csY0" fmla="*/ 114708 h 162357"/>
                  <a:gd name="csX1" fmla="*/ 214027 w 234696"/>
                  <a:gd name="csY1" fmla="*/ 2980 h 162357"/>
                  <a:gd name="csX2" fmla="*/ 234696 w 234696"/>
                  <a:gd name="csY2" fmla="*/ 13362 h 162357"/>
                  <a:gd name="csX3" fmla="*/ 214027 w 234696"/>
                  <a:gd name="csY3" fmla="*/ 47652 h 162357"/>
                  <a:gd name="csX4" fmla="*/ 20574 w 234696"/>
                  <a:gd name="csY4" fmla="*/ 159380 h 162357"/>
                  <a:gd name="csX5" fmla="*/ 0 w 234696"/>
                  <a:gd name="csY5" fmla="*/ 148903 h 162357"/>
                  <a:gd name="csX6" fmla="*/ 20574 w 234696"/>
                  <a:gd name="csY6" fmla="*/ 114708 h 1623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4696" h="162357">
                    <a:moveTo>
                      <a:pt x="20574" y="114708"/>
                    </a:moveTo>
                    <a:lnTo>
                      <a:pt x="214027" y="2980"/>
                    </a:lnTo>
                    <a:cubicBezTo>
                      <a:pt x="225457" y="-3592"/>
                      <a:pt x="234696" y="1075"/>
                      <a:pt x="234696" y="13362"/>
                    </a:cubicBezTo>
                    <a:cubicBezTo>
                      <a:pt x="233676" y="27436"/>
                      <a:pt x="225996" y="40177"/>
                      <a:pt x="214027" y="47652"/>
                    </a:cubicBezTo>
                    <a:lnTo>
                      <a:pt x="20574" y="159380"/>
                    </a:lnTo>
                    <a:cubicBezTo>
                      <a:pt x="9239" y="165953"/>
                      <a:pt x="0" y="161285"/>
                      <a:pt x="0" y="148903"/>
                    </a:cubicBezTo>
                    <a:cubicBezTo>
                      <a:pt x="1044" y="134886"/>
                      <a:pt x="8679" y="122196"/>
                      <a:pt x="20574" y="114708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A2EAECCE-4D59-B04D-0B72-66EAE921A89E}"/>
                  </a:ext>
                </a:extLst>
              </p:cNvPr>
              <p:cNvSpPr/>
              <p:nvPr/>
            </p:nvSpPr>
            <p:spPr>
              <a:xfrm>
                <a:off x="4731543" y="2448088"/>
                <a:ext cx="234696" cy="162357"/>
              </a:xfrm>
              <a:custGeom>
                <a:avLst/>
                <a:gdLst>
                  <a:gd name="csX0" fmla="*/ 20574 w 234696"/>
                  <a:gd name="csY0" fmla="*/ 114708 h 162357"/>
                  <a:gd name="csX1" fmla="*/ 214027 w 234696"/>
                  <a:gd name="csY1" fmla="*/ 2980 h 162357"/>
                  <a:gd name="csX2" fmla="*/ 234696 w 234696"/>
                  <a:gd name="csY2" fmla="*/ 13362 h 162357"/>
                  <a:gd name="csX3" fmla="*/ 214027 w 234696"/>
                  <a:gd name="csY3" fmla="*/ 47652 h 162357"/>
                  <a:gd name="csX4" fmla="*/ 20574 w 234696"/>
                  <a:gd name="csY4" fmla="*/ 159380 h 162357"/>
                  <a:gd name="csX5" fmla="*/ 0 w 234696"/>
                  <a:gd name="csY5" fmla="*/ 148903 h 162357"/>
                  <a:gd name="csX6" fmla="*/ 20574 w 234696"/>
                  <a:gd name="csY6" fmla="*/ 114708 h 1623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4696" h="162357">
                    <a:moveTo>
                      <a:pt x="20574" y="114708"/>
                    </a:moveTo>
                    <a:lnTo>
                      <a:pt x="214027" y="2980"/>
                    </a:lnTo>
                    <a:cubicBezTo>
                      <a:pt x="225457" y="-3592"/>
                      <a:pt x="234696" y="1075"/>
                      <a:pt x="234696" y="13362"/>
                    </a:cubicBezTo>
                    <a:cubicBezTo>
                      <a:pt x="233676" y="27436"/>
                      <a:pt x="225996" y="40177"/>
                      <a:pt x="214027" y="47652"/>
                    </a:cubicBezTo>
                    <a:lnTo>
                      <a:pt x="20574" y="159380"/>
                    </a:lnTo>
                    <a:cubicBezTo>
                      <a:pt x="9239" y="165953"/>
                      <a:pt x="0" y="161285"/>
                      <a:pt x="0" y="148903"/>
                    </a:cubicBezTo>
                    <a:cubicBezTo>
                      <a:pt x="1044" y="134886"/>
                      <a:pt x="8679" y="122196"/>
                      <a:pt x="20574" y="1147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F4BDE95A-9837-C012-80D4-6A3E36736D4A}"/>
                  </a:ext>
                </a:extLst>
              </p:cNvPr>
              <p:cNvSpPr/>
              <p:nvPr/>
            </p:nvSpPr>
            <p:spPr>
              <a:xfrm>
                <a:off x="4731543" y="2563619"/>
                <a:ext cx="160877" cy="110921"/>
              </a:xfrm>
              <a:custGeom>
                <a:avLst/>
                <a:gdLst>
                  <a:gd name="csX0" fmla="*/ 14097 w 160877"/>
                  <a:gd name="csY0" fmla="*/ 78235 h 110921"/>
                  <a:gd name="csX1" fmla="*/ 146780 w 160877"/>
                  <a:gd name="csY1" fmla="*/ 2035 h 110921"/>
                  <a:gd name="csX2" fmla="*/ 160877 w 160877"/>
                  <a:gd name="csY2" fmla="*/ 9178 h 110921"/>
                  <a:gd name="csX3" fmla="*/ 146780 w 160877"/>
                  <a:gd name="csY3" fmla="*/ 32705 h 110921"/>
                  <a:gd name="csX4" fmla="*/ 14097 w 160877"/>
                  <a:gd name="csY4" fmla="*/ 108905 h 110921"/>
                  <a:gd name="csX5" fmla="*/ 0 w 160877"/>
                  <a:gd name="csY5" fmla="*/ 101761 h 110921"/>
                  <a:gd name="csX6" fmla="*/ 14097 w 160877"/>
                  <a:gd name="csY6" fmla="*/ 78235 h 110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0877" h="110921">
                    <a:moveTo>
                      <a:pt x="14097" y="78235"/>
                    </a:moveTo>
                    <a:lnTo>
                      <a:pt x="146780" y="2035"/>
                    </a:lnTo>
                    <a:cubicBezTo>
                      <a:pt x="154591" y="-2442"/>
                      <a:pt x="160877" y="701"/>
                      <a:pt x="160877" y="9178"/>
                    </a:cubicBezTo>
                    <a:cubicBezTo>
                      <a:pt x="160186" y="18816"/>
                      <a:pt x="154953" y="27550"/>
                      <a:pt x="146780" y="32705"/>
                    </a:cubicBezTo>
                    <a:lnTo>
                      <a:pt x="14097" y="108905"/>
                    </a:lnTo>
                    <a:cubicBezTo>
                      <a:pt x="6287" y="113382"/>
                      <a:pt x="0" y="110143"/>
                      <a:pt x="0" y="101761"/>
                    </a:cubicBezTo>
                    <a:cubicBezTo>
                      <a:pt x="676" y="92119"/>
                      <a:pt x="5913" y="83378"/>
                      <a:pt x="14097" y="78235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B18A8B08-A699-238D-3AFD-D83AAA115DE5}"/>
                  </a:ext>
                </a:extLst>
              </p:cNvPr>
              <p:cNvSpPr/>
              <p:nvPr/>
            </p:nvSpPr>
            <p:spPr>
              <a:xfrm>
                <a:off x="4731543" y="2563619"/>
                <a:ext cx="160877" cy="110921"/>
              </a:xfrm>
              <a:custGeom>
                <a:avLst/>
                <a:gdLst>
                  <a:gd name="csX0" fmla="*/ 14097 w 160877"/>
                  <a:gd name="csY0" fmla="*/ 78235 h 110921"/>
                  <a:gd name="csX1" fmla="*/ 146780 w 160877"/>
                  <a:gd name="csY1" fmla="*/ 2035 h 110921"/>
                  <a:gd name="csX2" fmla="*/ 160877 w 160877"/>
                  <a:gd name="csY2" fmla="*/ 9178 h 110921"/>
                  <a:gd name="csX3" fmla="*/ 146780 w 160877"/>
                  <a:gd name="csY3" fmla="*/ 32705 h 110921"/>
                  <a:gd name="csX4" fmla="*/ 14097 w 160877"/>
                  <a:gd name="csY4" fmla="*/ 108905 h 110921"/>
                  <a:gd name="csX5" fmla="*/ 0 w 160877"/>
                  <a:gd name="csY5" fmla="*/ 101761 h 110921"/>
                  <a:gd name="csX6" fmla="*/ 14097 w 160877"/>
                  <a:gd name="csY6" fmla="*/ 78235 h 110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0877" h="110921">
                    <a:moveTo>
                      <a:pt x="14097" y="78235"/>
                    </a:moveTo>
                    <a:lnTo>
                      <a:pt x="146780" y="2035"/>
                    </a:lnTo>
                    <a:cubicBezTo>
                      <a:pt x="154591" y="-2442"/>
                      <a:pt x="160877" y="701"/>
                      <a:pt x="160877" y="9178"/>
                    </a:cubicBezTo>
                    <a:cubicBezTo>
                      <a:pt x="160186" y="18816"/>
                      <a:pt x="154953" y="27550"/>
                      <a:pt x="146780" y="32705"/>
                    </a:cubicBezTo>
                    <a:lnTo>
                      <a:pt x="14097" y="108905"/>
                    </a:lnTo>
                    <a:cubicBezTo>
                      <a:pt x="6287" y="113382"/>
                      <a:pt x="0" y="110143"/>
                      <a:pt x="0" y="101761"/>
                    </a:cubicBezTo>
                    <a:cubicBezTo>
                      <a:pt x="676" y="92119"/>
                      <a:pt x="5913" y="83378"/>
                      <a:pt x="14097" y="782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AB671142-4E41-1AAB-5CAA-7479D02BE526}"/>
                  </a:ext>
                </a:extLst>
              </p:cNvPr>
              <p:cNvSpPr/>
              <p:nvPr/>
            </p:nvSpPr>
            <p:spPr>
              <a:xfrm>
                <a:off x="4597431" y="1369357"/>
                <a:ext cx="773811" cy="1210349"/>
              </a:xfrm>
              <a:custGeom>
                <a:avLst/>
                <a:gdLst>
                  <a:gd name="csX0" fmla="*/ 20574 w 773811"/>
                  <a:gd name="csY0" fmla="*/ 425724 h 1210349"/>
                  <a:gd name="csX1" fmla="*/ 753142 w 773811"/>
                  <a:gd name="csY1" fmla="*/ 2814 h 1210349"/>
                  <a:gd name="csX2" fmla="*/ 773811 w 773811"/>
                  <a:gd name="csY2" fmla="*/ 14720 h 1210349"/>
                  <a:gd name="csX3" fmla="*/ 773811 w 773811"/>
                  <a:gd name="csY3" fmla="*/ 746335 h 1210349"/>
                  <a:gd name="csX4" fmla="*/ 753142 w 773811"/>
                  <a:gd name="csY4" fmla="*/ 782149 h 1210349"/>
                  <a:gd name="csX5" fmla="*/ 20574 w 773811"/>
                  <a:gd name="csY5" fmla="*/ 1207536 h 1210349"/>
                  <a:gd name="csX6" fmla="*/ 0 w 773811"/>
                  <a:gd name="csY6" fmla="*/ 1195630 h 1210349"/>
                  <a:gd name="csX7" fmla="*/ 0 w 773811"/>
                  <a:gd name="csY7" fmla="*/ 461443 h 1210349"/>
                  <a:gd name="csX8" fmla="*/ 20574 w 773811"/>
                  <a:gd name="csY8" fmla="*/ 425724 h 1210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73811" h="1210349">
                    <a:moveTo>
                      <a:pt x="20574" y="425724"/>
                    </a:moveTo>
                    <a:lnTo>
                      <a:pt x="753142" y="2814"/>
                    </a:lnTo>
                    <a:cubicBezTo>
                      <a:pt x="764572" y="-3758"/>
                      <a:pt x="773811" y="1576"/>
                      <a:pt x="773811" y="14720"/>
                    </a:cubicBezTo>
                    <a:lnTo>
                      <a:pt x="773811" y="746335"/>
                    </a:lnTo>
                    <a:cubicBezTo>
                      <a:pt x="773022" y="760885"/>
                      <a:pt x="765345" y="774187"/>
                      <a:pt x="753142" y="782149"/>
                    </a:cubicBezTo>
                    <a:lnTo>
                      <a:pt x="20574" y="1207536"/>
                    </a:lnTo>
                    <a:cubicBezTo>
                      <a:pt x="9144" y="1214108"/>
                      <a:pt x="0" y="1208774"/>
                      <a:pt x="0" y="1195630"/>
                    </a:cubicBezTo>
                    <a:lnTo>
                      <a:pt x="0" y="461443"/>
                    </a:lnTo>
                    <a:cubicBezTo>
                      <a:pt x="752" y="446931"/>
                      <a:pt x="8399" y="433655"/>
                      <a:pt x="20574" y="425724"/>
                    </a:cubicBezTo>
                    <a:close/>
                  </a:path>
                </a:pathLst>
              </a:custGeom>
              <a:solidFill>
                <a:srgbClr val="F5F5F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02E15C3A-D142-A010-7494-B7C6D6229569}"/>
                  </a:ext>
                </a:extLst>
              </p:cNvPr>
              <p:cNvSpPr/>
              <p:nvPr/>
            </p:nvSpPr>
            <p:spPr>
              <a:xfrm>
                <a:off x="4597717" y="1617035"/>
                <a:ext cx="773811" cy="962671"/>
              </a:xfrm>
              <a:custGeom>
                <a:avLst/>
                <a:gdLst>
                  <a:gd name="csX0" fmla="*/ 289179 w 773811"/>
                  <a:gd name="csY0" fmla="*/ 345590 h 962671"/>
                  <a:gd name="csX1" fmla="*/ 263897 w 773811"/>
                  <a:gd name="csY1" fmla="*/ 340818 h 962671"/>
                  <a:gd name="csX2" fmla="*/ 257175 w 773811"/>
                  <a:gd name="csY2" fmla="*/ 349305 h 962671"/>
                  <a:gd name="csX3" fmla="*/ 0 w 773811"/>
                  <a:gd name="csY3" fmla="*/ 837747 h 962671"/>
                  <a:gd name="csX4" fmla="*/ 0 w 773811"/>
                  <a:gd name="csY4" fmla="*/ 947951 h 962671"/>
                  <a:gd name="csX5" fmla="*/ 20574 w 773811"/>
                  <a:gd name="csY5" fmla="*/ 959858 h 962671"/>
                  <a:gd name="csX6" fmla="*/ 753142 w 773811"/>
                  <a:gd name="csY6" fmla="*/ 536662 h 962671"/>
                  <a:gd name="csX7" fmla="*/ 773811 w 773811"/>
                  <a:gd name="csY7" fmla="*/ 500848 h 962671"/>
                  <a:gd name="csX8" fmla="*/ 773811 w 773811"/>
                  <a:gd name="csY8" fmla="*/ 257008 h 962671"/>
                  <a:gd name="csX9" fmla="*/ 634651 w 773811"/>
                  <a:gd name="csY9" fmla="*/ 9834 h 962671"/>
                  <a:gd name="csX10" fmla="*/ 610552 w 773811"/>
                  <a:gd name="csY10" fmla="*/ 11644 h 962671"/>
                  <a:gd name="csX11" fmla="*/ 425291 w 773811"/>
                  <a:gd name="csY11" fmla="*/ 502657 h 9626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73811" h="962671">
                    <a:moveTo>
                      <a:pt x="289179" y="345590"/>
                    </a:moveTo>
                    <a:cubicBezTo>
                      <a:pt x="283516" y="337291"/>
                      <a:pt x="272197" y="335154"/>
                      <a:pt x="263897" y="340818"/>
                    </a:cubicBezTo>
                    <a:cubicBezTo>
                      <a:pt x="260847" y="342899"/>
                      <a:pt x="258502" y="345859"/>
                      <a:pt x="257175" y="349305"/>
                    </a:cubicBezTo>
                    <a:lnTo>
                      <a:pt x="0" y="837747"/>
                    </a:lnTo>
                    <a:lnTo>
                      <a:pt x="0" y="947951"/>
                    </a:lnTo>
                    <a:cubicBezTo>
                      <a:pt x="0" y="961096"/>
                      <a:pt x="9525" y="966430"/>
                      <a:pt x="20574" y="959858"/>
                    </a:cubicBezTo>
                    <a:lnTo>
                      <a:pt x="753142" y="536662"/>
                    </a:lnTo>
                    <a:cubicBezTo>
                      <a:pt x="765345" y="528700"/>
                      <a:pt x="773022" y="515397"/>
                      <a:pt x="773811" y="500848"/>
                    </a:cubicBezTo>
                    <a:lnTo>
                      <a:pt x="773811" y="257008"/>
                    </a:lnTo>
                    <a:lnTo>
                      <a:pt x="634651" y="9834"/>
                    </a:lnTo>
                    <a:cubicBezTo>
                      <a:pt x="626935" y="-3977"/>
                      <a:pt x="616172" y="-3120"/>
                      <a:pt x="610552" y="11644"/>
                    </a:cubicBezTo>
                    <a:lnTo>
                      <a:pt x="425291" y="502657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51B38870-15BA-2C06-C9CF-3B3E895857B4}"/>
                  </a:ext>
                </a:extLst>
              </p:cNvPr>
              <p:cNvSpPr/>
              <p:nvPr/>
            </p:nvSpPr>
            <p:spPr>
              <a:xfrm>
                <a:off x="4597717" y="1617035"/>
                <a:ext cx="773811" cy="962671"/>
              </a:xfrm>
              <a:custGeom>
                <a:avLst/>
                <a:gdLst>
                  <a:gd name="csX0" fmla="*/ 289179 w 773811"/>
                  <a:gd name="csY0" fmla="*/ 345590 h 962671"/>
                  <a:gd name="csX1" fmla="*/ 263897 w 773811"/>
                  <a:gd name="csY1" fmla="*/ 340818 h 962671"/>
                  <a:gd name="csX2" fmla="*/ 257175 w 773811"/>
                  <a:gd name="csY2" fmla="*/ 349305 h 962671"/>
                  <a:gd name="csX3" fmla="*/ 0 w 773811"/>
                  <a:gd name="csY3" fmla="*/ 837747 h 962671"/>
                  <a:gd name="csX4" fmla="*/ 0 w 773811"/>
                  <a:gd name="csY4" fmla="*/ 947951 h 962671"/>
                  <a:gd name="csX5" fmla="*/ 20574 w 773811"/>
                  <a:gd name="csY5" fmla="*/ 959858 h 962671"/>
                  <a:gd name="csX6" fmla="*/ 753142 w 773811"/>
                  <a:gd name="csY6" fmla="*/ 536662 h 962671"/>
                  <a:gd name="csX7" fmla="*/ 773811 w 773811"/>
                  <a:gd name="csY7" fmla="*/ 500848 h 962671"/>
                  <a:gd name="csX8" fmla="*/ 773811 w 773811"/>
                  <a:gd name="csY8" fmla="*/ 257008 h 962671"/>
                  <a:gd name="csX9" fmla="*/ 634651 w 773811"/>
                  <a:gd name="csY9" fmla="*/ 9834 h 962671"/>
                  <a:gd name="csX10" fmla="*/ 610552 w 773811"/>
                  <a:gd name="csY10" fmla="*/ 11644 h 962671"/>
                  <a:gd name="csX11" fmla="*/ 425291 w 773811"/>
                  <a:gd name="csY11" fmla="*/ 502657 h 9626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73811" h="962671">
                    <a:moveTo>
                      <a:pt x="289179" y="345590"/>
                    </a:moveTo>
                    <a:cubicBezTo>
                      <a:pt x="283516" y="337291"/>
                      <a:pt x="272197" y="335154"/>
                      <a:pt x="263897" y="340818"/>
                    </a:cubicBezTo>
                    <a:cubicBezTo>
                      <a:pt x="260847" y="342899"/>
                      <a:pt x="258502" y="345859"/>
                      <a:pt x="257175" y="349305"/>
                    </a:cubicBezTo>
                    <a:lnTo>
                      <a:pt x="0" y="837747"/>
                    </a:lnTo>
                    <a:lnTo>
                      <a:pt x="0" y="947951"/>
                    </a:lnTo>
                    <a:cubicBezTo>
                      <a:pt x="0" y="961096"/>
                      <a:pt x="9525" y="966430"/>
                      <a:pt x="20574" y="959858"/>
                    </a:cubicBezTo>
                    <a:lnTo>
                      <a:pt x="753142" y="536662"/>
                    </a:lnTo>
                    <a:cubicBezTo>
                      <a:pt x="765345" y="528700"/>
                      <a:pt x="773022" y="515397"/>
                      <a:pt x="773811" y="500848"/>
                    </a:cubicBezTo>
                    <a:lnTo>
                      <a:pt x="773811" y="257008"/>
                    </a:lnTo>
                    <a:lnTo>
                      <a:pt x="634651" y="9834"/>
                    </a:lnTo>
                    <a:cubicBezTo>
                      <a:pt x="626935" y="-3977"/>
                      <a:pt x="616172" y="-3120"/>
                      <a:pt x="610552" y="11644"/>
                    </a:cubicBezTo>
                    <a:lnTo>
                      <a:pt x="425291" y="50265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7C537367-9CD5-64C3-83A8-992D9ADDF7A9}"/>
                  </a:ext>
                </a:extLst>
              </p:cNvPr>
              <p:cNvSpPr/>
              <p:nvPr/>
            </p:nvSpPr>
            <p:spPr>
              <a:xfrm>
                <a:off x="4597431" y="1715166"/>
                <a:ext cx="194310" cy="293422"/>
              </a:xfrm>
              <a:custGeom>
                <a:avLst/>
                <a:gdLst>
                  <a:gd name="csX0" fmla="*/ 77248 w 194310"/>
                  <a:gd name="csY0" fmla="*/ 277844 h 293422"/>
                  <a:gd name="csX1" fmla="*/ 194310 w 194310"/>
                  <a:gd name="csY1" fmla="*/ 76200 h 293422"/>
                  <a:gd name="csX2" fmla="*/ 158782 w 194310"/>
                  <a:gd name="csY2" fmla="*/ 0 h 293422"/>
                  <a:gd name="csX3" fmla="*/ 20574 w 194310"/>
                  <a:gd name="csY3" fmla="*/ 79724 h 293422"/>
                  <a:gd name="csX4" fmla="*/ 0 w 194310"/>
                  <a:gd name="csY4" fmla="*/ 115443 h 293422"/>
                  <a:gd name="csX5" fmla="*/ 0 w 194310"/>
                  <a:gd name="csY5" fmla="*/ 288226 h 293422"/>
                  <a:gd name="csX6" fmla="*/ 77248 w 194310"/>
                  <a:gd name="csY6" fmla="*/ 277844 h 293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94310" h="293422">
                    <a:moveTo>
                      <a:pt x="77248" y="277844"/>
                    </a:moveTo>
                    <a:cubicBezTo>
                      <a:pt x="141827" y="240792"/>
                      <a:pt x="194310" y="150495"/>
                      <a:pt x="194310" y="76200"/>
                    </a:cubicBezTo>
                    <a:cubicBezTo>
                      <a:pt x="194310" y="38100"/>
                      <a:pt x="180594" y="12001"/>
                      <a:pt x="158782" y="0"/>
                    </a:cubicBezTo>
                    <a:lnTo>
                      <a:pt x="20574" y="79724"/>
                    </a:lnTo>
                    <a:cubicBezTo>
                      <a:pt x="8399" y="87656"/>
                      <a:pt x="752" y="100932"/>
                      <a:pt x="0" y="115443"/>
                    </a:cubicBezTo>
                    <a:lnTo>
                      <a:pt x="0" y="288226"/>
                    </a:lnTo>
                    <a:cubicBezTo>
                      <a:pt x="20574" y="297466"/>
                      <a:pt x="47530" y="294608"/>
                      <a:pt x="77248" y="277844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FE2853A2-2D23-B68C-0996-DB37C6379263}"/>
                  </a:ext>
                </a:extLst>
              </p:cNvPr>
              <p:cNvSpPr/>
              <p:nvPr/>
            </p:nvSpPr>
            <p:spPr>
              <a:xfrm>
                <a:off x="4597431" y="1715166"/>
                <a:ext cx="194310" cy="293422"/>
              </a:xfrm>
              <a:custGeom>
                <a:avLst/>
                <a:gdLst>
                  <a:gd name="csX0" fmla="*/ 77248 w 194310"/>
                  <a:gd name="csY0" fmla="*/ 277844 h 293422"/>
                  <a:gd name="csX1" fmla="*/ 194310 w 194310"/>
                  <a:gd name="csY1" fmla="*/ 76200 h 293422"/>
                  <a:gd name="csX2" fmla="*/ 158782 w 194310"/>
                  <a:gd name="csY2" fmla="*/ 0 h 293422"/>
                  <a:gd name="csX3" fmla="*/ 20574 w 194310"/>
                  <a:gd name="csY3" fmla="*/ 79724 h 293422"/>
                  <a:gd name="csX4" fmla="*/ 0 w 194310"/>
                  <a:gd name="csY4" fmla="*/ 115443 h 293422"/>
                  <a:gd name="csX5" fmla="*/ 0 w 194310"/>
                  <a:gd name="csY5" fmla="*/ 288226 h 293422"/>
                  <a:gd name="csX6" fmla="*/ 77248 w 194310"/>
                  <a:gd name="csY6" fmla="*/ 277844 h 293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94310" h="293422">
                    <a:moveTo>
                      <a:pt x="77248" y="277844"/>
                    </a:moveTo>
                    <a:cubicBezTo>
                      <a:pt x="141827" y="240792"/>
                      <a:pt x="194310" y="150495"/>
                      <a:pt x="194310" y="76200"/>
                    </a:cubicBezTo>
                    <a:cubicBezTo>
                      <a:pt x="194310" y="38100"/>
                      <a:pt x="180594" y="12001"/>
                      <a:pt x="158782" y="0"/>
                    </a:cubicBezTo>
                    <a:lnTo>
                      <a:pt x="20574" y="79724"/>
                    </a:lnTo>
                    <a:cubicBezTo>
                      <a:pt x="8399" y="87656"/>
                      <a:pt x="752" y="100932"/>
                      <a:pt x="0" y="115443"/>
                    </a:cubicBezTo>
                    <a:lnTo>
                      <a:pt x="0" y="288226"/>
                    </a:lnTo>
                    <a:cubicBezTo>
                      <a:pt x="20574" y="297466"/>
                      <a:pt x="47530" y="294608"/>
                      <a:pt x="77248" y="2778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9F627A4-2ECD-6234-C5C0-698578C1FE44}"/>
                  </a:ext>
                </a:extLst>
              </p:cNvPr>
              <p:cNvSpPr/>
              <p:nvPr/>
            </p:nvSpPr>
            <p:spPr>
              <a:xfrm>
                <a:off x="4597431" y="2374367"/>
                <a:ext cx="773811" cy="473631"/>
              </a:xfrm>
              <a:custGeom>
                <a:avLst/>
                <a:gdLst>
                  <a:gd name="csX0" fmla="*/ 20574 w 773811"/>
                  <a:gd name="csY0" fmla="*/ 425982 h 473631"/>
                  <a:gd name="csX1" fmla="*/ 753142 w 773811"/>
                  <a:gd name="csY1" fmla="*/ 2977 h 473631"/>
                  <a:gd name="csX2" fmla="*/ 773811 w 773811"/>
                  <a:gd name="csY2" fmla="*/ 13455 h 473631"/>
                  <a:gd name="csX3" fmla="*/ 753142 w 773811"/>
                  <a:gd name="csY3" fmla="*/ 47649 h 473631"/>
                  <a:gd name="csX4" fmla="*/ 20574 w 773811"/>
                  <a:gd name="csY4" fmla="*/ 470655 h 473631"/>
                  <a:gd name="csX5" fmla="*/ 0 w 773811"/>
                  <a:gd name="csY5" fmla="*/ 460177 h 473631"/>
                  <a:gd name="csX6" fmla="*/ 20574 w 773811"/>
                  <a:gd name="csY6" fmla="*/ 425982 h 473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811" h="473631">
                    <a:moveTo>
                      <a:pt x="20574" y="425982"/>
                    </a:moveTo>
                    <a:lnTo>
                      <a:pt x="753142" y="2977"/>
                    </a:lnTo>
                    <a:cubicBezTo>
                      <a:pt x="764572" y="-3595"/>
                      <a:pt x="773811" y="1072"/>
                      <a:pt x="773811" y="13455"/>
                    </a:cubicBezTo>
                    <a:cubicBezTo>
                      <a:pt x="772761" y="27494"/>
                      <a:pt x="765085" y="40194"/>
                      <a:pt x="753142" y="47649"/>
                    </a:cubicBezTo>
                    <a:lnTo>
                      <a:pt x="20574" y="470655"/>
                    </a:lnTo>
                    <a:cubicBezTo>
                      <a:pt x="9144" y="477227"/>
                      <a:pt x="0" y="472560"/>
                      <a:pt x="0" y="460177"/>
                    </a:cubicBezTo>
                    <a:cubicBezTo>
                      <a:pt x="983" y="446141"/>
                      <a:pt x="8633" y="433426"/>
                      <a:pt x="20574" y="425982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6A3943B-36AF-7643-F60A-DF537ED135E8}"/>
                  </a:ext>
                </a:extLst>
              </p:cNvPr>
              <p:cNvSpPr/>
              <p:nvPr/>
            </p:nvSpPr>
            <p:spPr>
              <a:xfrm>
                <a:off x="4597431" y="2374367"/>
                <a:ext cx="773811" cy="473631"/>
              </a:xfrm>
              <a:custGeom>
                <a:avLst/>
                <a:gdLst>
                  <a:gd name="csX0" fmla="*/ 20574 w 773811"/>
                  <a:gd name="csY0" fmla="*/ 425982 h 473631"/>
                  <a:gd name="csX1" fmla="*/ 753142 w 773811"/>
                  <a:gd name="csY1" fmla="*/ 2977 h 473631"/>
                  <a:gd name="csX2" fmla="*/ 773811 w 773811"/>
                  <a:gd name="csY2" fmla="*/ 13455 h 473631"/>
                  <a:gd name="csX3" fmla="*/ 753142 w 773811"/>
                  <a:gd name="csY3" fmla="*/ 47649 h 473631"/>
                  <a:gd name="csX4" fmla="*/ 20574 w 773811"/>
                  <a:gd name="csY4" fmla="*/ 470655 h 473631"/>
                  <a:gd name="csX5" fmla="*/ 0 w 773811"/>
                  <a:gd name="csY5" fmla="*/ 460177 h 473631"/>
                  <a:gd name="csX6" fmla="*/ 20574 w 773811"/>
                  <a:gd name="csY6" fmla="*/ 425982 h 473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811" h="473631">
                    <a:moveTo>
                      <a:pt x="20574" y="425982"/>
                    </a:moveTo>
                    <a:lnTo>
                      <a:pt x="753142" y="2977"/>
                    </a:lnTo>
                    <a:cubicBezTo>
                      <a:pt x="764572" y="-3595"/>
                      <a:pt x="773811" y="1072"/>
                      <a:pt x="773811" y="13455"/>
                    </a:cubicBezTo>
                    <a:cubicBezTo>
                      <a:pt x="772761" y="27494"/>
                      <a:pt x="765085" y="40194"/>
                      <a:pt x="753142" y="47649"/>
                    </a:cubicBezTo>
                    <a:lnTo>
                      <a:pt x="20574" y="470655"/>
                    </a:lnTo>
                    <a:cubicBezTo>
                      <a:pt x="9144" y="477227"/>
                      <a:pt x="0" y="472560"/>
                      <a:pt x="0" y="460177"/>
                    </a:cubicBezTo>
                    <a:cubicBezTo>
                      <a:pt x="983" y="446141"/>
                      <a:pt x="8633" y="433426"/>
                      <a:pt x="20574" y="4259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6F18FDE-2A15-076A-43FA-C9F1D3B3A57C}"/>
                  </a:ext>
                </a:extLst>
              </p:cNvPr>
              <p:cNvSpPr/>
              <p:nvPr/>
            </p:nvSpPr>
            <p:spPr>
              <a:xfrm>
                <a:off x="4597431" y="2463997"/>
                <a:ext cx="773811" cy="473631"/>
              </a:xfrm>
              <a:custGeom>
                <a:avLst/>
                <a:gdLst>
                  <a:gd name="csX0" fmla="*/ 20574 w 773811"/>
                  <a:gd name="csY0" fmla="*/ 425697 h 473631"/>
                  <a:gd name="csX1" fmla="*/ 753142 w 773811"/>
                  <a:gd name="csY1" fmla="*/ 2977 h 473631"/>
                  <a:gd name="csX2" fmla="*/ 773811 w 773811"/>
                  <a:gd name="csY2" fmla="*/ 13455 h 473631"/>
                  <a:gd name="csX3" fmla="*/ 753142 w 773811"/>
                  <a:gd name="csY3" fmla="*/ 47649 h 473631"/>
                  <a:gd name="csX4" fmla="*/ 20574 w 773811"/>
                  <a:gd name="csY4" fmla="*/ 470655 h 473631"/>
                  <a:gd name="csX5" fmla="*/ 0 w 773811"/>
                  <a:gd name="csY5" fmla="*/ 460177 h 473631"/>
                  <a:gd name="csX6" fmla="*/ 20574 w 773811"/>
                  <a:gd name="csY6" fmla="*/ 425697 h 473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811" h="473631">
                    <a:moveTo>
                      <a:pt x="20574" y="425697"/>
                    </a:moveTo>
                    <a:lnTo>
                      <a:pt x="753142" y="2977"/>
                    </a:lnTo>
                    <a:cubicBezTo>
                      <a:pt x="764572" y="-3595"/>
                      <a:pt x="773811" y="1072"/>
                      <a:pt x="773811" y="13455"/>
                    </a:cubicBezTo>
                    <a:cubicBezTo>
                      <a:pt x="772761" y="27494"/>
                      <a:pt x="765085" y="40194"/>
                      <a:pt x="753142" y="47649"/>
                    </a:cubicBezTo>
                    <a:lnTo>
                      <a:pt x="20574" y="470655"/>
                    </a:lnTo>
                    <a:cubicBezTo>
                      <a:pt x="9144" y="477227"/>
                      <a:pt x="0" y="472559"/>
                      <a:pt x="0" y="460177"/>
                    </a:cubicBezTo>
                    <a:cubicBezTo>
                      <a:pt x="909" y="446042"/>
                      <a:pt x="8566" y="433209"/>
                      <a:pt x="20574" y="425697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A8FD0A55-FAEB-C5B0-68BA-16C50B86E809}"/>
                  </a:ext>
                </a:extLst>
              </p:cNvPr>
              <p:cNvSpPr/>
              <p:nvPr/>
            </p:nvSpPr>
            <p:spPr>
              <a:xfrm>
                <a:off x="4597431" y="2463997"/>
                <a:ext cx="773811" cy="473631"/>
              </a:xfrm>
              <a:custGeom>
                <a:avLst/>
                <a:gdLst>
                  <a:gd name="csX0" fmla="*/ 20574 w 773811"/>
                  <a:gd name="csY0" fmla="*/ 425697 h 473631"/>
                  <a:gd name="csX1" fmla="*/ 753142 w 773811"/>
                  <a:gd name="csY1" fmla="*/ 2977 h 473631"/>
                  <a:gd name="csX2" fmla="*/ 773811 w 773811"/>
                  <a:gd name="csY2" fmla="*/ 13455 h 473631"/>
                  <a:gd name="csX3" fmla="*/ 753142 w 773811"/>
                  <a:gd name="csY3" fmla="*/ 47649 h 473631"/>
                  <a:gd name="csX4" fmla="*/ 20574 w 773811"/>
                  <a:gd name="csY4" fmla="*/ 470655 h 473631"/>
                  <a:gd name="csX5" fmla="*/ 0 w 773811"/>
                  <a:gd name="csY5" fmla="*/ 460177 h 473631"/>
                  <a:gd name="csX6" fmla="*/ 20574 w 773811"/>
                  <a:gd name="csY6" fmla="*/ 425697 h 4736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811" h="473631">
                    <a:moveTo>
                      <a:pt x="20574" y="425697"/>
                    </a:moveTo>
                    <a:lnTo>
                      <a:pt x="753142" y="2977"/>
                    </a:lnTo>
                    <a:cubicBezTo>
                      <a:pt x="764572" y="-3595"/>
                      <a:pt x="773811" y="1072"/>
                      <a:pt x="773811" y="13455"/>
                    </a:cubicBezTo>
                    <a:cubicBezTo>
                      <a:pt x="772761" y="27494"/>
                      <a:pt x="765085" y="40194"/>
                      <a:pt x="753142" y="47649"/>
                    </a:cubicBezTo>
                    <a:lnTo>
                      <a:pt x="20574" y="470655"/>
                    </a:lnTo>
                    <a:cubicBezTo>
                      <a:pt x="9144" y="477227"/>
                      <a:pt x="0" y="472559"/>
                      <a:pt x="0" y="460177"/>
                    </a:cubicBezTo>
                    <a:cubicBezTo>
                      <a:pt x="909" y="446042"/>
                      <a:pt x="8566" y="433209"/>
                      <a:pt x="20574" y="4256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C35978E7-CB9D-A752-9CF0-3201D7E8339B}"/>
                  </a:ext>
                </a:extLst>
              </p:cNvPr>
              <p:cNvSpPr/>
              <p:nvPr/>
            </p:nvSpPr>
            <p:spPr>
              <a:xfrm>
                <a:off x="4702492" y="1091296"/>
                <a:ext cx="579691" cy="375391"/>
              </a:xfrm>
              <a:custGeom>
                <a:avLst/>
                <a:gdLst>
                  <a:gd name="csX0" fmla="*/ 28480 w 579691"/>
                  <a:gd name="csY0" fmla="*/ 305544 h 375391"/>
                  <a:gd name="csX1" fmla="*/ 551116 w 579691"/>
                  <a:gd name="csY1" fmla="*/ 4078 h 375391"/>
                  <a:gd name="csX2" fmla="*/ 579691 w 579691"/>
                  <a:gd name="csY2" fmla="*/ 20747 h 375391"/>
                  <a:gd name="csX3" fmla="*/ 579691 w 579691"/>
                  <a:gd name="csY3" fmla="*/ 20747 h 375391"/>
                  <a:gd name="csX4" fmla="*/ 551116 w 579691"/>
                  <a:gd name="csY4" fmla="*/ 70658 h 375391"/>
                  <a:gd name="csX5" fmla="*/ 28575 w 579691"/>
                  <a:gd name="csY5" fmla="*/ 371267 h 375391"/>
                  <a:gd name="csX6" fmla="*/ 0 w 579691"/>
                  <a:gd name="csY6" fmla="*/ 355074 h 375391"/>
                  <a:gd name="csX7" fmla="*/ 28480 w 579691"/>
                  <a:gd name="csY7" fmla="*/ 305544 h 3753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579691" h="375391">
                    <a:moveTo>
                      <a:pt x="28480" y="305544"/>
                    </a:moveTo>
                    <a:lnTo>
                      <a:pt x="551116" y="4078"/>
                    </a:lnTo>
                    <a:cubicBezTo>
                      <a:pt x="567118" y="-5447"/>
                      <a:pt x="579691" y="2364"/>
                      <a:pt x="579691" y="20747"/>
                    </a:cubicBezTo>
                    <a:lnTo>
                      <a:pt x="579691" y="20747"/>
                    </a:lnTo>
                    <a:cubicBezTo>
                      <a:pt x="578688" y="40994"/>
                      <a:pt x="568069" y="59542"/>
                      <a:pt x="551116" y="70658"/>
                    </a:cubicBezTo>
                    <a:lnTo>
                      <a:pt x="28575" y="371267"/>
                    </a:lnTo>
                    <a:cubicBezTo>
                      <a:pt x="12573" y="380792"/>
                      <a:pt x="0" y="373172"/>
                      <a:pt x="0" y="355074"/>
                    </a:cubicBezTo>
                    <a:cubicBezTo>
                      <a:pt x="1100" y="334982"/>
                      <a:pt x="11668" y="316603"/>
                      <a:pt x="28480" y="305544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22" name="Graphic 5">
              <a:extLst>
                <a:ext uri="{FF2B5EF4-FFF2-40B4-BE49-F238E27FC236}">
                  <a16:creationId xmlns:a16="http://schemas.microsoft.com/office/drawing/2014/main" id="{609FAA74-1B2C-1C4F-85AA-E5F8ECAE16CB}"/>
                </a:ext>
              </a:extLst>
            </p:cNvPr>
            <p:cNvGrpSpPr/>
            <p:nvPr/>
          </p:nvGrpSpPr>
          <p:grpSpPr>
            <a:xfrm>
              <a:off x="7573460" y="2145009"/>
              <a:ext cx="573114" cy="1438788"/>
              <a:chOff x="5794658" y="1548629"/>
              <a:chExt cx="573114" cy="1438788"/>
            </a:xfrm>
          </p:grpSpPr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F98A06F0-1CCE-617D-4B1E-FE55E8D9BF6E}"/>
                  </a:ext>
                </a:extLst>
              </p:cNvPr>
              <p:cNvSpPr/>
              <p:nvPr/>
            </p:nvSpPr>
            <p:spPr>
              <a:xfrm>
                <a:off x="6193059" y="1968626"/>
                <a:ext cx="110490" cy="117348"/>
              </a:xfrm>
              <a:custGeom>
                <a:avLst/>
                <a:gdLst>
                  <a:gd name="csX0" fmla="*/ 73438 w 110490"/>
                  <a:gd name="csY0" fmla="*/ 0 h 117348"/>
                  <a:gd name="csX1" fmla="*/ 110490 w 110490"/>
                  <a:gd name="csY1" fmla="*/ 67913 h 117348"/>
                  <a:gd name="csX2" fmla="*/ 52864 w 110490"/>
                  <a:gd name="csY2" fmla="*/ 117348 h 117348"/>
                  <a:gd name="csX3" fmla="*/ 0 w 110490"/>
                  <a:gd name="csY3" fmla="*/ 33623 h 117348"/>
                  <a:gd name="csX4" fmla="*/ 73438 w 110490"/>
                  <a:gd name="csY4" fmla="*/ 0 h 117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0490" h="117348">
                    <a:moveTo>
                      <a:pt x="73438" y="0"/>
                    </a:moveTo>
                    <a:lnTo>
                      <a:pt x="110490" y="67913"/>
                    </a:lnTo>
                    <a:lnTo>
                      <a:pt x="52864" y="117348"/>
                    </a:lnTo>
                    <a:lnTo>
                      <a:pt x="0" y="33623"/>
                    </a:lnTo>
                    <a:lnTo>
                      <a:pt x="73438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076B65CB-6575-4926-A581-7A8F0616EDF8}"/>
                  </a:ext>
                </a:extLst>
              </p:cNvPr>
              <p:cNvSpPr/>
              <p:nvPr/>
            </p:nvSpPr>
            <p:spPr>
              <a:xfrm>
                <a:off x="6127432" y="1817274"/>
                <a:ext cx="148304" cy="205440"/>
              </a:xfrm>
              <a:custGeom>
                <a:avLst/>
                <a:gdLst>
                  <a:gd name="csX0" fmla="*/ 0 w 148304"/>
                  <a:gd name="csY0" fmla="*/ 0 h 205440"/>
                  <a:gd name="csX1" fmla="*/ 91154 w 148304"/>
                  <a:gd name="csY1" fmla="*/ 42577 h 205440"/>
                  <a:gd name="csX2" fmla="*/ 148304 w 148304"/>
                  <a:gd name="csY2" fmla="*/ 161068 h 205440"/>
                  <a:gd name="csX3" fmla="*/ 64294 w 148304"/>
                  <a:gd name="csY3" fmla="*/ 205264 h 205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8304" h="205440">
                    <a:moveTo>
                      <a:pt x="0" y="0"/>
                    </a:moveTo>
                    <a:cubicBezTo>
                      <a:pt x="36767" y="0"/>
                      <a:pt x="77248" y="13716"/>
                      <a:pt x="91154" y="42577"/>
                    </a:cubicBezTo>
                    <a:lnTo>
                      <a:pt x="148304" y="161068"/>
                    </a:lnTo>
                    <a:cubicBezTo>
                      <a:pt x="148304" y="161068"/>
                      <a:pt x="115824" y="208693"/>
                      <a:pt x="64294" y="205264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FA07F9DC-F756-D7C4-D9F0-684341F3CAF6}"/>
                  </a:ext>
                </a:extLst>
              </p:cNvPr>
              <p:cNvSpPr/>
              <p:nvPr/>
            </p:nvSpPr>
            <p:spPr>
              <a:xfrm>
                <a:off x="6218581" y="2009799"/>
                <a:ext cx="149190" cy="158213"/>
              </a:xfrm>
              <a:custGeom>
                <a:avLst/>
                <a:gdLst>
                  <a:gd name="csX0" fmla="*/ 45058 w 149190"/>
                  <a:gd name="csY0" fmla="*/ 37313 h 158213"/>
                  <a:gd name="csX1" fmla="*/ 64870 w 149190"/>
                  <a:gd name="csY1" fmla="*/ 11977 h 158213"/>
                  <a:gd name="csX2" fmla="*/ 126783 w 149190"/>
                  <a:gd name="csY2" fmla="*/ 356 h 158213"/>
                  <a:gd name="csX3" fmla="*/ 147452 w 149190"/>
                  <a:gd name="csY3" fmla="*/ 18740 h 158213"/>
                  <a:gd name="csX4" fmla="*/ 93731 w 149190"/>
                  <a:gd name="csY4" fmla="*/ 139326 h 158213"/>
                  <a:gd name="csX5" fmla="*/ 66013 w 149190"/>
                  <a:gd name="csY5" fmla="*/ 154566 h 158213"/>
                  <a:gd name="csX6" fmla="*/ 13245 w 149190"/>
                  <a:gd name="csY6" fmla="*/ 157995 h 158213"/>
                  <a:gd name="csX7" fmla="*/ 2100 w 149190"/>
                  <a:gd name="csY7" fmla="*/ 138469 h 158213"/>
                  <a:gd name="csX8" fmla="*/ 31628 w 149190"/>
                  <a:gd name="csY8" fmla="*/ 65793 h 158213"/>
                  <a:gd name="csX9" fmla="*/ 45058 w 149190"/>
                  <a:gd name="csY9" fmla="*/ 37313 h 1582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49190" h="158213">
                    <a:moveTo>
                      <a:pt x="45058" y="37313"/>
                    </a:moveTo>
                    <a:cubicBezTo>
                      <a:pt x="55822" y="17311"/>
                      <a:pt x="58488" y="16358"/>
                      <a:pt x="64870" y="11977"/>
                    </a:cubicBezTo>
                    <a:cubicBezTo>
                      <a:pt x="71252" y="7595"/>
                      <a:pt x="110495" y="1785"/>
                      <a:pt x="126783" y="356"/>
                    </a:cubicBezTo>
                    <a:cubicBezTo>
                      <a:pt x="145833" y="-1263"/>
                      <a:pt x="152786" y="2261"/>
                      <a:pt x="147452" y="18740"/>
                    </a:cubicBezTo>
                    <a:cubicBezTo>
                      <a:pt x="132780" y="60300"/>
                      <a:pt x="114816" y="100623"/>
                      <a:pt x="93731" y="139326"/>
                    </a:cubicBezTo>
                    <a:cubicBezTo>
                      <a:pt x="88588" y="146089"/>
                      <a:pt x="87635" y="152375"/>
                      <a:pt x="66013" y="154566"/>
                    </a:cubicBezTo>
                    <a:cubicBezTo>
                      <a:pt x="45915" y="156471"/>
                      <a:pt x="20674" y="157614"/>
                      <a:pt x="13245" y="157995"/>
                    </a:cubicBezTo>
                    <a:cubicBezTo>
                      <a:pt x="5815" y="158376"/>
                      <a:pt x="-4472" y="160376"/>
                      <a:pt x="2100" y="138469"/>
                    </a:cubicBezTo>
                    <a:cubicBezTo>
                      <a:pt x="10604" y="113721"/>
                      <a:pt x="20462" y="89459"/>
                      <a:pt x="31628" y="65793"/>
                    </a:cubicBezTo>
                    <a:cubicBezTo>
                      <a:pt x="39915" y="47600"/>
                      <a:pt x="45058" y="37313"/>
                      <a:pt x="45058" y="3731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B401C402-6AC7-8849-011F-6818BD9899D8}"/>
                  </a:ext>
                </a:extLst>
              </p:cNvPr>
              <p:cNvSpPr/>
              <p:nvPr/>
            </p:nvSpPr>
            <p:spPr>
              <a:xfrm>
                <a:off x="5794658" y="2719902"/>
                <a:ext cx="153078" cy="166600"/>
              </a:xfrm>
              <a:custGeom>
                <a:avLst/>
                <a:gdLst>
                  <a:gd name="csX0" fmla="*/ 39786 w 153078"/>
                  <a:gd name="csY0" fmla="*/ 1104 h 166600"/>
                  <a:gd name="csX1" fmla="*/ 16544 w 153078"/>
                  <a:gd name="csY1" fmla="*/ 17297 h 166600"/>
                  <a:gd name="csX2" fmla="*/ 257 w 153078"/>
                  <a:gd name="csY2" fmla="*/ 41681 h 166600"/>
                  <a:gd name="csX3" fmla="*/ 19307 w 153078"/>
                  <a:gd name="csY3" fmla="*/ 79781 h 166600"/>
                  <a:gd name="csX4" fmla="*/ 47120 w 153078"/>
                  <a:gd name="csY4" fmla="*/ 117214 h 166600"/>
                  <a:gd name="csX5" fmla="*/ 81029 w 153078"/>
                  <a:gd name="csY5" fmla="*/ 160076 h 166600"/>
                  <a:gd name="csX6" fmla="*/ 147704 w 153078"/>
                  <a:gd name="csY6" fmla="*/ 160076 h 166600"/>
                  <a:gd name="csX7" fmla="*/ 130844 w 153078"/>
                  <a:gd name="csY7" fmla="*/ 116928 h 166600"/>
                  <a:gd name="csX8" fmla="*/ 89125 w 153078"/>
                  <a:gd name="csY8" fmla="*/ 28060 h 166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3078" h="166600">
                    <a:moveTo>
                      <a:pt x="39786" y="1104"/>
                    </a:moveTo>
                    <a:cubicBezTo>
                      <a:pt x="30261" y="-3658"/>
                      <a:pt x="24831" y="7962"/>
                      <a:pt x="16544" y="17297"/>
                    </a:cubicBezTo>
                    <a:cubicBezTo>
                      <a:pt x="9428" y="24161"/>
                      <a:pt x="3873" y="32478"/>
                      <a:pt x="257" y="41681"/>
                    </a:cubicBezTo>
                    <a:cubicBezTo>
                      <a:pt x="-1744" y="52634"/>
                      <a:pt x="8258" y="70256"/>
                      <a:pt x="19307" y="79781"/>
                    </a:cubicBezTo>
                    <a:cubicBezTo>
                      <a:pt x="30356" y="89306"/>
                      <a:pt x="43119" y="96259"/>
                      <a:pt x="47120" y="117214"/>
                    </a:cubicBezTo>
                    <a:cubicBezTo>
                      <a:pt x="49224" y="136839"/>
                      <a:pt x="62414" y="153512"/>
                      <a:pt x="81029" y="160076"/>
                    </a:cubicBezTo>
                    <a:cubicBezTo>
                      <a:pt x="104841" y="170363"/>
                      <a:pt x="136750" y="167030"/>
                      <a:pt x="147704" y="160076"/>
                    </a:cubicBezTo>
                    <a:cubicBezTo>
                      <a:pt x="160467" y="151790"/>
                      <a:pt x="148752" y="142646"/>
                      <a:pt x="130844" y="116928"/>
                    </a:cubicBezTo>
                    <a:cubicBezTo>
                      <a:pt x="107413" y="83400"/>
                      <a:pt x="89125" y="59778"/>
                      <a:pt x="89125" y="2806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CA9F82D-A5D9-782C-783D-8B80AE08309A}"/>
                  </a:ext>
                </a:extLst>
              </p:cNvPr>
              <p:cNvSpPr/>
              <p:nvPr/>
            </p:nvSpPr>
            <p:spPr>
              <a:xfrm>
                <a:off x="5829239" y="2693479"/>
                <a:ext cx="78927" cy="70676"/>
              </a:xfrm>
              <a:custGeom>
                <a:avLst/>
                <a:gdLst>
                  <a:gd name="csX0" fmla="*/ 23968 w 78927"/>
                  <a:gd name="csY0" fmla="*/ 0 h 70676"/>
                  <a:gd name="csX1" fmla="*/ 4918 w 78927"/>
                  <a:gd name="csY1" fmla="*/ 28575 h 70676"/>
                  <a:gd name="csX2" fmla="*/ 11395 w 78927"/>
                  <a:gd name="csY2" fmla="*/ 66104 h 70676"/>
                  <a:gd name="csX3" fmla="*/ 11966 w 78927"/>
                  <a:gd name="csY3" fmla="*/ 66580 h 70676"/>
                  <a:gd name="csX4" fmla="*/ 48828 w 78927"/>
                  <a:gd name="csY4" fmla="*/ 60770 h 70676"/>
                  <a:gd name="csX5" fmla="*/ 78927 w 78927"/>
                  <a:gd name="csY5" fmla="*/ 28004 h 70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8927" h="70676">
                    <a:moveTo>
                      <a:pt x="23968" y="0"/>
                    </a:moveTo>
                    <a:lnTo>
                      <a:pt x="4918" y="28575"/>
                    </a:lnTo>
                    <a:cubicBezTo>
                      <a:pt x="-3641" y="40730"/>
                      <a:pt x="-743" y="57520"/>
                      <a:pt x="11395" y="66104"/>
                    </a:cubicBezTo>
                    <a:lnTo>
                      <a:pt x="11966" y="66580"/>
                    </a:lnTo>
                    <a:cubicBezTo>
                      <a:pt x="24053" y="73754"/>
                      <a:pt x="39534" y="71314"/>
                      <a:pt x="48828" y="60770"/>
                    </a:cubicBezTo>
                    <a:lnTo>
                      <a:pt x="78927" y="28004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CF977CA3-0F7D-CF2A-63E5-7BA346432B43}"/>
                  </a:ext>
                </a:extLst>
              </p:cNvPr>
              <p:cNvSpPr/>
              <p:nvPr/>
            </p:nvSpPr>
            <p:spPr>
              <a:xfrm>
                <a:off x="5848635" y="2142553"/>
                <a:ext cx="358430" cy="596169"/>
              </a:xfrm>
              <a:custGeom>
                <a:avLst/>
                <a:gdLst>
                  <a:gd name="csX0" fmla="*/ 358330 w 358430"/>
                  <a:gd name="csY0" fmla="*/ 0 h 596169"/>
                  <a:gd name="csX1" fmla="*/ 324517 w 358430"/>
                  <a:gd name="csY1" fmla="*/ 245745 h 596169"/>
                  <a:gd name="csX2" fmla="*/ 277463 w 358430"/>
                  <a:gd name="csY2" fmla="*/ 363474 h 596169"/>
                  <a:gd name="csX3" fmla="*/ 44291 w 358430"/>
                  <a:gd name="csY3" fmla="*/ 596170 h 596169"/>
                  <a:gd name="csX4" fmla="*/ 0 w 358430"/>
                  <a:gd name="csY4" fmla="*/ 556355 h 596169"/>
                  <a:gd name="csX5" fmla="*/ 112300 w 358430"/>
                  <a:gd name="csY5" fmla="*/ 367189 h 596169"/>
                  <a:gd name="csX6" fmla="*/ 203168 w 358430"/>
                  <a:gd name="csY6" fmla="*/ 285655 h 596169"/>
                  <a:gd name="csX7" fmla="*/ 196691 w 358430"/>
                  <a:gd name="csY7" fmla="*/ 4096 h 5961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58430" h="596169">
                    <a:moveTo>
                      <a:pt x="358330" y="0"/>
                    </a:moveTo>
                    <a:cubicBezTo>
                      <a:pt x="359569" y="36004"/>
                      <a:pt x="349377" y="181451"/>
                      <a:pt x="324517" y="245745"/>
                    </a:cubicBezTo>
                    <a:cubicBezTo>
                      <a:pt x="299656" y="310039"/>
                      <a:pt x="285274" y="350044"/>
                      <a:pt x="277463" y="363474"/>
                    </a:cubicBezTo>
                    <a:cubicBezTo>
                      <a:pt x="269653" y="376904"/>
                      <a:pt x="44291" y="596170"/>
                      <a:pt x="44291" y="596170"/>
                    </a:cubicBezTo>
                    <a:cubicBezTo>
                      <a:pt x="44291" y="596170"/>
                      <a:pt x="6191" y="593407"/>
                      <a:pt x="0" y="556355"/>
                    </a:cubicBezTo>
                    <a:cubicBezTo>
                      <a:pt x="0" y="556355"/>
                      <a:pt x="92297" y="399383"/>
                      <a:pt x="112300" y="367189"/>
                    </a:cubicBezTo>
                    <a:cubicBezTo>
                      <a:pt x="132302" y="334994"/>
                      <a:pt x="203168" y="285655"/>
                      <a:pt x="203168" y="285655"/>
                    </a:cubicBezTo>
                    <a:lnTo>
                      <a:pt x="196691" y="4096"/>
                    </a:ln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427D96F-F0A2-318B-43F7-2202318171FC}"/>
                  </a:ext>
                </a:extLst>
              </p:cNvPr>
              <p:cNvSpPr/>
              <p:nvPr/>
            </p:nvSpPr>
            <p:spPr>
              <a:xfrm>
                <a:off x="5872841" y="1997297"/>
                <a:ext cx="98667" cy="139350"/>
              </a:xfrm>
              <a:custGeom>
                <a:avLst/>
                <a:gdLst>
                  <a:gd name="csX0" fmla="*/ 274 w 98667"/>
                  <a:gd name="csY0" fmla="*/ 110204 h 139350"/>
                  <a:gd name="csX1" fmla="*/ 28849 w 98667"/>
                  <a:gd name="csY1" fmla="*/ 0 h 139350"/>
                  <a:gd name="csX2" fmla="*/ 98667 w 98667"/>
                  <a:gd name="csY2" fmla="*/ 24003 h 139350"/>
                  <a:gd name="csX3" fmla="*/ 82284 w 98667"/>
                  <a:gd name="csY3" fmla="*/ 75819 h 139350"/>
                  <a:gd name="csX4" fmla="*/ 20848 w 98667"/>
                  <a:gd name="csY4" fmla="*/ 139351 h 139350"/>
                  <a:gd name="csX5" fmla="*/ 274 w 98667"/>
                  <a:gd name="csY5" fmla="*/ 110204 h 139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8667" h="139350">
                    <a:moveTo>
                      <a:pt x="274" y="110204"/>
                    </a:moveTo>
                    <a:cubicBezTo>
                      <a:pt x="274" y="104013"/>
                      <a:pt x="19324" y="32861"/>
                      <a:pt x="28849" y="0"/>
                    </a:cubicBezTo>
                    <a:lnTo>
                      <a:pt x="98667" y="24003"/>
                    </a:lnTo>
                    <a:lnTo>
                      <a:pt x="82284" y="75819"/>
                    </a:lnTo>
                    <a:lnTo>
                      <a:pt x="20848" y="139351"/>
                    </a:lnTo>
                    <a:cubicBezTo>
                      <a:pt x="7328" y="136657"/>
                      <a:pt x="-1715" y="123846"/>
                      <a:pt x="274" y="110204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51232F09-7DAF-647D-B3A9-55C2A7C89A69}"/>
                  </a:ext>
                </a:extLst>
              </p:cNvPr>
              <p:cNvSpPr/>
              <p:nvPr/>
            </p:nvSpPr>
            <p:spPr>
              <a:xfrm rot="10031400">
                <a:off x="6148823" y="2833125"/>
                <a:ext cx="48863" cy="71151"/>
              </a:xfrm>
              <a:custGeom>
                <a:avLst/>
                <a:gdLst>
                  <a:gd name="csX0" fmla="*/ 0 w 48863"/>
                  <a:gd name="csY0" fmla="*/ 0 h 71151"/>
                  <a:gd name="csX1" fmla="*/ 48863 w 48863"/>
                  <a:gd name="csY1" fmla="*/ 0 h 71151"/>
                  <a:gd name="csX2" fmla="*/ 48863 w 48863"/>
                  <a:gd name="csY2" fmla="*/ 71152 h 71151"/>
                  <a:gd name="csX3" fmla="*/ 0 w 48863"/>
                  <a:gd name="csY3" fmla="*/ 71152 h 711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8863" h="71151">
                    <a:moveTo>
                      <a:pt x="0" y="0"/>
                    </a:moveTo>
                    <a:lnTo>
                      <a:pt x="48863" y="0"/>
                    </a:lnTo>
                    <a:lnTo>
                      <a:pt x="48863" y="71152"/>
                    </a:lnTo>
                    <a:lnTo>
                      <a:pt x="0" y="71152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1436CA96-960A-2649-C35F-6DAA43C7ED01}"/>
                  </a:ext>
                </a:extLst>
              </p:cNvPr>
              <p:cNvSpPr/>
              <p:nvPr/>
            </p:nvSpPr>
            <p:spPr>
              <a:xfrm>
                <a:off x="5969767" y="2142362"/>
                <a:ext cx="237198" cy="712897"/>
              </a:xfrm>
              <a:custGeom>
                <a:avLst/>
                <a:gdLst>
                  <a:gd name="csX0" fmla="*/ 237199 w 237198"/>
                  <a:gd name="csY0" fmla="*/ 191 h 712897"/>
                  <a:gd name="csX1" fmla="*/ 8599 w 237198"/>
                  <a:gd name="csY1" fmla="*/ 191 h 712897"/>
                  <a:gd name="csX2" fmla="*/ 26 w 237198"/>
                  <a:gd name="csY2" fmla="*/ 100965 h 712897"/>
                  <a:gd name="csX3" fmla="*/ 90418 w 237198"/>
                  <a:gd name="csY3" fmla="*/ 379952 h 712897"/>
                  <a:gd name="csX4" fmla="*/ 96324 w 237198"/>
                  <a:gd name="csY4" fmla="*/ 499872 h 712897"/>
                  <a:gd name="csX5" fmla="*/ 171572 w 237198"/>
                  <a:gd name="csY5" fmla="*/ 712375 h 712897"/>
                  <a:gd name="csX6" fmla="*/ 223197 w 237198"/>
                  <a:gd name="csY6" fmla="*/ 697325 h 712897"/>
                  <a:gd name="csX7" fmla="*/ 184526 w 237198"/>
                  <a:gd name="csY7" fmla="*/ 356711 h 712897"/>
                  <a:gd name="csX8" fmla="*/ 152807 w 237198"/>
                  <a:gd name="csY8" fmla="*/ 144209 h 712897"/>
                  <a:gd name="csX9" fmla="*/ 193670 w 237198"/>
                  <a:gd name="csY9" fmla="*/ 95250 h 712897"/>
                  <a:gd name="csX10" fmla="*/ 237104 w 237198"/>
                  <a:gd name="csY10" fmla="*/ 0 h 7128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37198" h="712897">
                    <a:moveTo>
                      <a:pt x="237199" y="191"/>
                    </a:moveTo>
                    <a:lnTo>
                      <a:pt x="8599" y="191"/>
                    </a:lnTo>
                    <a:cubicBezTo>
                      <a:pt x="3605" y="33566"/>
                      <a:pt x="742" y="67226"/>
                      <a:pt x="26" y="100965"/>
                    </a:cubicBezTo>
                    <a:cubicBezTo>
                      <a:pt x="-1783" y="200025"/>
                      <a:pt x="90418" y="379952"/>
                      <a:pt x="90418" y="379952"/>
                    </a:cubicBezTo>
                    <a:cubicBezTo>
                      <a:pt x="85994" y="419985"/>
                      <a:pt x="87988" y="460468"/>
                      <a:pt x="96324" y="499872"/>
                    </a:cubicBezTo>
                    <a:cubicBezTo>
                      <a:pt x="116517" y="578739"/>
                      <a:pt x="171572" y="712375"/>
                      <a:pt x="171572" y="712375"/>
                    </a:cubicBezTo>
                    <a:cubicBezTo>
                      <a:pt x="171572" y="712375"/>
                      <a:pt x="206147" y="717233"/>
                      <a:pt x="223197" y="697325"/>
                    </a:cubicBezTo>
                    <a:cubicBezTo>
                      <a:pt x="223197" y="697325"/>
                      <a:pt x="192717" y="426149"/>
                      <a:pt x="184526" y="356711"/>
                    </a:cubicBezTo>
                    <a:cubicBezTo>
                      <a:pt x="175667" y="281464"/>
                      <a:pt x="152807" y="144209"/>
                      <a:pt x="152807" y="144209"/>
                    </a:cubicBezTo>
                    <a:cubicBezTo>
                      <a:pt x="167897" y="129173"/>
                      <a:pt x="181575" y="112785"/>
                      <a:pt x="193670" y="95250"/>
                    </a:cubicBezTo>
                    <a:cubicBezTo>
                      <a:pt x="214873" y="67019"/>
                      <a:pt x="229692" y="34520"/>
                      <a:pt x="237104" y="0"/>
                    </a:cubicBezTo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BD36B900-5FC8-B609-0BEA-297DA9079101}"/>
                  </a:ext>
                </a:extLst>
              </p:cNvPr>
              <p:cNvSpPr/>
              <p:nvPr/>
            </p:nvSpPr>
            <p:spPr>
              <a:xfrm>
                <a:off x="5889116" y="1816988"/>
                <a:ext cx="317944" cy="360084"/>
              </a:xfrm>
              <a:custGeom>
                <a:avLst/>
                <a:gdLst>
                  <a:gd name="csX0" fmla="*/ 162878 w 317944"/>
                  <a:gd name="csY0" fmla="*/ 2286 h 360084"/>
                  <a:gd name="csX1" fmla="*/ 42101 w 317944"/>
                  <a:gd name="csY1" fmla="*/ 74009 h 360084"/>
                  <a:gd name="csX2" fmla="*/ 0 w 317944"/>
                  <a:gd name="csY2" fmla="*/ 205550 h 360084"/>
                  <a:gd name="csX3" fmla="*/ 80772 w 317944"/>
                  <a:gd name="csY3" fmla="*/ 226409 h 360084"/>
                  <a:gd name="csX4" fmla="*/ 89345 w 317944"/>
                  <a:gd name="csY4" fmla="*/ 197834 h 360084"/>
                  <a:gd name="csX5" fmla="*/ 89345 w 317944"/>
                  <a:gd name="csY5" fmla="*/ 325279 h 360084"/>
                  <a:gd name="csX6" fmla="*/ 317945 w 317944"/>
                  <a:gd name="csY6" fmla="*/ 325279 h 360084"/>
                  <a:gd name="csX7" fmla="*/ 317945 w 317944"/>
                  <a:gd name="csY7" fmla="*/ 87154 h 360084"/>
                  <a:gd name="csX8" fmla="*/ 238411 w 317944"/>
                  <a:gd name="csY8" fmla="*/ 0 h 3600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7944" h="360084">
                    <a:moveTo>
                      <a:pt x="162878" y="2286"/>
                    </a:moveTo>
                    <a:cubicBezTo>
                      <a:pt x="119063" y="12859"/>
                      <a:pt x="59341" y="26575"/>
                      <a:pt x="42101" y="74009"/>
                    </a:cubicBezTo>
                    <a:cubicBezTo>
                      <a:pt x="24860" y="121444"/>
                      <a:pt x="0" y="205550"/>
                      <a:pt x="0" y="205550"/>
                    </a:cubicBezTo>
                    <a:cubicBezTo>
                      <a:pt x="9525" y="222218"/>
                      <a:pt x="62389" y="236029"/>
                      <a:pt x="80772" y="226409"/>
                    </a:cubicBezTo>
                    <a:lnTo>
                      <a:pt x="89345" y="197834"/>
                    </a:lnTo>
                    <a:lnTo>
                      <a:pt x="89345" y="325279"/>
                    </a:lnTo>
                    <a:cubicBezTo>
                      <a:pt x="123635" y="362617"/>
                      <a:pt x="243078" y="379952"/>
                      <a:pt x="317945" y="325279"/>
                    </a:cubicBezTo>
                    <a:lnTo>
                      <a:pt x="317945" y="87154"/>
                    </a:lnTo>
                    <a:cubicBezTo>
                      <a:pt x="317945" y="49054"/>
                      <a:pt x="296799" y="3334"/>
                      <a:pt x="23841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0F72A98-1A8C-AEE7-9FC5-511315818D9F}"/>
                  </a:ext>
                </a:extLst>
              </p:cNvPr>
              <p:cNvSpPr/>
              <p:nvPr/>
            </p:nvSpPr>
            <p:spPr>
              <a:xfrm>
                <a:off x="5978461" y="1945862"/>
                <a:ext cx="22002" cy="100203"/>
              </a:xfrm>
              <a:custGeom>
                <a:avLst/>
                <a:gdLst>
                  <a:gd name="csX0" fmla="*/ 0 w 22002"/>
                  <a:gd name="csY0" fmla="*/ 69247 h 100203"/>
                  <a:gd name="csX1" fmla="*/ 22003 w 22002"/>
                  <a:gd name="csY1" fmla="*/ 0 h 100203"/>
                  <a:gd name="csX2" fmla="*/ 0 w 22002"/>
                  <a:gd name="csY2" fmla="*/ 100203 h 100203"/>
                  <a:gd name="csX3" fmla="*/ 0 w 22002"/>
                  <a:gd name="csY3" fmla="*/ 69247 h 1002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002" h="100203">
                    <a:moveTo>
                      <a:pt x="0" y="69247"/>
                    </a:moveTo>
                    <a:lnTo>
                      <a:pt x="22003" y="0"/>
                    </a:lnTo>
                    <a:lnTo>
                      <a:pt x="0" y="100203"/>
                    </a:lnTo>
                    <a:lnTo>
                      <a:pt x="0" y="69247"/>
                    </a:ln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C90885E-21D6-FBD3-E871-18D4C917B54C}"/>
                  </a:ext>
                </a:extLst>
              </p:cNvPr>
              <p:cNvSpPr/>
              <p:nvPr/>
            </p:nvSpPr>
            <p:spPr>
              <a:xfrm>
                <a:off x="6007641" y="1624518"/>
                <a:ext cx="34923" cy="78265"/>
              </a:xfrm>
              <a:custGeom>
                <a:avLst/>
                <a:gdLst>
                  <a:gd name="csX0" fmla="*/ 27875 w 34923"/>
                  <a:gd name="csY0" fmla="*/ 161 h 78265"/>
                  <a:gd name="csX1" fmla="*/ 6349 w 34923"/>
                  <a:gd name="csY1" fmla="*/ 7781 h 78265"/>
                  <a:gd name="csX2" fmla="*/ 6349 w 34923"/>
                  <a:gd name="csY2" fmla="*/ 75027 h 78265"/>
                  <a:gd name="csX3" fmla="*/ 34924 w 34923"/>
                  <a:gd name="csY3" fmla="*/ 78266 h 78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923" h="78265">
                    <a:moveTo>
                      <a:pt x="27875" y="161"/>
                    </a:moveTo>
                    <a:cubicBezTo>
                      <a:pt x="19912" y="-725"/>
                      <a:pt x="11981" y="2082"/>
                      <a:pt x="6349" y="7781"/>
                    </a:cubicBezTo>
                    <a:cubicBezTo>
                      <a:pt x="-3176" y="17306"/>
                      <a:pt x="-986" y="34736"/>
                      <a:pt x="6349" y="75027"/>
                    </a:cubicBezTo>
                    <a:lnTo>
                      <a:pt x="34924" y="78266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4843916F-38A9-EB7B-35D2-2E2BAD636811}"/>
                  </a:ext>
                </a:extLst>
              </p:cNvPr>
              <p:cNvSpPr/>
              <p:nvPr/>
            </p:nvSpPr>
            <p:spPr>
              <a:xfrm>
                <a:off x="6184677" y="1608364"/>
                <a:ext cx="43842" cy="37079"/>
              </a:xfrm>
              <a:custGeom>
                <a:avLst/>
                <a:gdLst>
                  <a:gd name="csX0" fmla="*/ 17621 w 43842"/>
                  <a:gd name="csY0" fmla="*/ 4694 h 37079"/>
                  <a:gd name="csX1" fmla="*/ 35147 w 43842"/>
                  <a:gd name="csY1" fmla="*/ 1360 h 37079"/>
                  <a:gd name="csX2" fmla="*/ 41338 w 43842"/>
                  <a:gd name="csY2" fmla="*/ 14981 h 37079"/>
                  <a:gd name="csX3" fmla="*/ 8191 w 43842"/>
                  <a:gd name="csY3" fmla="*/ 37079 h 37079"/>
                  <a:gd name="csX4" fmla="*/ 0 w 43842"/>
                  <a:gd name="csY4" fmla="*/ 14695 h 370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842" h="37079">
                    <a:moveTo>
                      <a:pt x="17621" y="4694"/>
                    </a:moveTo>
                    <a:cubicBezTo>
                      <a:pt x="23627" y="4757"/>
                      <a:pt x="29585" y="3624"/>
                      <a:pt x="35147" y="1360"/>
                    </a:cubicBezTo>
                    <a:cubicBezTo>
                      <a:pt x="43910" y="-3688"/>
                      <a:pt x="46196" y="6313"/>
                      <a:pt x="41338" y="14981"/>
                    </a:cubicBezTo>
                    <a:cubicBezTo>
                      <a:pt x="34886" y="27612"/>
                      <a:pt x="22332" y="35981"/>
                      <a:pt x="8191" y="37079"/>
                    </a:cubicBezTo>
                    <a:cubicBezTo>
                      <a:pt x="8192" y="35841"/>
                      <a:pt x="0" y="14695"/>
                      <a:pt x="0" y="1469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004A6B34-33BC-A402-E5A5-F13FE9D8C534}"/>
                  </a:ext>
                </a:extLst>
              </p:cNvPr>
              <p:cNvSpPr/>
              <p:nvPr/>
            </p:nvSpPr>
            <p:spPr>
              <a:xfrm>
                <a:off x="6000420" y="1592458"/>
                <a:ext cx="201387" cy="270373"/>
              </a:xfrm>
              <a:custGeom>
                <a:avLst/>
                <a:gdLst>
                  <a:gd name="csX0" fmla="*/ 48526 w 201387"/>
                  <a:gd name="csY0" fmla="*/ 110326 h 270373"/>
                  <a:gd name="csX1" fmla="*/ 33000 w 201387"/>
                  <a:gd name="csY1" fmla="*/ 99277 h 270373"/>
                  <a:gd name="csX2" fmla="*/ 7069 w 201387"/>
                  <a:gd name="csY2" fmla="*/ 97415 h 270373"/>
                  <a:gd name="csX3" fmla="*/ 2139 w 201387"/>
                  <a:gd name="csY3" fmla="*/ 104230 h 270373"/>
                  <a:gd name="csX4" fmla="*/ 24809 w 201387"/>
                  <a:gd name="csY4" fmla="*/ 154903 h 270373"/>
                  <a:gd name="csX5" fmla="*/ 48526 w 201387"/>
                  <a:gd name="csY5" fmla="*/ 156999 h 270373"/>
                  <a:gd name="csX6" fmla="*/ 51574 w 201387"/>
                  <a:gd name="csY6" fmla="*/ 227007 h 270373"/>
                  <a:gd name="csX7" fmla="*/ 107867 w 201387"/>
                  <a:gd name="csY7" fmla="*/ 269775 h 270373"/>
                  <a:gd name="csX8" fmla="*/ 126917 w 201387"/>
                  <a:gd name="csY8" fmla="*/ 224817 h 270373"/>
                  <a:gd name="csX9" fmla="*/ 126917 w 201387"/>
                  <a:gd name="csY9" fmla="*/ 199385 h 270373"/>
                  <a:gd name="csX10" fmla="*/ 158254 w 201387"/>
                  <a:gd name="csY10" fmla="*/ 200909 h 270373"/>
                  <a:gd name="csX11" fmla="*/ 184638 w 201387"/>
                  <a:gd name="csY11" fmla="*/ 166714 h 270373"/>
                  <a:gd name="csX12" fmla="*/ 195592 w 201387"/>
                  <a:gd name="csY12" fmla="*/ 54510 h 270373"/>
                  <a:gd name="csX13" fmla="*/ 73386 w 201387"/>
                  <a:gd name="csY13" fmla="*/ 15171 h 270373"/>
                  <a:gd name="csX14" fmla="*/ 48526 w 201387"/>
                  <a:gd name="csY14" fmla="*/ 110326 h 2703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01387" h="270373">
                    <a:moveTo>
                      <a:pt x="48526" y="110326"/>
                    </a:moveTo>
                    <a:cubicBezTo>
                      <a:pt x="44335" y="112898"/>
                      <a:pt x="38239" y="104706"/>
                      <a:pt x="33000" y="99277"/>
                    </a:cubicBezTo>
                    <a:cubicBezTo>
                      <a:pt x="26354" y="91602"/>
                      <a:pt x="14744" y="90769"/>
                      <a:pt x="7069" y="97415"/>
                    </a:cubicBezTo>
                    <a:cubicBezTo>
                      <a:pt x="4921" y="99275"/>
                      <a:pt x="3234" y="101608"/>
                      <a:pt x="2139" y="104230"/>
                    </a:cubicBezTo>
                    <a:cubicBezTo>
                      <a:pt x="-6529" y="122518"/>
                      <a:pt x="13188" y="146902"/>
                      <a:pt x="24809" y="154903"/>
                    </a:cubicBezTo>
                    <a:cubicBezTo>
                      <a:pt x="31418" y="160684"/>
                      <a:pt x="41005" y="161531"/>
                      <a:pt x="48526" y="156999"/>
                    </a:cubicBezTo>
                    <a:lnTo>
                      <a:pt x="51574" y="227007"/>
                    </a:lnTo>
                    <a:cubicBezTo>
                      <a:pt x="62002" y="249783"/>
                      <a:pt x="83129" y="265834"/>
                      <a:pt x="107867" y="269775"/>
                    </a:cubicBezTo>
                    <a:cubicBezTo>
                      <a:pt x="149014" y="275299"/>
                      <a:pt x="140537" y="241200"/>
                      <a:pt x="126917" y="224817"/>
                    </a:cubicBezTo>
                    <a:lnTo>
                      <a:pt x="126917" y="199385"/>
                    </a:lnTo>
                    <a:cubicBezTo>
                      <a:pt x="137215" y="201559"/>
                      <a:pt x="147794" y="202074"/>
                      <a:pt x="158254" y="200909"/>
                    </a:cubicBezTo>
                    <a:cubicBezTo>
                      <a:pt x="163588" y="199480"/>
                      <a:pt x="176351" y="184050"/>
                      <a:pt x="184638" y="166714"/>
                    </a:cubicBezTo>
                    <a:cubicBezTo>
                      <a:pt x="202210" y="132004"/>
                      <a:pt x="206119" y="91963"/>
                      <a:pt x="195592" y="54510"/>
                    </a:cubicBezTo>
                    <a:cubicBezTo>
                      <a:pt x="180828" y="-8165"/>
                      <a:pt x="113486" y="-10070"/>
                      <a:pt x="73386" y="15171"/>
                    </a:cubicBezTo>
                    <a:cubicBezTo>
                      <a:pt x="33286" y="40413"/>
                      <a:pt x="48526" y="110326"/>
                      <a:pt x="48526" y="110326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57DBA826-9FF4-258D-26E8-17FD9DCB12B8}"/>
                  </a:ext>
                </a:extLst>
              </p:cNvPr>
              <p:cNvSpPr/>
              <p:nvPr/>
            </p:nvSpPr>
            <p:spPr>
              <a:xfrm>
                <a:off x="6030627" y="1548629"/>
                <a:ext cx="185602" cy="161298"/>
              </a:xfrm>
              <a:custGeom>
                <a:avLst/>
                <a:gdLst>
                  <a:gd name="csX0" fmla="*/ 18319 w 185602"/>
                  <a:gd name="csY0" fmla="*/ 161298 h 161298"/>
                  <a:gd name="csX1" fmla="*/ 2793 w 185602"/>
                  <a:gd name="csY1" fmla="*/ 143105 h 161298"/>
                  <a:gd name="csX2" fmla="*/ 4888 w 185602"/>
                  <a:gd name="csY2" fmla="*/ 76430 h 161298"/>
                  <a:gd name="csX3" fmla="*/ 12032 w 185602"/>
                  <a:gd name="csY3" fmla="*/ 38330 h 161298"/>
                  <a:gd name="csX4" fmla="*/ 74993 w 185602"/>
                  <a:gd name="csY4" fmla="*/ 24996 h 161298"/>
                  <a:gd name="csX5" fmla="*/ 148335 w 185602"/>
                  <a:gd name="csY5" fmla="*/ 10232 h 161298"/>
                  <a:gd name="csX6" fmla="*/ 183196 w 185602"/>
                  <a:gd name="csY6" fmla="*/ 8898 h 161298"/>
                  <a:gd name="csX7" fmla="*/ 170814 w 185602"/>
                  <a:gd name="csY7" fmla="*/ 70620 h 161298"/>
                  <a:gd name="csX8" fmla="*/ 161289 w 185602"/>
                  <a:gd name="csY8" fmla="*/ 86051 h 161298"/>
                  <a:gd name="csX9" fmla="*/ 125284 w 185602"/>
                  <a:gd name="csY9" fmla="*/ 96814 h 161298"/>
                  <a:gd name="csX10" fmla="*/ 46036 w 185602"/>
                  <a:gd name="csY10" fmla="*/ 84717 h 161298"/>
                  <a:gd name="csX11" fmla="*/ 32225 w 185602"/>
                  <a:gd name="csY11" fmla="*/ 112149 h 161298"/>
                  <a:gd name="csX12" fmla="*/ 18319 w 185602"/>
                  <a:gd name="csY12" fmla="*/ 161298 h 1612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85602" h="161298">
                    <a:moveTo>
                      <a:pt x="18319" y="161298"/>
                    </a:moveTo>
                    <a:cubicBezTo>
                      <a:pt x="16223" y="161298"/>
                      <a:pt x="8127" y="147868"/>
                      <a:pt x="2793" y="143105"/>
                    </a:cubicBezTo>
                    <a:cubicBezTo>
                      <a:pt x="-4541" y="136438"/>
                      <a:pt x="4888" y="76430"/>
                      <a:pt x="4888" y="76430"/>
                    </a:cubicBezTo>
                    <a:cubicBezTo>
                      <a:pt x="781" y="63333"/>
                      <a:pt x="3459" y="49050"/>
                      <a:pt x="12032" y="38330"/>
                    </a:cubicBezTo>
                    <a:cubicBezTo>
                      <a:pt x="26510" y="23090"/>
                      <a:pt x="54514" y="25662"/>
                      <a:pt x="74993" y="24996"/>
                    </a:cubicBezTo>
                    <a:cubicBezTo>
                      <a:pt x="100188" y="25095"/>
                      <a:pt x="125140" y="20072"/>
                      <a:pt x="148335" y="10232"/>
                    </a:cubicBezTo>
                    <a:cubicBezTo>
                      <a:pt x="177481" y="-2436"/>
                      <a:pt x="179672" y="-3865"/>
                      <a:pt x="183196" y="8898"/>
                    </a:cubicBezTo>
                    <a:cubicBezTo>
                      <a:pt x="188905" y="30278"/>
                      <a:pt x="184327" y="53097"/>
                      <a:pt x="170814" y="70620"/>
                    </a:cubicBezTo>
                    <a:lnTo>
                      <a:pt x="161289" y="86051"/>
                    </a:lnTo>
                    <a:cubicBezTo>
                      <a:pt x="161289" y="86051"/>
                      <a:pt x="152431" y="93480"/>
                      <a:pt x="125284" y="96814"/>
                    </a:cubicBezTo>
                    <a:cubicBezTo>
                      <a:pt x="98138" y="100148"/>
                      <a:pt x="51847" y="85479"/>
                      <a:pt x="46036" y="84717"/>
                    </a:cubicBezTo>
                    <a:cubicBezTo>
                      <a:pt x="38131" y="83669"/>
                      <a:pt x="36511" y="91289"/>
                      <a:pt x="32225" y="112149"/>
                    </a:cubicBezTo>
                    <a:cubicBezTo>
                      <a:pt x="28606" y="130151"/>
                      <a:pt x="25558" y="161203"/>
                      <a:pt x="18319" y="16129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6B95A89C-6B70-13CA-CF86-B61B4F07DFAD}"/>
                  </a:ext>
                </a:extLst>
              </p:cNvPr>
              <p:cNvSpPr/>
              <p:nvPr/>
            </p:nvSpPr>
            <p:spPr>
              <a:xfrm>
                <a:off x="6009893" y="1607674"/>
                <a:ext cx="27265" cy="21767"/>
              </a:xfrm>
              <a:custGeom>
                <a:avLst/>
                <a:gdLst>
                  <a:gd name="csX0" fmla="*/ 25718 w 27265"/>
                  <a:gd name="csY0" fmla="*/ 21768 h 21767"/>
                  <a:gd name="csX1" fmla="*/ 0 w 27265"/>
                  <a:gd name="csY1" fmla="*/ 7956 h 21767"/>
                  <a:gd name="csX2" fmla="*/ 18986 w 27265"/>
                  <a:gd name="csY2" fmla="*/ 1448 h 21767"/>
                  <a:gd name="csX3" fmla="*/ 19050 w 27265"/>
                  <a:gd name="csY3" fmla="*/ 1480 h 21767"/>
                  <a:gd name="csX4" fmla="*/ 25718 w 27265"/>
                  <a:gd name="csY4" fmla="*/ 21768 h 21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7265" h="21767">
                    <a:moveTo>
                      <a:pt x="25718" y="21768"/>
                    </a:moveTo>
                    <a:lnTo>
                      <a:pt x="0" y="7956"/>
                    </a:lnTo>
                    <a:cubicBezTo>
                      <a:pt x="3446" y="916"/>
                      <a:pt x="11946" y="-1998"/>
                      <a:pt x="18986" y="1448"/>
                    </a:cubicBezTo>
                    <a:cubicBezTo>
                      <a:pt x="19008" y="1459"/>
                      <a:pt x="19029" y="1469"/>
                      <a:pt x="19050" y="1480"/>
                    </a:cubicBezTo>
                    <a:cubicBezTo>
                      <a:pt x="26390" y="5329"/>
                      <a:pt x="29343" y="14314"/>
                      <a:pt x="25718" y="2176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52719E4D-928E-46BA-D4DC-E6138C759539}"/>
                  </a:ext>
                </a:extLst>
              </p:cNvPr>
              <p:cNvSpPr/>
              <p:nvPr/>
            </p:nvSpPr>
            <p:spPr>
              <a:xfrm>
                <a:off x="6057614" y="1758886"/>
                <a:ext cx="69723" cy="43053"/>
              </a:xfrm>
              <a:custGeom>
                <a:avLst/>
                <a:gdLst>
                  <a:gd name="csX0" fmla="*/ 69723 w 69723"/>
                  <a:gd name="csY0" fmla="*/ 32957 h 43053"/>
                  <a:gd name="csX1" fmla="*/ 18383 w 69723"/>
                  <a:gd name="csY1" fmla="*/ 18193 h 43053"/>
                  <a:gd name="csX2" fmla="*/ 0 w 69723"/>
                  <a:gd name="csY2" fmla="*/ 0 h 43053"/>
                  <a:gd name="csX3" fmla="*/ 10478 w 69723"/>
                  <a:gd name="csY3" fmla="*/ 21431 h 43053"/>
                  <a:gd name="csX4" fmla="*/ 69723 w 69723"/>
                  <a:gd name="csY4" fmla="*/ 43053 h 43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9723" h="43053">
                    <a:moveTo>
                      <a:pt x="69723" y="32957"/>
                    </a:moveTo>
                    <a:cubicBezTo>
                      <a:pt x="52199" y="29597"/>
                      <a:pt x="35015" y="24655"/>
                      <a:pt x="18383" y="18193"/>
                    </a:cubicBezTo>
                    <a:cubicBezTo>
                      <a:pt x="10592" y="14079"/>
                      <a:pt x="4195" y="7748"/>
                      <a:pt x="0" y="0"/>
                    </a:cubicBezTo>
                    <a:cubicBezTo>
                      <a:pt x="2011" y="7777"/>
                      <a:pt x="5575" y="15068"/>
                      <a:pt x="10478" y="21431"/>
                    </a:cubicBezTo>
                    <a:cubicBezTo>
                      <a:pt x="20003" y="33909"/>
                      <a:pt x="69723" y="43053"/>
                      <a:pt x="69723" y="43053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D1FA150-5DEB-8568-B347-80621B724E70}"/>
                  </a:ext>
                </a:extLst>
              </p:cNvPr>
              <p:cNvSpPr/>
              <p:nvPr/>
            </p:nvSpPr>
            <p:spPr>
              <a:xfrm>
                <a:off x="6113333" y="1693449"/>
                <a:ext cx="15244" cy="15906"/>
              </a:xfrm>
              <a:custGeom>
                <a:avLst/>
                <a:gdLst>
                  <a:gd name="csX0" fmla="*/ 15242 w 15244"/>
                  <a:gd name="csY0" fmla="*/ 8001 h 15906"/>
                  <a:gd name="csX1" fmla="*/ 7622 w 15244"/>
                  <a:gd name="csY1" fmla="*/ 15907 h 15906"/>
                  <a:gd name="csX2" fmla="*/ 2 w 15244"/>
                  <a:gd name="csY2" fmla="*/ 7910 h 15906"/>
                  <a:gd name="csX3" fmla="*/ 2 w 15244"/>
                  <a:gd name="csY3" fmla="*/ 7906 h 15906"/>
                  <a:gd name="csX4" fmla="*/ 7622 w 15244"/>
                  <a:gd name="csY4" fmla="*/ 0 h 15906"/>
                  <a:gd name="csX5" fmla="*/ 15242 w 15244"/>
                  <a:gd name="csY5" fmla="*/ 7996 h 15906"/>
                  <a:gd name="csX6" fmla="*/ 15242 w 15244"/>
                  <a:gd name="csY6" fmla="*/ 8001 h 159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244" h="15906">
                    <a:moveTo>
                      <a:pt x="15242" y="8001"/>
                    </a:moveTo>
                    <a:cubicBezTo>
                      <a:pt x="15296" y="12278"/>
                      <a:pt x="11899" y="15803"/>
                      <a:pt x="7622" y="15907"/>
                    </a:cubicBezTo>
                    <a:cubicBezTo>
                      <a:pt x="3310" y="15803"/>
                      <a:pt x="-101" y="12223"/>
                      <a:pt x="2" y="7910"/>
                    </a:cubicBezTo>
                    <a:cubicBezTo>
                      <a:pt x="2" y="7909"/>
                      <a:pt x="2" y="7907"/>
                      <a:pt x="2" y="7906"/>
                    </a:cubicBezTo>
                    <a:cubicBezTo>
                      <a:pt x="-51" y="3629"/>
                      <a:pt x="3346" y="104"/>
                      <a:pt x="7622" y="0"/>
                    </a:cubicBezTo>
                    <a:cubicBezTo>
                      <a:pt x="11934" y="104"/>
                      <a:pt x="15346" y="3684"/>
                      <a:pt x="15242" y="7996"/>
                    </a:cubicBezTo>
                    <a:cubicBezTo>
                      <a:pt x="15242" y="7998"/>
                      <a:pt x="15242" y="7999"/>
                      <a:pt x="15242" y="800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59598ABB-A782-947E-05D1-2324665B6E56}"/>
                  </a:ext>
                </a:extLst>
              </p:cNvPr>
              <p:cNvSpPr/>
              <p:nvPr/>
            </p:nvSpPr>
            <p:spPr>
              <a:xfrm>
                <a:off x="6102975" y="1668017"/>
                <a:ext cx="17504" cy="14097"/>
              </a:xfrm>
              <a:custGeom>
                <a:avLst/>
                <a:gdLst>
                  <a:gd name="csX0" fmla="*/ 17504 w 17504"/>
                  <a:gd name="csY0" fmla="*/ 4573 h 14097"/>
                  <a:gd name="csX1" fmla="*/ 1216 w 17504"/>
                  <a:gd name="csY1" fmla="*/ 14098 h 14097"/>
                  <a:gd name="csX2" fmla="*/ 4872 w 17504"/>
                  <a:gd name="csY2" fmla="*/ 1133 h 14097"/>
                  <a:gd name="csX3" fmla="*/ 5026 w 17504"/>
                  <a:gd name="csY3" fmla="*/ 1049 h 14097"/>
                  <a:gd name="csX4" fmla="*/ 17504 w 17504"/>
                  <a:gd name="csY4" fmla="*/ 4573 h 140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504" h="14097">
                    <a:moveTo>
                      <a:pt x="17504" y="4573"/>
                    </a:moveTo>
                    <a:lnTo>
                      <a:pt x="1216" y="14098"/>
                    </a:lnTo>
                    <a:cubicBezTo>
                      <a:pt x="-1354" y="9508"/>
                      <a:pt x="283" y="3704"/>
                      <a:pt x="4872" y="1133"/>
                    </a:cubicBezTo>
                    <a:cubicBezTo>
                      <a:pt x="4923" y="1104"/>
                      <a:pt x="4975" y="1076"/>
                      <a:pt x="5026" y="1049"/>
                    </a:cubicBezTo>
                    <a:cubicBezTo>
                      <a:pt x="9467" y="-1226"/>
                      <a:pt x="14910" y="312"/>
                      <a:pt x="17504" y="457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9CB9E11-1BC1-EED8-2F8F-C37F4874CF79}"/>
                  </a:ext>
                </a:extLst>
              </p:cNvPr>
              <p:cNvSpPr/>
              <p:nvPr/>
            </p:nvSpPr>
            <p:spPr>
              <a:xfrm>
                <a:off x="6123296" y="1752600"/>
                <a:ext cx="18042" cy="12740"/>
              </a:xfrm>
              <a:custGeom>
                <a:avLst/>
                <a:gdLst>
                  <a:gd name="csX0" fmla="*/ 611 w 18042"/>
                  <a:gd name="csY0" fmla="*/ 0 h 12740"/>
                  <a:gd name="csX1" fmla="*/ 18042 w 18042"/>
                  <a:gd name="csY1" fmla="*/ 6572 h 12740"/>
                  <a:gd name="csX2" fmla="*/ 6231 w 18042"/>
                  <a:gd name="csY2" fmla="*/ 12287 h 12740"/>
                  <a:gd name="csX3" fmla="*/ 591 w 18042"/>
                  <a:gd name="csY3" fmla="*/ 55 h 12740"/>
                  <a:gd name="csX4" fmla="*/ 612 w 18042"/>
                  <a:gd name="csY4" fmla="*/ 0 h 12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042" h="12740">
                    <a:moveTo>
                      <a:pt x="611" y="0"/>
                    </a:moveTo>
                    <a:lnTo>
                      <a:pt x="18042" y="6572"/>
                    </a:lnTo>
                    <a:cubicBezTo>
                      <a:pt x="16254" y="11318"/>
                      <a:pt x="11062" y="13830"/>
                      <a:pt x="6231" y="12287"/>
                    </a:cubicBezTo>
                    <a:cubicBezTo>
                      <a:pt x="1296" y="10467"/>
                      <a:pt x="-1229" y="4990"/>
                      <a:pt x="591" y="55"/>
                    </a:cubicBezTo>
                    <a:cubicBezTo>
                      <a:pt x="598" y="36"/>
                      <a:pt x="605" y="18"/>
                      <a:pt x="612" y="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2FE87E3-D69A-AF4B-20C4-AF39493C91D3}"/>
                  </a:ext>
                </a:extLst>
              </p:cNvPr>
              <p:cNvSpPr/>
              <p:nvPr/>
            </p:nvSpPr>
            <p:spPr>
              <a:xfrm>
                <a:off x="6181725" y="1663847"/>
                <a:ext cx="16810" cy="15124"/>
              </a:xfrm>
              <a:custGeom>
                <a:avLst/>
                <a:gdLst>
                  <a:gd name="csX0" fmla="*/ 14859 w 16810"/>
                  <a:gd name="csY0" fmla="*/ 15125 h 15124"/>
                  <a:gd name="csX1" fmla="*/ 0 w 16810"/>
                  <a:gd name="csY1" fmla="*/ 3695 h 15124"/>
                  <a:gd name="csX2" fmla="*/ 12954 w 16810"/>
                  <a:gd name="csY2" fmla="*/ 1694 h 15124"/>
                  <a:gd name="csX3" fmla="*/ 14939 w 16810"/>
                  <a:gd name="csY3" fmla="*/ 15018 h 15124"/>
                  <a:gd name="csX4" fmla="*/ 14859 w 16810"/>
                  <a:gd name="csY4" fmla="*/ 15125 h 15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810" h="15124">
                    <a:moveTo>
                      <a:pt x="14859" y="15125"/>
                    </a:moveTo>
                    <a:lnTo>
                      <a:pt x="0" y="3695"/>
                    </a:lnTo>
                    <a:cubicBezTo>
                      <a:pt x="3100" y="-309"/>
                      <a:pt x="8791" y="-1188"/>
                      <a:pt x="12954" y="1694"/>
                    </a:cubicBezTo>
                    <a:cubicBezTo>
                      <a:pt x="17181" y="4825"/>
                      <a:pt x="18070" y="10790"/>
                      <a:pt x="14939" y="15018"/>
                    </a:cubicBezTo>
                    <a:cubicBezTo>
                      <a:pt x="14913" y="15054"/>
                      <a:pt x="14886" y="15089"/>
                      <a:pt x="14859" y="1512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9D1E2C0C-1561-ED87-EB12-02323E1068A1}"/>
                  </a:ext>
                </a:extLst>
              </p:cNvPr>
              <p:cNvSpPr/>
              <p:nvPr/>
            </p:nvSpPr>
            <p:spPr>
              <a:xfrm>
                <a:off x="6176769" y="1691258"/>
                <a:ext cx="15242" cy="15906"/>
              </a:xfrm>
              <a:custGeom>
                <a:avLst/>
                <a:gdLst>
                  <a:gd name="csX0" fmla="*/ 15242 w 15242"/>
                  <a:gd name="csY0" fmla="*/ 8001 h 15906"/>
                  <a:gd name="csX1" fmla="*/ 7622 w 15242"/>
                  <a:gd name="csY1" fmla="*/ 15907 h 15906"/>
                  <a:gd name="csX2" fmla="*/ 2 w 15242"/>
                  <a:gd name="csY2" fmla="*/ 7910 h 15906"/>
                  <a:gd name="csX3" fmla="*/ 2 w 15242"/>
                  <a:gd name="csY3" fmla="*/ 7906 h 15906"/>
                  <a:gd name="csX4" fmla="*/ 7622 w 15242"/>
                  <a:gd name="csY4" fmla="*/ 0 h 15906"/>
                  <a:gd name="csX5" fmla="*/ 15242 w 15242"/>
                  <a:gd name="csY5" fmla="*/ 8001 h 159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5242" h="15906">
                    <a:moveTo>
                      <a:pt x="15242" y="8001"/>
                    </a:moveTo>
                    <a:cubicBezTo>
                      <a:pt x="15296" y="12278"/>
                      <a:pt x="11899" y="15803"/>
                      <a:pt x="7622" y="15907"/>
                    </a:cubicBezTo>
                    <a:cubicBezTo>
                      <a:pt x="3310" y="15803"/>
                      <a:pt x="-101" y="12223"/>
                      <a:pt x="2" y="7910"/>
                    </a:cubicBezTo>
                    <a:cubicBezTo>
                      <a:pt x="2" y="7909"/>
                      <a:pt x="2" y="7907"/>
                      <a:pt x="2" y="7906"/>
                    </a:cubicBezTo>
                    <a:cubicBezTo>
                      <a:pt x="-51" y="3629"/>
                      <a:pt x="3346" y="104"/>
                      <a:pt x="7622" y="0"/>
                    </a:cubicBezTo>
                    <a:cubicBezTo>
                      <a:pt x="11913" y="155"/>
                      <a:pt x="15297" y="3707"/>
                      <a:pt x="15242" y="800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C74AC671-CE56-6F36-C66F-4265FB6AD152}"/>
                  </a:ext>
                </a:extLst>
              </p:cNvPr>
              <p:cNvSpPr/>
              <p:nvPr/>
            </p:nvSpPr>
            <p:spPr>
              <a:xfrm>
                <a:off x="6148958" y="1698307"/>
                <a:ext cx="25050" cy="45338"/>
              </a:xfrm>
              <a:custGeom>
                <a:avLst/>
                <a:gdLst>
                  <a:gd name="csX0" fmla="*/ 7144 w 25050"/>
                  <a:gd name="csY0" fmla="*/ 0 h 45338"/>
                  <a:gd name="csX1" fmla="*/ 0 w 25050"/>
                  <a:gd name="csY1" fmla="*/ 45339 h 45338"/>
                  <a:gd name="csX2" fmla="*/ 25051 w 25050"/>
                  <a:gd name="csY2" fmla="*/ 42386 h 45338"/>
                  <a:gd name="csX3" fmla="*/ 7144 w 25050"/>
                  <a:gd name="csY3" fmla="*/ 0 h 45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050" h="45338">
                    <a:moveTo>
                      <a:pt x="7144" y="0"/>
                    </a:moveTo>
                    <a:lnTo>
                      <a:pt x="0" y="45339"/>
                    </a:lnTo>
                    <a:lnTo>
                      <a:pt x="25051" y="42386"/>
                    </a:lnTo>
                    <a:lnTo>
                      <a:pt x="7144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96637323-C66F-93B5-1761-850F2C576B8B}"/>
                  </a:ext>
                </a:extLst>
              </p:cNvPr>
              <p:cNvSpPr/>
              <p:nvPr/>
            </p:nvSpPr>
            <p:spPr>
              <a:xfrm>
                <a:off x="6146566" y="2867977"/>
                <a:ext cx="157245" cy="119440"/>
              </a:xfrm>
              <a:custGeom>
                <a:avLst/>
                <a:gdLst>
                  <a:gd name="csX0" fmla="*/ 52970 w 157245"/>
                  <a:gd name="csY0" fmla="*/ 6858 h 119440"/>
                  <a:gd name="csX1" fmla="*/ 51446 w 157245"/>
                  <a:gd name="csY1" fmla="*/ 0 h 119440"/>
                  <a:gd name="csX2" fmla="*/ 99071 w 157245"/>
                  <a:gd name="csY2" fmla="*/ 51911 h 119440"/>
                  <a:gd name="csX3" fmla="*/ 152792 w 157245"/>
                  <a:gd name="csY3" fmla="*/ 86392 h 119440"/>
                  <a:gd name="csX4" fmla="*/ 112406 w 157245"/>
                  <a:gd name="csY4" fmla="*/ 119348 h 119440"/>
                  <a:gd name="csX5" fmla="*/ 55256 w 157245"/>
                  <a:gd name="csY5" fmla="*/ 106013 h 119440"/>
                  <a:gd name="csX6" fmla="*/ 31253 w 157245"/>
                  <a:gd name="csY6" fmla="*/ 75533 h 119440"/>
                  <a:gd name="csX7" fmla="*/ 3249 w 157245"/>
                  <a:gd name="csY7" fmla="*/ 55054 h 119440"/>
                  <a:gd name="csX8" fmla="*/ 297 w 157245"/>
                  <a:gd name="csY8" fmla="*/ 29432 h 119440"/>
                  <a:gd name="csX9" fmla="*/ 4012 w 157245"/>
                  <a:gd name="csY9" fmla="*/ 10858 h 119440"/>
                  <a:gd name="csX10" fmla="*/ 5154 w 157245"/>
                  <a:gd name="csY10" fmla="*/ 16002 h 119440"/>
                  <a:gd name="csX11" fmla="*/ 33729 w 157245"/>
                  <a:gd name="csY11" fmla="*/ 22384 h 119440"/>
                  <a:gd name="csX12" fmla="*/ 52970 w 157245"/>
                  <a:gd name="csY12" fmla="*/ 6858 h 119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7245" h="119440">
                    <a:moveTo>
                      <a:pt x="52970" y="6858"/>
                    </a:moveTo>
                    <a:lnTo>
                      <a:pt x="51446" y="0"/>
                    </a:lnTo>
                    <a:cubicBezTo>
                      <a:pt x="56399" y="953"/>
                      <a:pt x="77830" y="36481"/>
                      <a:pt x="99071" y="51911"/>
                    </a:cubicBezTo>
                    <a:cubicBezTo>
                      <a:pt x="122312" y="68771"/>
                      <a:pt x="142410" y="78772"/>
                      <a:pt x="152792" y="86392"/>
                    </a:cubicBezTo>
                    <a:cubicBezTo>
                      <a:pt x="166698" y="96583"/>
                      <a:pt x="146601" y="117443"/>
                      <a:pt x="112406" y="119348"/>
                    </a:cubicBezTo>
                    <a:cubicBezTo>
                      <a:pt x="95451" y="120205"/>
                      <a:pt x="64781" y="115062"/>
                      <a:pt x="55256" y="106013"/>
                    </a:cubicBezTo>
                    <a:cubicBezTo>
                      <a:pt x="45731" y="96964"/>
                      <a:pt x="38873" y="82010"/>
                      <a:pt x="31253" y="75533"/>
                    </a:cubicBezTo>
                    <a:cubicBezTo>
                      <a:pt x="23633" y="69056"/>
                      <a:pt x="8488" y="63341"/>
                      <a:pt x="3249" y="55054"/>
                    </a:cubicBezTo>
                    <a:cubicBezTo>
                      <a:pt x="446" y="46823"/>
                      <a:pt x="-561" y="38086"/>
                      <a:pt x="297" y="29432"/>
                    </a:cubicBezTo>
                    <a:cubicBezTo>
                      <a:pt x="297" y="20479"/>
                      <a:pt x="963" y="10382"/>
                      <a:pt x="4012" y="10858"/>
                    </a:cubicBezTo>
                    <a:lnTo>
                      <a:pt x="5154" y="16002"/>
                    </a:lnTo>
                    <a:cubicBezTo>
                      <a:pt x="13987" y="20510"/>
                      <a:pt x="23818" y="22705"/>
                      <a:pt x="33729" y="22384"/>
                    </a:cubicBezTo>
                    <a:cubicBezTo>
                      <a:pt x="42016" y="22003"/>
                      <a:pt x="56970" y="20193"/>
                      <a:pt x="52970" y="685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E3A485A-022D-C1DE-4BA6-0E8281865764}"/>
                  </a:ext>
                </a:extLst>
              </p:cNvPr>
              <p:cNvSpPr/>
              <p:nvPr/>
            </p:nvSpPr>
            <p:spPr>
              <a:xfrm>
                <a:off x="6122669" y="2254281"/>
                <a:ext cx="45148" cy="198691"/>
              </a:xfrm>
              <a:custGeom>
                <a:avLst/>
                <a:gdLst>
                  <a:gd name="csX0" fmla="*/ 25718 w 45148"/>
                  <a:gd name="csY0" fmla="*/ 198692 h 198691"/>
                  <a:gd name="csX1" fmla="*/ 0 w 45148"/>
                  <a:gd name="csY1" fmla="*/ 32290 h 198691"/>
                  <a:gd name="csX2" fmla="*/ 45148 w 45148"/>
                  <a:gd name="csY2" fmla="*/ 0 h 198691"/>
                  <a:gd name="csX3" fmla="*/ 14288 w 45148"/>
                  <a:gd name="csY3" fmla="*/ 38576 h 198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148" h="198691">
                    <a:moveTo>
                      <a:pt x="25718" y="198692"/>
                    </a:moveTo>
                    <a:cubicBezTo>
                      <a:pt x="25718" y="198692"/>
                      <a:pt x="5429" y="54578"/>
                      <a:pt x="0" y="32290"/>
                    </a:cubicBezTo>
                    <a:cubicBezTo>
                      <a:pt x="16298" y="23389"/>
                      <a:pt x="31458" y="12547"/>
                      <a:pt x="45148" y="0"/>
                    </a:cubicBezTo>
                    <a:cubicBezTo>
                      <a:pt x="35703" y="13510"/>
                      <a:pt x="25395" y="26396"/>
                      <a:pt x="14288" y="38576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453B38D0-F7AF-7199-3C28-9953EEA7B0BD}"/>
                  </a:ext>
                </a:extLst>
              </p:cNvPr>
              <p:cNvSpPr/>
              <p:nvPr/>
            </p:nvSpPr>
            <p:spPr>
              <a:xfrm>
                <a:off x="6025991" y="2447924"/>
                <a:ext cx="34290" cy="140874"/>
              </a:xfrm>
              <a:custGeom>
                <a:avLst/>
                <a:gdLst>
                  <a:gd name="csX0" fmla="*/ 0 w 34290"/>
                  <a:gd name="csY0" fmla="*/ 0 h 140874"/>
                  <a:gd name="csX1" fmla="*/ 34290 w 34290"/>
                  <a:gd name="csY1" fmla="*/ 74105 h 140874"/>
                  <a:gd name="csX2" fmla="*/ 32099 w 34290"/>
                  <a:gd name="csY2" fmla="*/ 129731 h 140874"/>
                  <a:gd name="csX3" fmla="*/ 19336 w 34290"/>
                  <a:gd name="csY3" fmla="*/ 140875 h 140874"/>
                  <a:gd name="csX4" fmla="*/ 25051 w 34290"/>
                  <a:gd name="csY4" fmla="*/ 78486 h 140874"/>
                  <a:gd name="csX5" fmla="*/ 0 w 34290"/>
                  <a:gd name="csY5" fmla="*/ 0 h 140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4290" h="140874">
                    <a:moveTo>
                      <a:pt x="0" y="0"/>
                    </a:moveTo>
                    <a:cubicBezTo>
                      <a:pt x="0" y="0"/>
                      <a:pt x="24384" y="60674"/>
                      <a:pt x="34290" y="74105"/>
                    </a:cubicBezTo>
                    <a:cubicBezTo>
                      <a:pt x="34290" y="74105"/>
                      <a:pt x="31813" y="120396"/>
                      <a:pt x="32099" y="129731"/>
                    </a:cubicBezTo>
                    <a:lnTo>
                      <a:pt x="19336" y="140875"/>
                    </a:lnTo>
                    <a:cubicBezTo>
                      <a:pt x="19003" y="119934"/>
                      <a:pt x="20919" y="99018"/>
                      <a:pt x="25051" y="78486"/>
                    </a:cubicBezTo>
                    <a:cubicBezTo>
                      <a:pt x="13854" y="53320"/>
                      <a:pt x="5453" y="2700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0C37736B-0864-C07D-A14C-9466FEA6153B}"/>
                  </a:ext>
                </a:extLst>
              </p:cNvPr>
              <p:cNvSpPr/>
              <p:nvPr/>
            </p:nvSpPr>
            <p:spPr>
              <a:xfrm>
                <a:off x="5893057" y="2039414"/>
                <a:ext cx="436389" cy="104008"/>
              </a:xfrm>
              <a:custGeom>
                <a:avLst/>
                <a:gdLst>
                  <a:gd name="csX0" fmla="*/ 62353 w 436389"/>
                  <a:gd name="csY0" fmla="*/ 33702 h 104008"/>
                  <a:gd name="csX1" fmla="*/ 277047 w 436389"/>
                  <a:gd name="csY1" fmla="*/ 47323 h 104008"/>
                  <a:gd name="csX2" fmla="*/ 345817 w 436389"/>
                  <a:gd name="csY2" fmla="*/ 8461 h 104008"/>
                  <a:gd name="csX3" fmla="*/ 373821 w 436389"/>
                  <a:gd name="csY3" fmla="*/ 2270 h 104008"/>
                  <a:gd name="csX4" fmla="*/ 356771 w 436389"/>
                  <a:gd name="csY4" fmla="*/ 36274 h 104008"/>
                  <a:gd name="csX5" fmla="*/ 395633 w 436389"/>
                  <a:gd name="csY5" fmla="*/ 39608 h 104008"/>
                  <a:gd name="csX6" fmla="*/ 435257 w 436389"/>
                  <a:gd name="csY6" fmla="*/ 28368 h 104008"/>
                  <a:gd name="csX7" fmla="*/ 382393 w 436389"/>
                  <a:gd name="csY7" fmla="*/ 90947 h 104008"/>
                  <a:gd name="csX8" fmla="*/ 280571 w 436389"/>
                  <a:gd name="csY8" fmla="*/ 97329 h 104008"/>
                  <a:gd name="csX9" fmla="*/ 536 w 436389"/>
                  <a:gd name="csY9" fmla="*/ 97329 h 104008"/>
                  <a:gd name="csX10" fmla="*/ 16252 w 436389"/>
                  <a:gd name="csY10" fmla="*/ 58562 h 104008"/>
                  <a:gd name="csX11" fmla="*/ 62353 w 436389"/>
                  <a:gd name="csY11" fmla="*/ 33702 h 1040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36389" h="104008">
                    <a:moveTo>
                      <a:pt x="62353" y="33702"/>
                    </a:moveTo>
                    <a:cubicBezTo>
                      <a:pt x="62353" y="33702"/>
                      <a:pt x="254473" y="54276"/>
                      <a:pt x="277047" y="47323"/>
                    </a:cubicBezTo>
                    <a:cubicBezTo>
                      <a:pt x="299621" y="40370"/>
                      <a:pt x="329911" y="17986"/>
                      <a:pt x="345817" y="8461"/>
                    </a:cubicBezTo>
                    <a:cubicBezTo>
                      <a:pt x="361724" y="-1064"/>
                      <a:pt x="373821" y="-1636"/>
                      <a:pt x="373821" y="2270"/>
                    </a:cubicBezTo>
                    <a:cubicBezTo>
                      <a:pt x="373821" y="6175"/>
                      <a:pt x="359915" y="27416"/>
                      <a:pt x="356771" y="36274"/>
                    </a:cubicBezTo>
                    <a:cubicBezTo>
                      <a:pt x="353628" y="45132"/>
                      <a:pt x="371725" y="45132"/>
                      <a:pt x="395633" y="39608"/>
                    </a:cubicBezTo>
                    <a:cubicBezTo>
                      <a:pt x="419541" y="34083"/>
                      <a:pt x="429066" y="20558"/>
                      <a:pt x="435257" y="28368"/>
                    </a:cubicBezTo>
                    <a:cubicBezTo>
                      <a:pt x="441449" y="36179"/>
                      <a:pt x="422017" y="75993"/>
                      <a:pt x="382393" y="90947"/>
                    </a:cubicBezTo>
                    <a:cubicBezTo>
                      <a:pt x="342769" y="105901"/>
                      <a:pt x="313337" y="95900"/>
                      <a:pt x="280571" y="97329"/>
                    </a:cubicBezTo>
                    <a:cubicBezTo>
                      <a:pt x="247805" y="98758"/>
                      <a:pt x="45970" y="111617"/>
                      <a:pt x="536" y="97329"/>
                    </a:cubicBezTo>
                    <a:cubicBezTo>
                      <a:pt x="-1914" y="82482"/>
                      <a:pt x="4155" y="67512"/>
                      <a:pt x="16252" y="58562"/>
                    </a:cubicBezTo>
                    <a:cubicBezTo>
                      <a:pt x="29981" y="47543"/>
                      <a:pt x="45603" y="39119"/>
                      <a:pt x="62353" y="33702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50" name="Graphic 5">
              <a:extLst>
                <a:ext uri="{FF2B5EF4-FFF2-40B4-BE49-F238E27FC236}">
                  <a16:creationId xmlns:a16="http://schemas.microsoft.com/office/drawing/2014/main" id="{1B3B849D-8965-2E42-0FC3-9A8909CA54C6}"/>
                </a:ext>
              </a:extLst>
            </p:cNvPr>
            <p:cNvGrpSpPr/>
            <p:nvPr/>
          </p:nvGrpSpPr>
          <p:grpSpPr>
            <a:xfrm>
              <a:off x="6668861" y="3022778"/>
              <a:ext cx="480731" cy="1618281"/>
              <a:chOff x="4890059" y="2426398"/>
              <a:chExt cx="480731" cy="1618281"/>
            </a:xfrm>
          </p:grpSpPr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F08B8EA3-2A33-6DD4-9BAB-17BE404C60F5}"/>
                  </a:ext>
                </a:extLst>
              </p:cNvPr>
              <p:cNvSpPr/>
              <p:nvPr/>
            </p:nvSpPr>
            <p:spPr>
              <a:xfrm>
                <a:off x="4890059" y="2880645"/>
                <a:ext cx="98850" cy="139350"/>
              </a:xfrm>
              <a:custGeom>
                <a:avLst/>
                <a:gdLst>
                  <a:gd name="csX0" fmla="*/ 267 w 98850"/>
                  <a:gd name="csY0" fmla="*/ 110204 h 139350"/>
                  <a:gd name="csX1" fmla="*/ 20459 w 98850"/>
                  <a:gd name="csY1" fmla="*/ 0 h 139350"/>
                  <a:gd name="csX2" fmla="*/ 98850 w 98850"/>
                  <a:gd name="csY2" fmla="*/ 24003 h 139350"/>
                  <a:gd name="csX3" fmla="*/ 86277 w 98850"/>
                  <a:gd name="csY3" fmla="*/ 76295 h 139350"/>
                  <a:gd name="csX4" fmla="*/ 21126 w 98850"/>
                  <a:gd name="csY4" fmla="*/ 139351 h 139350"/>
                  <a:gd name="csX5" fmla="*/ 266 w 98850"/>
                  <a:gd name="csY5" fmla="*/ 110204 h 139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8850" h="139350">
                    <a:moveTo>
                      <a:pt x="267" y="110204"/>
                    </a:moveTo>
                    <a:cubicBezTo>
                      <a:pt x="743" y="104013"/>
                      <a:pt x="12459" y="37338"/>
                      <a:pt x="20459" y="0"/>
                    </a:cubicBezTo>
                    <a:lnTo>
                      <a:pt x="98850" y="24003"/>
                    </a:lnTo>
                    <a:lnTo>
                      <a:pt x="86277" y="76295"/>
                    </a:lnTo>
                    <a:lnTo>
                      <a:pt x="21126" y="139351"/>
                    </a:lnTo>
                    <a:cubicBezTo>
                      <a:pt x="7490" y="136788"/>
                      <a:pt x="-1707" y="123938"/>
                      <a:pt x="266" y="110204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DA16871A-8551-35FD-211D-7AEFA3ED843F}"/>
                  </a:ext>
                </a:extLst>
              </p:cNvPr>
              <p:cNvSpPr/>
              <p:nvPr/>
            </p:nvSpPr>
            <p:spPr>
              <a:xfrm>
                <a:off x="4956143" y="2426398"/>
                <a:ext cx="250126" cy="376142"/>
              </a:xfrm>
              <a:custGeom>
                <a:avLst/>
                <a:gdLst>
                  <a:gd name="csX0" fmla="*/ 106013 w 250126"/>
                  <a:gd name="csY0" fmla="*/ 0 h 376142"/>
                  <a:gd name="csX1" fmla="*/ 144113 w 250126"/>
                  <a:gd name="csY1" fmla="*/ 0 h 376142"/>
                  <a:gd name="csX2" fmla="*/ 250127 w 250126"/>
                  <a:gd name="csY2" fmla="*/ 106013 h 376142"/>
                  <a:gd name="csX3" fmla="*/ 250127 w 250126"/>
                  <a:gd name="csY3" fmla="*/ 376142 h 376142"/>
                  <a:gd name="csX4" fmla="*/ 250127 w 250126"/>
                  <a:gd name="csY4" fmla="*/ 376142 h 376142"/>
                  <a:gd name="csX5" fmla="*/ 0 w 250126"/>
                  <a:gd name="csY5" fmla="*/ 376142 h 376142"/>
                  <a:gd name="csX6" fmla="*/ 0 w 250126"/>
                  <a:gd name="csY6" fmla="*/ 376142 h 376142"/>
                  <a:gd name="csX7" fmla="*/ 0 w 250126"/>
                  <a:gd name="csY7" fmla="*/ 106013 h 376142"/>
                  <a:gd name="csX8" fmla="*/ 106013 w 250126"/>
                  <a:gd name="csY8" fmla="*/ 0 h 3761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50126" h="376142">
                    <a:moveTo>
                      <a:pt x="106013" y="0"/>
                    </a:moveTo>
                    <a:lnTo>
                      <a:pt x="144113" y="0"/>
                    </a:lnTo>
                    <a:cubicBezTo>
                      <a:pt x="202663" y="0"/>
                      <a:pt x="250127" y="47464"/>
                      <a:pt x="250127" y="106013"/>
                    </a:cubicBezTo>
                    <a:lnTo>
                      <a:pt x="250127" y="376142"/>
                    </a:lnTo>
                    <a:lnTo>
                      <a:pt x="250127" y="376142"/>
                    </a:lnTo>
                    <a:lnTo>
                      <a:pt x="0" y="376142"/>
                    </a:lnTo>
                    <a:lnTo>
                      <a:pt x="0" y="376142"/>
                    </a:lnTo>
                    <a:lnTo>
                      <a:pt x="0" y="106013"/>
                    </a:lnTo>
                    <a:cubicBezTo>
                      <a:pt x="0" y="47464"/>
                      <a:pt x="47464" y="0"/>
                      <a:pt x="1060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2436D87-6C39-A1E3-0492-B077C52F6F24}"/>
                  </a:ext>
                </a:extLst>
              </p:cNvPr>
              <p:cNvSpPr/>
              <p:nvPr/>
            </p:nvSpPr>
            <p:spPr>
              <a:xfrm>
                <a:off x="5196077" y="2850737"/>
                <a:ext cx="110490" cy="117252"/>
              </a:xfrm>
              <a:custGeom>
                <a:avLst/>
                <a:gdLst>
                  <a:gd name="csX0" fmla="*/ 73438 w 110490"/>
                  <a:gd name="csY0" fmla="*/ 0 h 117252"/>
                  <a:gd name="csX1" fmla="*/ 110490 w 110490"/>
                  <a:gd name="csY1" fmla="*/ 67913 h 117252"/>
                  <a:gd name="csX2" fmla="*/ 52769 w 110490"/>
                  <a:gd name="csY2" fmla="*/ 117253 h 117252"/>
                  <a:gd name="csX3" fmla="*/ 0 w 110490"/>
                  <a:gd name="csY3" fmla="*/ 33528 h 117252"/>
                  <a:gd name="csX4" fmla="*/ 73438 w 110490"/>
                  <a:gd name="csY4" fmla="*/ 0 h 117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0490" h="117252">
                    <a:moveTo>
                      <a:pt x="73438" y="0"/>
                    </a:moveTo>
                    <a:lnTo>
                      <a:pt x="110490" y="67913"/>
                    </a:lnTo>
                    <a:lnTo>
                      <a:pt x="52769" y="117253"/>
                    </a:lnTo>
                    <a:lnTo>
                      <a:pt x="0" y="33528"/>
                    </a:lnTo>
                    <a:lnTo>
                      <a:pt x="73438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DF4083F9-34E5-FB1A-AC5D-BCC06C94D808}"/>
                  </a:ext>
                </a:extLst>
              </p:cNvPr>
              <p:cNvSpPr/>
              <p:nvPr/>
            </p:nvSpPr>
            <p:spPr>
              <a:xfrm>
                <a:off x="5130450" y="2699289"/>
                <a:ext cx="148304" cy="205526"/>
              </a:xfrm>
              <a:custGeom>
                <a:avLst/>
                <a:gdLst>
                  <a:gd name="csX0" fmla="*/ 0 w 148304"/>
                  <a:gd name="csY0" fmla="*/ 0 h 205526"/>
                  <a:gd name="csX1" fmla="*/ 91154 w 148304"/>
                  <a:gd name="csY1" fmla="*/ 42576 h 205526"/>
                  <a:gd name="csX2" fmla="*/ 148304 w 148304"/>
                  <a:gd name="csY2" fmla="*/ 161068 h 205526"/>
                  <a:gd name="csX3" fmla="*/ 64294 w 148304"/>
                  <a:gd name="csY3" fmla="*/ 205359 h 2055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8304" h="205526">
                    <a:moveTo>
                      <a:pt x="0" y="0"/>
                    </a:moveTo>
                    <a:cubicBezTo>
                      <a:pt x="36766" y="0"/>
                      <a:pt x="77248" y="13716"/>
                      <a:pt x="91154" y="42576"/>
                    </a:cubicBezTo>
                    <a:lnTo>
                      <a:pt x="148304" y="161068"/>
                    </a:lnTo>
                    <a:cubicBezTo>
                      <a:pt x="148304" y="161068"/>
                      <a:pt x="115824" y="208693"/>
                      <a:pt x="64294" y="205359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D834B94C-762B-25E8-1864-98A6514970E5}"/>
                  </a:ext>
                </a:extLst>
              </p:cNvPr>
              <p:cNvSpPr/>
              <p:nvPr/>
            </p:nvSpPr>
            <p:spPr>
              <a:xfrm>
                <a:off x="5059035" y="3797255"/>
                <a:ext cx="150358" cy="155084"/>
              </a:xfrm>
              <a:custGeom>
                <a:avLst/>
                <a:gdLst>
                  <a:gd name="csX0" fmla="*/ 101134 w 150358"/>
                  <a:gd name="csY0" fmla="*/ 77134 h 155084"/>
                  <a:gd name="csX1" fmla="*/ 143615 w 150358"/>
                  <a:gd name="csY1" fmla="*/ 123997 h 155084"/>
                  <a:gd name="csX2" fmla="*/ 149425 w 150358"/>
                  <a:gd name="csY2" fmla="*/ 131522 h 155084"/>
                  <a:gd name="csX3" fmla="*/ 131137 w 150358"/>
                  <a:gd name="csY3" fmla="*/ 153239 h 155084"/>
                  <a:gd name="csX4" fmla="*/ 66462 w 150358"/>
                  <a:gd name="csY4" fmla="*/ 139237 h 155084"/>
                  <a:gd name="csX5" fmla="*/ 37411 w 150358"/>
                  <a:gd name="csY5" fmla="*/ 88564 h 155084"/>
                  <a:gd name="csX6" fmla="*/ 3121 w 150358"/>
                  <a:gd name="csY6" fmla="*/ 59989 h 155084"/>
                  <a:gd name="csX7" fmla="*/ 5693 w 150358"/>
                  <a:gd name="csY7" fmla="*/ 25127 h 155084"/>
                  <a:gd name="csX8" fmla="*/ 19695 w 150358"/>
                  <a:gd name="csY8" fmla="*/ 172 h 155084"/>
                  <a:gd name="csX9" fmla="*/ 17980 w 150358"/>
                  <a:gd name="csY9" fmla="*/ 7221 h 155084"/>
                  <a:gd name="csX10" fmla="*/ 72178 w 150358"/>
                  <a:gd name="csY10" fmla="*/ 20079 h 155084"/>
                  <a:gd name="csX11" fmla="*/ 101134 w 150358"/>
                  <a:gd name="csY11" fmla="*/ 77134 h 1550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50358" h="155084">
                    <a:moveTo>
                      <a:pt x="101134" y="77134"/>
                    </a:moveTo>
                    <a:cubicBezTo>
                      <a:pt x="113786" y="94059"/>
                      <a:pt x="128010" y="109749"/>
                      <a:pt x="143615" y="123997"/>
                    </a:cubicBezTo>
                    <a:cubicBezTo>
                      <a:pt x="146120" y="126010"/>
                      <a:pt x="148112" y="128589"/>
                      <a:pt x="149425" y="131522"/>
                    </a:cubicBezTo>
                    <a:cubicBezTo>
                      <a:pt x="151045" y="136475"/>
                      <a:pt x="153140" y="148381"/>
                      <a:pt x="131137" y="153239"/>
                    </a:cubicBezTo>
                    <a:cubicBezTo>
                      <a:pt x="108569" y="158187"/>
                      <a:pt x="84964" y="153077"/>
                      <a:pt x="66462" y="139237"/>
                    </a:cubicBezTo>
                    <a:cubicBezTo>
                      <a:pt x="50365" y="126283"/>
                      <a:pt x="52270" y="103518"/>
                      <a:pt x="37411" y="88564"/>
                    </a:cubicBezTo>
                    <a:cubicBezTo>
                      <a:pt x="26362" y="77610"/>
                      <a:pt x="11408" y="73324"/>
                      <a:pt x="3121" y="59989"/>
                    </a:cubicBezTo>
                    <a:cubicBezTo>
                      <a:pt x="-2689" y="50464"/>
                      <a:pt x="454" y="39129"/>
                      <a:pt x="5693" y="25127"/>
                    </a:cubicBezTo>
                    <a:cubicBezTo>
                      <a:pt x="10932" y="11126"/>
                      <a:pt x="14647" y="-1638"/>
                      <a:pt x="19695" y="172"/>
                    </a:cubicBezTo>
                    <a:lnTo>
                      <a:pt x="17980" y="7221"/>
                    </a:lnTo>
                    <a:cubicBezTo>
                      <a:pt x="23219" y="18365"/>
                      <a:pt x="56080" y="25413"/>
                      <a:pt x="72178" y="20079"/>
                    </a:cubicBezTo>
                    <a:cubicBezTo>
                      <a:pt x="80840" y="39584"/>
                      <a:pt x="90505" y="58627"/>
                      <a:pt x="101134" y="77134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AD3D6AA2-60CA-14B5-4E2D-BEE2A671D55E}"/>
                  </a:ext>
                </a:extLst>
              </p:cNvPr>
              <p:cNvSpPr/>
              <p:nvPr/>
            </p:nvSpPr>
            <p:spPr>
              <a:xfrm>
                <a:off x="5076339" y="3752468"/>
                <a:ext cx="107958" cy="166380"/>
              </a:xfrm>
              <a:custGeom>
                <a:avLst/>
                <a:gdLst>
                  <a:gd name="csX0" fmla="*/ 96784 w 107958"/>
                  <a:gd name="csY0" fmla="*/ 138303 h 166380"/>
                  <a:gd name="csX1" fmla="*/ 96784 w 107958"/>
                  <a:gd name="csY1" fmla="*/ 138303 h 166380"/>
                  <a:gd name="csX2" fmla="*/ 83830 w 107958"/>
                  <a:gd name="csY2" fmla="*/ 121920 h 166380"/>
                  <a:gd name="csX3" fmla="*/ 61256 w 107958"/>
                  <a:gd name="csY3" fmla="*/ 78391 h 166380"/>
                  <a:gd name="csX4" fmla="*/ 59160 w 107958"/>
                  <a:gd name="csY4" fmla="*/ 49816 h 166380"/>
                  <a:gd name="csX5" fmla="*/ 70018 w 107958"/>
                  <a:gd name="csY5" fmla="*/ 13145 h 166380"/>
                  <a:gd name="csX6" fmla="*/ 12868 w 107958"/>
                  <a:gd name="csY6" fmla="*/ 0 h 166380"/>
                  <a:gd name="csX7" fmla="*/ 486 w 107958"/>
                  <a:gd name="csY7" fmla="*/ 51340 h 166380"/>
                  <a:gd name="csX8" fmla="*/ 486 w 107958"/>
                  <a:gd name="csY8" fmla="*/ 51340 h 166380"/>
                  <a:gd name="csX9" fmla="*/ 21822 w 107958"/>
                  <a:gd name="csY9" fmla="*/ 91630 h 166380"/>
                  <a:gd name="csX10" fmla="*/ 69447 w 107958"/>
                  <a:gd name="csY10" fmla="*/ 156496 h 166380"/>
                  <a:gd name="csX11" fmla="*/ 102499 w 107958"/>
                  <a:gd name="csY11" fmla="*/ 164497 h 166380"/>
                  <a:gd name="csX12" fmla="*/ 96784 w 107958"/>
                  <a:gd name="csY12" fmla="*/ 138303 h 166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07958" h="166380">
                    <a:moveTo>
                      <a:pt x="96784" y="138303"/>
                    </a:moveTo>
                    <a:lnTo>
                      <a:pt x="96784" y="138303"/>
                    </a:lnTo>
                    <a:cubicBezTo>
                      <a:pt x="92307" y="133064"/>
                      <a:pt x="87925" y="127730"/>
                      <a:pt x="83830" y="121920"/>
                    </a:cubicBezTo>
                    <a:cubicBezTo>
                      <a:pt x="75405" y="107895"/>
                      <a:pt x="67866" y="93357"/>
                      <a:pt x="61256" y="78391"/>
                    </a:cubicBezTo>
                    <a:cubicBezTo>
                      <a:pt x="56962" y="69475"/>
                      <a:pt x="56213" y="59262"/>
                      <a:pt x="59160" y="49816"/>
                    </a:cubicBezTo>
                    <a:lnTo>
                      <a:pt x="70018" y="13145"/>
                    </a:lnTo>
                    <a:lnTo>
                      <a:pt x="12868" y="0"/>
                    </a:lnTo>
                    <a:lnTo>
                      <a:pt x="486" y="51340"/>
                    </a:lnTo>
                    <a:lnTo>
                      <a:pt x="486" y="51340"/>
                    </a:lnTo>
                    <a:cubicBezTo>
                      <a:pt x="-2181" y="63055"/>
                      <a:pt x="6296" y="74676"/>
                      <a:pt x="21822" y="91630"/>
                    </a:cubicBezTo>
                    <a:cubicBezTo>
                      <a:pt x="37348" y="108585"/>
                      <a:pt x="55255" y="145923"/>
                      <a:pt x="69447" y="156496"/>
                    </a:cubicBezTo>
                    <a:cubicBezTo>
                      <a:pt x="83639" y="167069"/>
                      <a:pt x="95260" y="168116"/>
                      <a:pt x="102499" y="164497"/>
                    </a:cubicBezTo>
                    <a:cubicBezTo>
                      <a:pt x="109738" y="160877"/>
                      <a:pt x="111547" y="157544"/>
                      <a:pt x="96784" y="138303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26FA563-64F0-8ED8-51C9-B002B029E3B8}"/>
                  </a:ext>
                </a:extLst>
              </p:cNvPr>
              <p:cNvSpPr/>
              <p:nvPr/>
            </p:nvSpPr>
            <p:spPr>
              <a:xfrm>
                <a:off x="4937790" y="3898536"/>
                <a:ext cx="157571" cy="146143"/>
              </a:xfrm>
              <a:custGeom>
                <a:avLst/>
                <a:gdLst>
                  <a:gd name="csX0" fmla="*/ 68644 w 157571"/>
                  <a:gd name="csY0" fmla="*/ 8142 h 146143"/>
                  <a:gd name="csX1" fmla="*/ 68644 w 157571"/>
                  <a:gd name="csY1" fmla="*/ 46 h 146143"/>
                  <a:gd name="csX2" fmla="*/ 108840 w 157571"/>
                  <a:gd name="csY2" fmla="*/ 70531 h 146143"/>
                  <a:gd name="csX3" fmla="*/ 156941 w 157571"/>
                  <a:gd name="csY3" fmla="*/ 123395 h 146143"/>
                  <a:gd name="csX4" fmla="*/ 106744 w 157571"/>
                  <a:gd name="csY4" fmla="*/ 145493 h 146143"/>
                  <a:gd name="csX5" fmla="*/ 49023 w 157571"/>
                  <a:gd name="csY5" fmla="*/ 114537 h 146143"/>
                  <a:gd name="csX6" fmla="*/ 26544 w 157571"/>
                  <a:gd name="csY6" fmla="*/ 79675 h 146143"/>
                  <a:gd name="csX7" fmla="*/ 445 w 157571"/>
                  <a:gd name="csY7" fmla="*/ 49576 h 146143"/>
                  <a:gd name="csX8" fmla="*/ 3589 w 157571"/>
                  <a:gd name="csY8" fmla="*/ 20048 h 146143"/>
                  <a:gd name="csX9" fmla="*/ 12447 w 157571"/>
                  <a:gd name="csY9" fmla="*/ 46 h 146143"/>
                  <a:gd name="csX10" fmla="*/ 12447 w 157571"/>
                  <a:gd name="csY10" fmla="*/ 6713 h 146143"/>
                  <a:gd name="csX11" fmla="*/ 41022 w 157571"/>
                  <a:gd name="csY11" fmla="*/ 16238 h 146143"/>
                  <a:gd name="csX12" fmla="*/ 68644 w 157571"/>
                  <a:gd name="csY12" fmla="*/ 8142 h 1461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7571" h="146143">
                    <a:moveTo>
                      <a:pt x="68644" y="8142"/>
                    </a:moveTo>
                    <a:lnTo>
                      <a:pt x="68644" y="46"/>
                    </a:lnTo>
                    <a:cubicBezTo>
                      <a:pt x="71883" y="9571"/>
                      <a:pt x="86551" y="50147"/>
                      <a:pt x="108840" y="70531"/>
                    </a:cubicBezTo>
                    <a:cubicBezTo>
                      <a:pt x="126652" y="86628"/>
                      <a:pt x="150845" y="105392"/>
                      <a:pt x="156941" y="123395"/>
                    </a:cubicBezTo>
                    <a:cubicBezTo>
                      <a:pt x="163037" y="141397"/>
                      <a:pt x="123318" y="148446"/>
                      <a:pt x="106744" y="145493"/>
                    </a:cubicBezTo>
                    <a:cubicBezTo>
                      <a:pt x="84629" y="141786"/>
                      <a:pt x="64346" y="130908"/>
                      <a:pt x="49023" y="114537"/>
                    </a:cubicBezTo>
                    <a:cubicBezTo>
                      <a:pt x="39498" y="102821"/>
                      <a:pt x="33402" y="88914"/>
                      <a:pt x="26544" y="79675"/>
                    </a:cubicBezTo>
                    <a:cubicBezTo>
                      <a:pt x="19686" y="70436"/>
                      <a:pt x="4065" y="60625"/>
                      <a:pt x="445" y="49576"/>
                    </a:cubicBezTo>
                    <a:cubicBezTo>
                      <a:pt x="-701" y="39622"/>
                      <a:pt x="372" y="29538"/>
                      <a:pt x="3589" y="20048"/>
                    </a:cubicBezTo>
                    <a:cubicBezTo>
                      <a:pt x="6255" y="10523"/>
                      <a:pt x="9018" y="-811"/>
                      <a:pt x="12447" y="46"/>
                    </a:cubicBezTo>
                    <a:lnTo>
                      <a:pt x="12447" y="6713"/>
                    </a:lnTo>
                    <a:cubicBezTo>
                      <a:pt x="20601" y="13066"/>
                      <a:pt x="30687" y="16428"/>
                      <a:pt x="41022" y="16238"/>
                    </a:cubicBezTo>
                    <a:cubicBezTo>
                      <a:pt x="48832" y="16238"/>
                      <a:pt x="68739" y="14429"/>
                      <a:pt x="68644" y="814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89E0397B-B0AA-5844-1F30-4CA5ADEFF827}"/>
                  </a:ext>
                </a:extLst>
              </p:cNvPr>
              <p:cNvSpPr/>
              <p:nvPr/>
            </p:nvSpPr>
            <p:spPr>
              <a:xfrm>
                <a:off x="4950237" y="3852481"/>
                <a:ext cx="118769" cy="151233"/>
              </a:xfrm>
              <a:custGeom>
                <a:avLst/>
                <a:gdLst>
                  <a:gd name="csX0" fmla="*/ 112490 w 118769"/>
                  <a:gd name="csY0" fmla="*/ 130778 h 151233"/>
                  <a:gd name="csX1" fmla="*/ 96393 w 118769"/>
                  <a:gd name="csY1" fmla="*/ 116491 h 151233"/>
                  <a:gd name="csX2" fmla="*/ 62103 w 118769"/>
                  <a:gd name="csY2" fmla="*/ 61722 h 151233"/>
                  <a:gd name="csX3" fmla="*/ 56197 w 118769"/>
                  <a:gd name="csY3" fmla="*/ 32099 h 151233"/>
                  <a:gd name="csX4" fmla="*/ 56197 w 118769"/>
                  <a:gd name="csY4" fmla="*/ 0 h 151233"/>
                  <a:gd name="csX5" fmla="*/ 0 w 118769"/>
                  <a:gd name="csY5" fmla="*/ 0 h 151233"/>
                  <a:gd name="csX6" fmla="*/ 0 w 118769"/>
                  <a:gd name="csY6" fmla="*/ 52197 h 151233"/>
                  <a:gd name="csX7" fmla="*/ 0 w 118769"/>
                  <a:gd name="csY7" fmla="*/ 52197 h 151233"/>
                  <a:gd name="csX8" fmla="*/ 0 w 118769"/>
                  <a:gd name="csY8" fmla="*/ 53626 h 151233"/>
                  <a:gd name="csX9" fmla="*/ 0 w 118769"/>
                  <a:gd name="csY9" fmla="*/ 53626 h 151233"/>
                  <a:gd name="csX10" fmla="*/ 43148 w 118769"/>
                  <a:gd name="csY10" fmla="*/ 116681 h 151233"/>
                  <a:gd name="csX11" fmla="*/ 94012 w 118769"/>
                  <a:gd name="csY11" fmla="*/ 150590 h 151233"/>
                  <a:gd name="csX12" fmla="*/ 112490 w 118769"/>
                  <a:gd name="csY12" fmla="*/ 130778 h 1512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8769" h="151233">
                    <a:moveTo>
                      <a:pt x="112490" y="130778"/>
                    </a:moveTo>
                    <a:lnTo>
                      <a:pt x="96393" y="116491"/>
                    </a:lnTo>
                    <a:cubicBezTo>
                      <a:pt x="81465" y="100674"/>
                      <a:pt x="69811" y="82060"/>
                      <a:pt x="62103" y="61722"/>
                    </a:cubicBezTo>
                    <a:cubicBezTo>
                      <a:pt x="58202" y="52333"/>
                      <a:pt x="56195" y="42266"/>
                      <a:pt x="56197" y="32099"/>
                    </a:cubicBezTo>
                    <a:lnTo>
                      <a:pt x="56197" y="0"/>
                    </a:lnTo>
                    <a:lnTo>
                      <a:pt x="0" y="0"/>
                    </a:lnTo>
                    <a:lnTo>
                      <a:pt x="0" y="52197"/>
                    </a:lnTo>
                    <a:lnTo>
                      <a:pt x="0" y="52197"/>
                    </a:lnTo>
                    <a:lnTo>
                      <a:pt x="0" y="53626"/>
                    </a:lnTo>
                    <a:lnTo>
                      <a:pt x="0" y="53626"/>
                    </a:lnTo>
                    <a:cubicBezTo>
                      <a:pt x="2667" y="65342"/>
                      <a:pt x="28575" y="96393"/>
                      <a:pt x="43148" y="116681"/>
                    </a:cubicBezTo>
                    <a:cubicBezTo>
                      <a:pt x="55099" y="134117"/>
                      <a:pt x="73321" y="146265"/>
                      <a:pt x="94012" y="150590"/>
                    </a:cubicBezTo>
                    <a:cubicBezTo>
                      <a:pt x="115443" y="153448"/>
                      <a:pt x="126587" y="146780"/>
                      <a:pt x="112490" y="13077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8004BB9D-EE4E-D0A5-2EE8-2BD8238F134A}"/>
                  </a:ext>
                </a:extLst>
              </p:cNvPr>
              <p:cNvSpPr/>
              <p:nvPr/>
            </p:nvSpPr>
            <p:spPr>
              <a:xfrm>
                <a:off x="4935664" y="3019139"/>
                <a:ext cx="322167" cy="848929"/>
              </a:xfrm>
              <a:custGeom>
                <a:avLst/>
                <a:gdLst>
                  <a:gd name="csX0" fmla="*/ 25717 w 322167"/>
                  <a:gd name="csY0" fmla="*/ 13526 h 848929"/>
                  <a:gd name="csX1" fmla="*/ 27336 w 322167"/>
                  <a:gd name="csY1" fmla="*/ 444151 h 848929"/>
                  <a:gd name="csX2" fmla="*/ 1810 w 322167"/>
                  <a:gd name="csY2" fmla="*/ 558451 h 848929"/>
                  <a:gd name="csX3" fmla="*/ 14002 w 322167"/>
                  <a:gd name="csY3" fmla="*/ 840581 h 848929"/>
                  <a:gd name="csX4" fmla="*/ 71152 w 322167"/>
                  <a:gd name="csY4" fmla="*/ 842867 h 848929"/>
                  <a:gd name="csX5" fmla="*/ 134874 w 322167"/>
                  <a:gd name="csY5" fmla="*/ 459010 h 848929"/>
                  <a:gd name="csX6" fmla="*/ 167068 w 322167"/>
                  <a:gd name="csY6" fmla="*/ 202597 h 848929"/>
                  <a:gd name="csX7" fmla="*/ 214693 w 322167"/>
                  <a:gd name="csY7" fmla="*/ 452819 h 848929"/>
                  <a:gd name="csX8" fmla="*/ 183261 w 322167"/>
                  <a:gd name="csY8" fmla="*/ 515303 h 848929"/>
                  <a:gd name="csX9" fmla="*/ 148971 w 322167"/>
                  <a:gd name="csY9" fmla="*/ 751999 h 848929"/>
                  <a:gd name="csX10" fmla="*/ 207073 w 322167"/>
                  <a:gd name="csY10" fmla="*/ 769049 h 848929"/>
                  <a:gd name="csX11" fmla="*/ 322040 w 322167"/>
                  <a:gd name="csY11" fmla="*/ 436436 h 848929"/>
                  <a:gd name="csX12" fmla="*/ 275653 w 322167"/>
                  <a:gd name="csY12" fmla="*/ 0 h 8489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22167" h="848929">
                    <a:moveTo>
                      <a:pt x="25717" y="13526"/>
                    </a:moveTo>
                    <a:cubicBezTo>
                      <a:pt x="-17812" y="108776"/>
                      <a:pt x="27336" y="444151"/>
                      <a:pt x="27336" y="444151"/>
                    </a:cubicBezTo>
                    <a:cubicBezTo>
                      <a:pt x="26003" y="459677"/>
                      <a:pt x="8286" y="490061"/>
                      <a:pt x="1810" y="558451"/>
                    </a:cubicBezTo>
                    <a:cubicBezTo>
                      <a:pt x="-6001" y="638842"/>
                      <a:pt x="14002" y="840581"/>
                      <a:pt x="14002" y="840581"/>
                    </a:cubicBezTo>
                    <a:cubicBezTo>
                      <a:pt x="31475" y="850838"/>
                      <a:pt x="52915" y="851695"/>
                      <a:pt x="71152" y="842867"/>
                    </a:cubicBezTo>
                    <a:cubicBezTo>
                      <a:pt x="71152" y="842867"/>
                      <a:pt x="124777" y="538924"/>
                      <a:pt x="134874" y="459010"/>
                    </a:cubicBezTo>
                    <a:lnTo>
                      <a:pt x="167068" y="202597"/>
                    </a:lnTo>
                    <a:lnTo>
                      <a:pt x="214693" y="452819"/>
                    </a:lnTo>
                    <a:cubicBezTo>
                      <a:pt x="201950" y="472427"/>
                      <a:pt x="191408" y="493382"/>
                      <a:pt x="183261" y="515303"/>
                    </a:cubicBezTo>
                    <a:cubicBezTo>
                      <a:pt x="171926" y="550640"/>
                      <a:pt x="148971" y="751999"/>
                      <a:pt x="148971" y="751999"/>
                    </a:cubicBezTo>
                    <a:cubicBezTo>
                      <a:pt x="164667" y="766349"/>
                      <a:pt x="186112" y="772642"/>
                      <a:pt x="207073" y="769049"/>
                    </a:cubicBezTo>
                    <a:cubicBezTo>
                      <a:pt x="207073" y="769048"/>
                      <a:pt x="317087" y="492823"/>
                      <a:pt x="322040" y="436436"/>
                    </a:cubicBezTo>
                    <a:cubicBezTo>
                      <a:pt x="324993" y="402622"/>
                      <a:pt x="275653" y="0"/>
                      <a:pt x="275653" y="0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002F5784-6777-530A-AF79-4551F46E00A6}"/>
                  </a:ext>
                </a:extLst>
              </p:cNvPr>
              <p:cNvSpPr/>
              <p:nvPr/>
            </p:nvSpPr>
            <p:spPr>
              <a:xfrm>
                <a:off x="5102351" y="3128200"/>
                <a:ext cx="94678" cy="223361"/>
              </a:xfrm>
              <a:custGeom>
                <a:avLst/>
                <a:gdLst>
                  <a:gd name="csX0" fmla="*/ 0 w 94678"/>
                  <a:gd name="csY0" fmla="*/ 93154 h 223361"/>
                  <a:gd name="csX1" fmla="*/ 7620 w 94678"/>
                  <a:gd name="csY1" fmla="*/ 38100 h 223361"/>
                  <a:gd name="csX2" fmla="*/ 94679 w 94678"/>
                  <a:gd name="csY2" fmla="*/ 0 h 223361"/>
                  <a:gd name="csX3" fmla="*/ 23908 w 94678"/>
                  <a:gd name="csY3" fmla="*/ 47054 h 223361"/>
                  <a:gd name="csX4" fmla="*/ 15907 w 94678"/>
                  <a:gd name="csY4" fmla="*/ 100203 h 223361"/>
                  <a:gd name="csX5" fmla="*/ 25432 w 94678"/>
                  <a:gd name="csY5" fmla="*/ 223361 h 223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4678" h="223361">
                    <a:moveTo>
                      <a:pt x="0" y="93154"/>
                    </a:moveTo>
                    <a:lnTo>
                      <a:pt x="7620" y="38100"/>
                    </a:lnTo>
                    <a:cubicBezTo>
                      <a:pt x="7620" y="38100"/>
                      <a:pt x="67532" y="25717"/>
                      <a:pt x="94679" y="0"/>
                    </a:cubicBezTo>
                    <a:cubicBezTo>
                      <a:pt x="75934" y="21973"/>
                      <a:pt x="51422" y="38270"/>
                      <a:pt x="23908" y="47054"/>
                    </a:cubicBezTo>
                    <a:lnTo>
                      <a:pt x="15907" y="100203"/>
                    </a:lnTo>
                    <a:lnTo>
                      <a:pt x="25432" y="223361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566614AA-15AD-BD82-9D50-90DD75FCA4B2}"/>
                  </a:ext>
                </a:extLst>
              </p:cNvPr>
              <p:cNvSpPr/>
              <p:nvPr/>
            </p:nvSpPr>
            <p:spPr>
              <a:xfrm>
                <a:off x="4956435" y="2699289"/>
                <a:ext cx="260898" cy="363527"/>
              </a:xfrm>
              <a:custGeom>
                <a:avLst/>
                <a:gdLst>
                  <a:gd name="csX0" fmla="*/ 82290 w 260898"/>
                  <a:gd name="csY0" fmla="*/ 2572 h 363527"/>
                  <a:gd name="csX1" fmla="*/ 82290 w 260898"/>
                  <a:gd name="csY1" fmla="*/ 2572 h 363527"/>
                  <a:gd name="csX2" fmla="*/ 8471 w 260898"/>
                  <a:gd name="csY2" fmla="*/ 62960 h 363527"/>
                  <a:gd name="csX3" fmla="*/ 5804 w 260898"/>
                  <a:gd name="csY3" fmla="*/ 134969 h 363527"/>
                  <a:gd name="csX4" fmla="*/ 44190 w 260898"/>
                  <a:gd name="csY4" fmla="*/ 247650 h 363527"/>
                  <a:gd name="csX5" fmla="*/ 4756 w 260898"/>
                  <a:gd name="csY5" fmla="*/ 333375 h 363527"/>
                  <a:gd name="csX6" fmla="*/ 254026 w 260898"/>
                  <a:gd name="csY6" fmla="*/ 319468 h 363527"/>
                  <a:gd name="csX7" fmla="*/ 255931 w 260898"/>
                  <a:gd name="csY7" fmla="*/ 229648 h 363527"/>
                  <a:gd name="csX8" fmla="*/ 257550 w 260898"/>
                  <a:gd name="csY8" fmla="*/ 102775 h 363527"/>
                  <a:gd name="csX9" fmla="*/ 168586 w 260898"/>
                  <a:gd name="csY9" fmla="*/ 0 h 3635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60898" h="363527">
                    <a:moveTo>
                      <a:pt x="82290" y="2572"/>
                    </a:moveTo>
                    <a:lnTo>
                      <a:pt x="82290" y="2572"/>
                    </a:lnTo>
                    <a:cubicBezTo>
                      <a:pt x="49803" y="10473"/>
                      <a:pt x="22653" y="32683"/>
                      <a:pt x="8471" y="62960"/>
                    </a:cubicBezTo>
                    <a:cubicBezTo>
                      <a:pt x="-1813" y="85688"/>
                      <a:pt x="-2771" y="111543"/>
                      <a:pt x="5804" y="134969"/>
                    </a:cubicBezTo>
                    <a:lnTo>
                      <a:pt x="44190" y="247650"/>
                    </a:lnTo>
                    <a:cubicBezTo>
                      <a:pt x="44190" y="247650"/>
                      <a:pt x="25997" y="291751"/>
                      <a:pt x="4756" y="333375"/>
                    </a:cubicBezTo>
                    <a:cubicBezTo>
                      <a:pt x="102578" y="387953"/>
                      <a:pt x="224593" y="359283"/>
                      <a:pt x="254026" y="319468"/>
                    </a:cubicBezTo>
                    <a:cubicBezTo>
                      <a:pt x="255264" y="310991"/>
                      <a:pt x="253549" y="272891"/>
                      <a:pt x="255931" y="229648"/>
                    </a:cubicBezTo>
                    <a:cubicBezTo>
                      <a:pt x="258407" y="183451"/>
                      <a:pt x="264789" y="131254"/>
                      <a:pt x="257550" y="102775"/>
                    </a:cubicBezTo>
                    <a:cubicBezTo>
                      <a:pt x="244024" y="49720"/>
                      <a:pt x="218783" y="0"/>
                      <a:pt x="16858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C66630C4-D636-6FB2-00AA-E4266305952E}"/>
                  </a:ext>
                </a:extLst>
              </p:cNvPr>
              <p:cNvSpPr/>
              <p:nvPr/>
            </p:nvSpPr>
            <p:spPr>
              <a:xfrm>
                <a:off x="4902517" y="2701861"/>
                <a:ext cx="121253" cy="230714"/>
              </a:xfrm>
              <a:custGeom>
                <a:avLst/>
                <a:gdLst>
                  <a:gd name="csX0" fmla="*/ 121253 w 121253"/>
                  <a:gd name="csY0" fmla="*/ 0 h 230714"/>
                  <a:gd name="csX1" fmla="*/ 22003 w 121253"/>
                  <a:gd name="csY1" fmla="*/ 90678 h 230714"/>
                  <a:gd name="csX2" fmla="*/ 0 w 121253"/>
                  <a:gd name="csY2" fmla="*/ 198977 h 230714"/>
                  <a:gd name="csX3" fmla="*/ 82677 w 121253"/>
                  <a:gd name="csY3" fmla="*/ 230600 h 230714"/>
                  <a:gd name="csX4" fmla="*/ 99917 w 121253"/>
                  <a:gd name="csY4" fmla="*/ 169640 h 230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1253" h="230714">
                    <a:moveTo>
                      <a:pt x="121253" y="0"/>
                    </a:moveTo>
                    <a:cubicBezTo>
                      <a:pt x="87916" y="4667"/>
                      <a:pt x="38957" y="11430"/>
                      <a:pt x="22003" y="90678"/>
                    </a:cubicBezTo>
                    <a:cubicBezTo>
                      <a:pt x="5048" y="169926"/>
                      <a:pt x="0" y="198977"/>
                      <a:pt x="0" y="198977"/>
                    </a:cubicBezTo>
                    <a:cubicBezTo>
                      <a:pt x="21973" y="220539"/>
                      <a:pt x="51923" y="231995"/>
                      <a:pt x="82677" y="230600"/>
                    </a:cubicBezTo>
                    <a:lnTo>
                      <a:pt x="99917" y="169640"/>
                    </a:ln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994147D9-DACB-2507-E2FC-A91D22BFC80D}"/>
                  </a:ext>
                </a:extLst>
              </p:cNvPr>
              <p:cNvSpPr/>
              <p:nvPr/>
            </p:nvSpPr>
            <p:spPr>
              <a:xfrm>
                <a:off x="4998910" y="2597372"/>
                <a:ext cx="43815" cy="171354"/>
              </a:xfrm>
              <a:custGeom>
                <a:avLst/>
                <a:gdLst>
                  <a:gd name="csX0" fmla="*/ 43815 w 43815"/>
                  <a:gd name="csY0" fmla="*/ 171355 h 171354"/>
                  <a:gd name="csX1" fmla="*/ 43815 w 43815"/>
                  <a:gd name="csY1" fmla="*/ 171355 h 171354"/>
                  <a:gd name="csX2" fmla="*/ 0 w 43815"/>
                  <a:gd name="csY2" fmla="*/ 127540 h 171354"/>
                  <a:gd name="csX3" fmla="*/ 0 w 43815"/>
                  <a:gd name="csY3" fmla="*/ 0 h 171354"/>
                  <a:gd name="csX4" fmla="*/ 43815 w 43815"/>
                  <a:gd name="csY4" fmla="*/ 0 h 171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3815" h="171354">
                    <a:moveTo>
                      <a:pt x="43815" y="171355"/>
                    </a:moveTo>
                    <a:lnTo>
                      <a:pt x="43815" y="171355"/>
                    </a:lnTo>
                    <a:cubicBezTo>
                      <a:pt x="19617" y="171355"/>
                      <a:pt x="0" y="151738"/>
                      <a:pt x="0" y="127540"/>
                    </a:cubicBezTo>
                    <a:lnTo>
                      <a:pt x="0" y="0"/>
                    </a:lnTo>
                    <a:lnTo>
                      <a:pt x="43815" y="0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76ECCB2-EBAD-E565-346B-8A013A2814A5}"/>
                  </a:ext>
                </a:extLst>
              </p:cNvPr>
              <p:cNvSpPr/>
              <p:nvPr/>
            </p:nvSpPr>
            <p:spPr>
              <a:xfrm>
                <a:off x="4994084" y="2476976"/>
                <a:ext cx="199152" cy="282320"/>
              </a:xfrm>
              <a:custGeom>
                <a:avLst/>
                <a:gdLst>
                  <a:gd name="csX0" fmla="*/ 171132 w 199152"/>
                  <a:gd name="csY0" fmla="*/ 0 h 282320"/>
                  <a:gd name="csX1" fmla="*/ 199040 w 199152"/>
                  <a:gd name="csY1" fmla="*/ 110681 h 282320"/>
                  <a:gd name="csX2" fmla="*/ 168941 w 199152"/>
                  <a:gd name="csY2" fmla="*/ 188595 h 282320"/>
                  <a:gd name="csX3" fmla="*/ 122840 w 199152"/>
                  <a:gd name="csY3" fmla="*/ 187166 h 282320"/>
                  <a:gd name="csX4" fmla="*/ 122840 w 199152"/>
                  <a:gd name="csY4" fmla="*/ 222600 h 282320"/>
                  <a:gd name="csX5" fmla="*/ 146177 w 199152"/>
                  <a:gd name="csY5" fmla="*/ 267843 h 282320"/>
                  <a:gd name="csX6" fmla="*/ 86836 w 199152"/>
                  <a:gd name="csY6" fmla="*/ 272034 h 282320"/>
                  <a:gd name="csX7" fmla="*/ 48736 w 199152"/>
                  <a:gd name="csY7" fmla="*/ 232029 h 282320"/>
                  <a:gd name="csX8" fmla="*/ 48736 w 199152"/>
                  <a:gd name="csY8" fmla="*/ 146304 h 282320"/>
                  <a:gd name="csX9" fmla="*/ 16838 w 199152"/>
                  <a:gd name="csY9" fmla="*/ 149518 h 282320"/>
                  <a:gd name="csX10" fmla="*/ 16637 w 199152"/>
                  <a:gd name="csY10" fmla="*/ 149352 h 282320"/>
                  <a:gd name="csX11" fmla="*/ 7588 w 199152"/>
                  <a:gd name="csY11" fmla="*/ 92202 h 282320"/>
                  <a:gd name="csX12" fmla="*/ 48736 w 199152"/>
                  <a:gd name="csY12" fmla="*/ 100394 h 282320"/>
                  <a:gd name="csX13" fmla="*/ 115411 w 199152"/>
                  <a:gd name="csY13" fmla="*/ 80391 h 282320"/>
                  <a:gd name="csX14" fmla="*/ 171132 w 199152"/>
                  <a:gd name="csY14" fmla="*/ 0 h 2823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99152" h="282320">
                    <a:moveTo>
                      <a:pt x="171132" y="0"/>
                    </a:moveTo>
                    <a:cubicBezTo>
                      <a:pt x="184372" y="7811"/>
                      <a:pt x="200660" y="41053"/>
                      <a:pt x="199040" y="110681"/>
                    </a:cubicBezTo>
                    <a:cubicBezTo>
                      <a:pt x="197707" y="169736"/>
                      <a:pt x="178562" y="184404"/>
                      <a:pt x="168941" y="188595"/>
                    </a:cubicBezTo>
                    <a:cubicBezTo>
                      <a:pt x="159321" y="192786"/>
                      <a:pt x="140843" y="190214"/>
                      <a:pt x="122840" y="187166"/>
                    </a:cubicBezTo>
                    <a:lnTo>
                      <a:pt x="122840" y="222600"/>
                    </a:lnTo>
                    <a:cubicBezTo>
                      <a:pt x="122840" y="222600"/>
                      <a:pt x="147701" y="251175"/>
                      <a:pt x="146177" y="267843"/>
                    </a:cubicBezTo>
                    <a:cubicBezTo>
                      <a:pt x="144653" y="284512"/>
                      <a:pt x="110172" y="287941"/>
                      <a:pt x="86836" y="272034"/>
                    </a:cubicBezTo>
                    <a:cubicBezTo>
                      <a:pt x="71805" y="261131"/>
                      <a:pt x="58893" y="247574"/>
                      <a:pt x="48736" y="232029"/>
                    </a:cubicBezTo>
                    <a:lnTo>
                      <a:pt x="48736" y="146304"/>
                    </a:lnTo>
                    <a:cubicBezTo>
                      <a:pt x="40815" y="156000"/>
                      <a:pt x="26534" y="157439"/>
                      <a:pt x="16838" y="149518"/>
                    </a:cubicBezTo>
                    <a:cubicBezTo>
                      <a:pt x="16770" y="149463"/>
                      <a:pt x="16703" y="149408"/>
                      <a:pt x="16637" y="149352"/>
                    </a:cubicBezTo>
                    <a:cubicBezTo>
                      <a:pt x="-3271" y="136112"/>
                      <a:pt x="-4032" y="103442"/>
                      <a:pt x="7588" y="92202"/>
                    </a:cubicBezTo>
                    <a:cubicBezTo>
                      <a:pt x="19208" y="80963"/>
                      <a:pt x="44069" y="84201"/>
                      <a:pt x="48736" y="100394"/>
                    </a:cubicBezTo>
                    <a:cubicBezTo>
                      <a:pt x="72276" y="99361"/>
                      <a:pt x="95189" y="92487"/>
                      <a:pt x="115411" y="80391"/>
                    </a:cubicBezTo>
                    <a:cubicBezTo>
                      <a:pt x="145824" y="64105"/>
                      <a:pt x="166555" y="34194"/>
                      <a:pt x="171132" y="0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490978F-B0FA-0063-D924-E74EB9782A8F}"/>
                  </a:ext>
                </a:extLst>
              </p:cNvPr>
              <p:cNvSpPr/>
              <p:nvPr/>
            </p:nvSpPr>
            <p:spPr>
              <a:xfrm>
                <a:off x="5112354" y="2565553"/>
                <a:ext cx="14858" cy="14854"/>
              </a:xfrm>
              <a:custGeom>
                <a:avLst/>
                <a:gdLst>
                  <a:gd name="csX0" fmla="*/ 14858 w 14858"/>
                  <a:gd name="csY0" fmla="*/ 7340 h 14854"/>
                  <a:gd name="csX1" fmla="*/ 7515 w 14858"/>
                  <a:gd name="csY1" fmla="*/ 14854 h 14854"/>
                  <a:gd name="csX2" fmla="*/ 1 w 14858"/>
                  <a:gd name="csY2" fmla="*/ 7511 h 14854"/>
                  <a:gd name="csX3" fmla="*/ 7048 w 14858"/>
                  <a:gd name="csY3" fmla="*/ 6 h 14854"/>
                  <a:gd name="csX4" fmla="*/ 14855 w 14858"/>
                  <a:gd name="csY4" fmla="*/ 7237 h 14854"/>
                  <a:gd name="csX5" fmla="*/ 14859 w 14858"/>
                  <a:gd name="csY5" fmla="*/ 7340 h 148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4858" h="14854">
                    <a:moveTo>
                      <a:pt x="14858" y="7340"/>
                    </a:moveTo>
                    <a:cubicBezTo>
                      <a:pt x="14905" y="11443"/>
                      <a:pt x="11618" y="14807"/>
                      <a:pt x="7515" y="14854"/>
                    </a:cubicBezTo>
                    <a:cubicBezTo>
                      <a:pt x="3412" y="14902"/>
                      <a:pt x="48" y="11614"/>
                      <a:pt x="1" y="7511"/>
                    </a:cubicBezTo>
                    <a:cubicBezTo>
                      <a:pt x="-45" y="3523"/>
                      <a:pt x="3065" y="210"/>
                      <a:pt x="7048" y="6"/>
                    </a:cubicBezTo>
                    <a:cubicBezTo>
                      <a:pt x="11201" y="-153"/>
                      <a:pt x="14696" y="3084"/>
                      <a:pt x="14855" y="7237"/>
                    </a:cubicBezTo>
                    <a:cubicBezTo>
                      <a:pt x="14857" y="7271"/>
                      <a:pt x="14858" y="7306"/>
                      <a:pt x="14859" y="734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182313C9-227C-F376-C327-1911DD953ADF}"/>
                  </a:ext>
                </a:extLst>
              </p:cNvPr>
              <p:cNvSpPr/>
              <p:nvPr/>
            </p:nvSpPr>
            <p:spPr>
              <a:xfrm>
                <a:off x="5128814" y="2622899"/>
                <a:ext cx="17638" cy="12130"/>
              </a:xfrm>
              <a:custGeom>
                <a:avLst/>
                <a:gdLst>
                  <a:gd name="csX0" fmla="*/ 398 w 17638"/>
                  <a:gd name="csY0" fmla="*/ 0 h 12130"/>
                  <a:gd name="csX1" fmla="*/ 17639 w 17638"/>
                  <a:gd name="csY1" fmla="*/ 5525 h 12130"/>
                  <a:gd name="csX2" fmla="*/ 6818 w 17638"/>
                  <a:gd name="csY2" fmla="*/ 11837 h 12130"/>
                  <a:gd name="csX3" fmla="*/ 6399 w 17638"/>
                  <a:gd name="csY3" fmla="*/ 11716 h 12130"/>
                  <a:gd name="csX4" fmla="*/ 398 w 17638"/>
                  <a:gd name="csY4" fmla="*/ 0 h 121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638" h="12130">
                    <a:moveTo>
                      <a:pt x="398" y="0"/>
                    </a:moveTo>
                    <a:lnTo>
                      <a:pt x="17639" y="5525"/>
                    </a:lnTo>
                    <a:cubicBezTo>
                      <a:pt x="16394" y="10256"/>
                      <a:pt x="11549" y="13082"/>
                      <a:pt x="6818" y="11837"/>
                    </a:cubicBezTo>
                    <a:cubicBezTo>
                      <a:pt x="6677" y="11800"/>
                      <a:pt x="6538" y="11760"/>
                      <a:pt x="6399" y="11716"/>
                    </a:cubicBezTo>
                    <a:cubicBezTo>
                      <a:pt x="1588" y="10043"/>
                      <a:pt x="-1056" y="4882"/>
                      <a:pt x="398" y="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41C9F82B-708C-EBBC-D94B-D04A9DC2CD77}"/>
                  </a:ext>
                </a:extLst>
              </p:cNvPr>
              <p:cNvSpPr/>
              <p:nvPr/>
            </p:nvSpPr>
            <p:spPr>
              <a:xfrm>
                <a:off x="5173122" y="2535494"/>
                <a:ext cx="16490" cy="14538"/>
              </a:xfrm>
              <a:custGeom>
                <a:avLst/>
                <a:gdLst>
                  <a:gd name="csX0" fmla="*/ 14954 w 16490"/>
                  <a:gd name="csY0" fmla="*/ 14538 h 14538"/>
                  <a:gd name="csX1" fmla="*/ 0 w 16490"/>
                  <a:gd name="csY1" fmla="*/ 4156 h 14538"/>
                  <a:gd name="csX2" fmla="*/ 12061 w 16490"/>
                  <a:gd name="csY2" fmla="*/ 1311 h 14538"/>
                  <a:gd name="csX3" fmla="*/ 12478 w 16490"/>
                  <a:gd name="csY3" fmla="*/ 1585 h 14538"/>
                  <a:gd name="csX4" fmla="*/ 14954 w 16490"/>
                  <a:gd name="csY4" fmla="*/ 14539 h 145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490" h="14538">
                    <a:moveTo>
                      <a:pt x="14954" y="14538"/>
                    </a:moveTo>
                    <a:lnTo>
                      <a:pt x="0" y="4156"/>
                    </a:lnTo>
                    <a:cubicBezTo>
                      <a:pt x="2545" y="40"/>
                      <a:pt x="7945" y="-1234"/>
                      <a:pt x="12061" y="1311"/>
                    </a:cubicBezTo>
                    <a:cubicBezTo>
                      <a:pt x="12203" y="1398"/>
                      <a:pt x="12341" y="1489"/>
                      <a:pt x="12478" y="1585"/>
                    </a:cubicBezTo>
                    <a:cubicBezTo>
                      <a:pt x="16643" y="4540"/>
                      <a:pt x="17735" y="10255"/>
                      <a:pt x="14954" y="1453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CEF5CF70-FDD6-5079-B799-91D659B4E97A}"/>
                  </a:ext>
                </a:extLst>
              </p:cNvPr>
              <p:cNvSpPr/>
              <p:nvPr/>
            </p:nvSpPr>
            <p:spPr>
              <a:xfrm>
                <a:off x="5169779" y="2560405"/>
                <a:ext cx="14885" cy="15155"/>
              </a:xfrm>
              <a:custGeom>
                <a:avLst/>
                <a:gdLst>
                  <a:gd name="csX0" fmla="*/ 14869 w 14885"/>
                  <a:gd name="csY0" fmla="*/ 7058 h 15155"/>
                  <a:gd name="csX1" fmla="*/ 7821 w 14885"/>
                  <a:gd name="csY1" fmla="*/ 15155 h 15155"/>
                  <a:gd name="csX2" fmla="*/ 10 w 14885"/>
                  <a:gd name="csY2" fmla="*/ 7821 h 15155"/>
                  <a:gd name="csX3" fmla="*/ 7058 w 14885"/>
                  <a:gd name="csY3" fmla="*/ 10 h 15155"/>
                  <a:gd name="csX4" fmla="*/ 14869 w 14885"/>
                  <a:gd name="csY4" fmla="*/ 7058 h 15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885" h="15155">
                    <a:moveTo>
                      <a:pt x="14869" y="7058"/>
                    </a:moveTo>
                    <a:cubicBezTo>
                      <a:pt x="15142" y="11235"/>
                      <a:pt x="11995" y="14850"/>
                      <a:pt x="7821" y="15155"/>
                    </a:cubicBezTo>
                    <a:cubicBezTo>
                      <a:pt x="3667" y="15211"/>
                      <a:pt x="215" y="11969"/>
                      <a:pt x="10" y="7821"/>
                    </a:cubicBezTo>
                    <a:cubicBezTo>
                      <a:pt x="-201" y="3717"/>
                      <a:pt x="2955" y="220"/>
                      <a:pt x="7058" y="10"/>
                    </a:cubicBezTo>
                    <a:cubicBezTo>
                      <a:pt x="11162" y="-201"/>
                      <a:pt x="14658" y="2955"/>
                      <a:pt x="14869" y="705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229CD8C9-BD85-D871-B4B7-756C463291F5}"/>
                  </a:ext>
                </a:extLst>
              </p:cNvPr>
              <p:cNvSpPr/>
              <p:nvPr/>
            </p:nvSpPr>
            <p:spPr>
              <a:xfrm>
                <a:off x="5149596" y="2563272"/>
                <a:ext cx="24764" cy="44672"/>
              </a:xfrm>
              <a:custGeom>
                <a:avLst/>
                <a:gdLst>
                  <a:gd name="csX0" fmla="*/ 0 w 24764"/>
                  <a:gd name="csY0" fmla="*/ 0 h 44672"/>
                  <a:gd name="csX1" fmla="*/ 1238 w 24764"/>
                  <a:gd name="csY1" fmla="*/ 44672 h 44672"/>
                  <a:gd name="csX2" fmla="*/ 24765 w 24764"/>
                  <a:gd name="csY2" fmla="*/ 37338 h 44672"/>
                  <a:gd name="csX3" fmla="*/ 0 w 24764"/>
                  <a:gd name="csY3" fmla="*/ 0 h 446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764" h="44672">
                    <a:moveTo>
                      <a:pt x="0" y="0"/>
                    </a:moveTo>
                    <a:lnTo>
                      <a:pt x="1238" y="44672"/>
                    </a:lnTo>
                    <a:lnTo>
                      <a:pt x="24765" y="37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87885848-186E-F06A-2DF5-B4A8A72305B2}"/>
                  </a:ext>
                </a:extLst>
              </p:cNvPr>
              <p:cNvSpPr/>
              <p:nvPr/>
            </p:nvSpPr>
            <p:spPr>
              <a:xfrm>
                <a:off x="5052726" y="2634996"/>
                <a:ext cx="64198" cy="41052"/>
              </a:xfrm>
              <a:custGeom>
                <a:avLst/>
                <a:gdLst>
                  <a:gd name="csX0" fmla="*/ 64198 w 64198"/>
                  <a:gd name="csY0" fmla="*/ 29146 h 41052"/>
                  <a:gd name="csX1" fmla="*/ 0 w 64198"/>
                  <a:gd name="csY1" fmla="*/ 0 h 41052"/>
                  <a:gd name="csX2" fmla="*/ 13716 w 64198"/>
                  <a:gd name="csY2" fmla="*/ 19717 h 41052"/>
                  <a:gd name="csX3" fmla="*/ 64198 w 64198"/>
                  <a:gd name="csY3" fmla="*/ 41053 h 41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4198" h="41052">
                    <a:moveTo>
                      <a:pt x="64198" y="29146"/>
                    </a:moveTo>
                    <a:cubicBezTo>
                      <a:pt x="45148" y="26670"/>
                      <a:pt x="6096" y="15430"/>
                      <a:pt x="0" y="0"/>
                    </a:cubicBezTo>
                    <a:cubicBezTo>
                      <a:pt x="2428" y="7830"/>
                      <a:pt x="7219" y="14717"/>
                      <a:pt x="13716" y="19717"/>
                    </a:cubicBezTo>
                    <a:cubicBezTo>
                      <a:pt x="25337" y="29718"/>
                      <a:pt x="64198" y="41053"/>
                      <a:pt x="64198" y="41053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F1352AF9-0651-B093-0916-1DD427F4DD3E}"/>
                  </a:ext>
                </a:extLst>
              </p:cNvPr>
              <p:cNvSpPr/>
              <p:nvPr/>
            </p:nvSpPr>
            <p:spPr>
              <a:xfrm>
                <a:off x="5221168" y="2891815"/>
                <a:ext cx="149622" cy="158335"/>
              </a:xfrm>
              <a:custGeom>
                <a:avLst/>
                <a:gdLst>
                  <a:gd name="csX0" fmla="*/ 45395 w 149622"/>
                  <a:gd name="csY0" fmla="*/ 37313 h 158335"/>
                  <a:gd name="csX1" fmla="*/ 65302 w 149622"/>
                  <a:gd name="csY1" fmla="*/ 12072 h 158335"/>
                  <a:gd name="csX2" fmla="*/ 127215 w 149622"/>
                  <a:gd name="csY2" fmla="*/ 356 h 158335"/>
                  <a:gd name="csX3" fmla="*/ 147884 w 149622"/>
                  <a:gd name="csY3" fmla="*/ 18834 h 158335"/>
                  <a:gd name="csX4" fmla="*/ 93782 w 149622"/>
                  <a:gd name="csY4" fmla="*/ 139326 h 158335"/>
                  <a:gd name="csX5" fmla="*/ 66064 w 149622"/>
                  <a:gd name="csY5" fmla="*/ 154566 h 158335"/>
                  <a:gd name="csX6" fmla="*/ 13200 w 149622"/>
                  <a:gd name="csY6" fmla="*/ 158090 h 158335"/>
                  <a:gd name="csX7" fmla="*/ 2151 w 149622"/>
                  <a:gd name="csY7" fmla="*/ 138469 h 158335"/>
                  <a:gd name="csX8" fmla="*/ 31584 w 149622"/>
                  <a:gd name="csY8" fmla="*/ 65793 h 158335"/>
                  <a:gd name="csX9" fmla="*/ 45395 w 149622"/>
                  <a:gd name="csY9" fmla="*/ 37313 h 1583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49622" h="158335">
                    <a:moveTo>
                      <a:pt x="45395" y="37313"/>
                    </a:moveTo>
                    <a:cubicBezTo>
                      <a:pt x="56158" y="17311"/>
                      <a:pt x="58825" y="16453"/>
                      <a:pt x="65302" y="12072"/>
                    </a:cubicBezTo>
                    <a:cubicBezTo>
                      <a:pt x="71779" y="7690"/>
                      <a:pt x="110927" y="1785"/>
                      <a:pt x="127215" y="356"/>
                    </a:cubicBezTo>
                    <a:cubicBezTo>
                      <a:pt x="146265" y="-1263"/>
                      <a:pt x="153218" y="2261"/>
                      <a:pt x="147884" y="18834"/>
                    </a:cubicBezTo>
                    <a:cubicBezTo>
                      <a:pt x="133033" y="60353"/>
                      <a:pt x="114943" y="100640"/>
                      <a:pt x="93782" y="139326"/>
                    </a:cubicBezTo>
                    <a:cubicBezTo>
                      <a:pt x="88638" y="146184"/>
                      <a:pt x="87591" y="152470"/>
                      <a:pt x="66064" y="154566"/>
                    </a:cubicBezTo>
                    <a:cubicBezTo>
                      <a:pt x="44537" y="156661"/>
                      <a:pt x="20630" y="157614"/>
                      <a:pt x="13200" y="158090"/>
                    </a:cubicBezTo>
                    <a:cubicBezTo>
                      <a:pt x="5771" y="158566"/>
                      <a:pt x="-4516" y="160376"/>
                      <a:pt x="2151" y="138469"/>
                    </a:cubicBezTo>
                    <a:cubicBezTo>
                      <a:pt x="10644" y="113730"/>
                      <a:pt x="20469" y="89469"/>
                      <a:pt x="31584" y="65793"/>
                    </a:cubicBezTo>
                    <a:cubicBezTo>
                      <a:pt x="40251" y="47790"/>
                      <a:pt x="45395" y="37313"/>
                      <a:pt x="45395" y="3731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4A605ED7-2FF0-8BC9-3FAD-8363A57B1D61}"/>
                  </a:ext>
                </a:extLst>
              </p:cNvPr>
              <p:cNvSpPr/>
              <p:nvPr/>
            </p:nvSpPr>
            <p:spPr>
              <a:xfrm>
                <a:off x="4910648" y="2921452"/>
                <a:ext cx="422223" cy="105131"/>
              </a:xfrm>
              <a:custGeom>
                <a:avLst/>
                <a:gdLst>
                  <a:gd name="csX0" fmla="*/ 65687 w 422223"/>
                  <a:gd name="csY0" fmla="*/ 35869 h 105131"/>
                  <a:gd name="csX1" fmla="*/ 262474 w 422223"/>
                  <a:gd name="csY1" fmla="*/ 47299 h 105131"/>
                  <a:gd name="csX2" fmla="*/ 331625 w 422223"/>
                  <a:gd name="csY2" fmla="*/ 8437 h 105131"/>
                  <a:gd name="csX3" fmla="*/ 359629 w 422223"/>
                  <a:gd name="csY3" fmla="*/ 2151 h 105131"/>
                  <a:gd name="csX4" fmla="*/ 342484 w 422223"/>
                  <a:gd name="csY4" fmla="*/ 36155 h 105131"/>
                  <a:gd name="csX5" fmla="*/ 381346 w 422223"/>
                  <a:gd name="csY5" fmla="*/ 39488 h 105131"/>
                  <a:gd name="csX6" fmla="*/ 421065 w 422223"/>
                  <a:gd name="csY6" fmla="*/ 28249 h 105131"/>
                  <a:gd name="csX7" fmla="*/ 368201 w 422223"/>
                  <a:gd name="csY7" fmla="*/ 90828 h 105131"/>
                  <a:gd name="csX8" fmla="*/ 266379 w 422223"/>
                  <a:gd name="csY8" fmla="*/ 97210 h 105131"/>
                  <a:gd name="csX9" fmla="*/ 536 w 422223"/>
                  <a:gd name="csY9" fmla="*/ 98925 h 105131"/>
                  <a:gd name="csX10" fmla="*/ 16252 w 422223"/>
                  <a:gd name="csY10" fmla="*/ 60158 h 105131"/>
                  <a:gd name="csX11" fmla="*/ 65687 w 422223"/>
                  <a:gd name="csY11" fmla="*/ 35869 h 1051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22223" h="105131">
                    <a:moveTo>
                      <a:pt x="65687" y="35869"/>
                    </a:moveTo>
                    <a:cubicBezTo>
                      <a:pt x="65687" y="35869"/>
                      <a:pt x="239899" y="54252"/>
                      <a:pt x="262474" y="47299"/>
                    </a:cubicBezTo>
                    <a:cubicBezTo>
                      <a:pt x="285048" y="40346"/>
                      <a:pt x="315338" y="17771"/>
                      <a:pt x="331625" y="8437"/>
                    </a:cubicBezTo>
                    <a:cubicBezTo>
                      <a:pt x="347913" y="-898"/>
                      <a:pt x="359629" y="-1659"/>
                      <a:pt x="359629" y="2151"/>
                    </a:cubicBezTo>
                    <a:cubicBezTo>
                      <a:pt x="359629" y="5960"/>
                      <a:pt x="345722" y="27392"/>
                      <a:pt x="342484" y="36155"/>
                    </a:cubicBezTo>
                    <a:cubicBezTo>
                      <a:pt x="339245" y="44918"/>
                      <a:pt x="357533" y="45013"/>
                      <a:pt x="381346" y="39488"/>
                    </a:cubicBezTo>
                    <a:cubicBezTo>
                      <a:pt x="405158" y="33964"/>
                      <a:pt x="414779" y="20438"/>
                      <a:pt x="421065" y="28249"/>
                    </a:cubicBezTo>
                    <a:cubicBezTo>
                      <a:pt x="427352" y="36060"/>
                      <a:pt x="407825" y="75874"/>
                      <a:pt x="368201" y="90828"/>
                    </a:cubicBezTo>
                    <a:cubicBezTo>
                      <a:pt x="328577" y="105783"/>
                      <a:pt x="299145" y="95877"/>
                      <a:pt x="266379" y="97210"/>
                    </a:cubicBezTo>
                    <a:cubicBezTo>
                      <a:pt x="233613" y="98544"/>
                      <a:pt x="45971" y="113212"/>
                      <a:pt x="536" y="98925"/>
                    </a:cubicBezTo>
                    <a:cubicBezTo>
                      <a:pt x="-1914" y="84077"/>
                      <a:pt x="4155" y="69108"/>
                      <a:pt x="16252" y="60158"/>
                    </a:cubicBezTo>
                    <a:cubicBezTo>
                      <a:pt x="30944" y="48842"/>
                      <a:pt x="47752" y="40584"/>
                      <a:pt x="65687" y="35869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85CB58E0-F389-31F7-343B-2B1818F93FB6}"/>
                  </a:ext>
                </a:extLst>
              </p:cNvPr>
              <p:cNvSpPr/>
              <p:nvPr/>
            </p:nvSpPr>
            <p:spPr>
              <a:xfrm>
                <a:off x="4988909" y="2850737"/>
                <a:ext cx="19050" cy="70675"/>
              </a:xfrm>
              <a:custGeom>
                <a:avLst/>
                <a:gdLst>
                  <a:gd name="csX0" fmla="*/ 0 w 19050"/>
                  <a:gd name="csY0" fmla="*/ 61817 h 70675"/>
                  <a:gd name="csX1" fmla="*/ 19050 w 19050"/>
                  <a:gd name="csY1" fmla="*/ 0 h 70675"/>
                  <a:gd name="csX2" fmla="*/ 2953 w 19050"/>
                  <a:gd name="csY2" fmla="*/ 70675 h 70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9050" h="70675">
                    <a:moveTo>
                      <a:pt x="0" y="61817"/>
                    </a:moveTo>
                    <a:cubicBezTo>
                      <a:pt x="7475" y="41575"/>
                      <a:pt x="13834" y="20938"/>
                      <a:pt x="19050" y="0"/>
                    </a:cubicBezTo>
                    <a:cubicBezTo>
                      <a:pt x="19050" y="0"/>
                      <a:pt x="15907" y="46006"/>
                      <a:pt x="2953" y="70675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74" name="Graphic 5">
              <a:extLst>
                <a:ext uri="{FF2B5EF4-FFF2-40B4-BE49-F238E27FC236}">
                  <a16:creationId xmlns:a16="http://schemas.microsoft.com/office/drawing/2014/main" id="{2C6CF652-4A1D-28D2-11D9-972FE6C44205}"/>
                </a:ext>
              </a:extLst>
            </p:cNvPr>
            <p:cNvGrpSpPr/>
            <p:nvPr/>
          </p:nvGrpSpPr>
          <p:grpSpPr>
            <a:xfrm>
              <a:off x="5259879" y="2509695"/>
              <a:ext cx="494930" cy="1517631"/>
              <a:chOff x="3481077" y="1913315"/>
              <a:chExt cx="494930" cy="1517631"/>
            </a:xfrm>
          </p:grpSpPr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7767F17B-DC35-9FDB-A04E-442EE8E8B1C0}"/>
                  </a:ext>
                </a:extLst>
              </p:cNvPr>
              <p:cNvSpPr/>
              <p:nvPr/>
            </p:nvSpPr>
            <p:spPr>
              <a:xfrm>
                <a:off x="3548348" y="2346102"/>
                <a:ext cx="107441" cy="116204"/>
              </a:xfrm>
              <a:custGeom>
                <a:avLst/>
                <a:gdLst>
                  <a:gd name="csX0" fmla="*/ 30956 w 107441"/>
                  <a:gd name="csY0" fmla="*/ 0 h 116204"/>
                  <a:gd name="csX1" fmla="*/ 0 w 107441"/>
                  <a:gd name="csY1" fmla="*/ 66866 h 116204"/>
                  <a:gd name="csX2" fmla="*/ 57626 w 107441"/>
                  <a:gd name="csY2" fmla="*/ 116205 h 116204"/>
                  <a:gd name="csX3" fmla="*/ 107442 w 107441"/>
                  <a:gd name="csY3" fmla="*/ 32099 h 116204"/>
                  <a:gd name="csX4" fmla="*/ 30956 w 107441"/>
                  <a:gd name="csY4" fmla="*/ 0 h 11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7441" h="116204">
                    <a:moveTo>
                      <a:pt x="30956" y="0"/>
                    </a:moveTo>
                    <a:lnTo>
                      <a:pt x="0" y="66866"/>
                    </a:lnTo>
                    <a:lnTo>
                      <a:pt x="57626" y="116205"/>
                    </a:lnTo>
                    <a:lnTo>
                      <a:pt x="107442" y="32099"/>
                    </a:lnTo>
                    <a:lnTo>
                      <a:pt x="30956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150589F9-3AF2-E7B1-EE08-ACED487669D3}"/>
                  </a:ext>
                </a:extLst>
              </p:cNvPr>
              <p:cNvSpPr/>
              <p:nvPr/>
            </p:nvSpPr>
            <p:spPr>
              <a:xfrm>
                <a:off x="3573113" y="2193131"/>
                <a:ext cx="148304" cy="205535"/>
              </a:xfrm>
              <a:custGeom>
                <a:avLst/>
                <a:gdLst>
                  <a:gd name="csX0" fmla="*/ 148304 w 148304"/>
                  <a:gd name="csY0" fmla="*/ 0 h 205535"/>
                  <a:gd name="csX1" fmla="*/ 57150 w 148304"/>
                  <a:gd name="csY1" fmla="*/ 42577 h 205535"/>
                  <a:gd name="csX2" fmla="*/ 0 w 148304"/>
                  <a:gd name="csY2" fmla="*/ 161163 h 205535"/>
                  <a:gd name="csX3" fmla="*/ 84010 w 148304"/>
                  <a:gd name="csY3" fmla="*/ 205359 h 2055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8304" h="205535">
                    <a:moveTo>
                      <a:pt x="148304" y="0"/>
                    </a:moveTo>
                    <a:cubicBezTo>
                      <a:pt x="111538" y="0"/>
                      <a:pt x="71056" y="13811"/>
                      <a:pt x="57150" y="42577"/>
                    </a:cubicBezTo>
                    <a:cubicBezTo>
                      <a:pt x="43243" y="71342"/>
                      <a:pt x="0" y="161163"/>
                      <a:pt x="0" y="161163"/>
                    </a:cubicBezTo>
                    <a:cubicBezTo>
                      <a:pt x="0" y="161163"/>
                      <a:pt x="32480" y="208788"/>
                      <a:pt x="84010" y="205359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58CAD8D5-EDA5-0821-19EE-55CE2B474D5B}"/>
                  </a:ext>
                </a:extLst>
              </p:cNvPr>
              <p:cNvSpPr/>
              <p:nvPr/>
            </p:nvSpPr>
            <p:spPr>
              <a:xfrm>
                <a:off x="3830002" y="3254121"/>
                <a:ext cx="50863" cy="74009"/>
              </a:xfrm>
              <a:custGeom>
                <a:avLst/>
                <a:gdLst>
                  <a:gd name="csX0" fmla="*/ 0 w 50863"/>
                  <a:gd name="csY0" fmla="*/ 0 h 74009"/>
                  <a:gd name="csX1" fmla="*/ 50864 w 50863"/>
                  <a:gd name="csY1" fmla="*/ 0 h 74009"/>
                  <a:gd name="csX2" fmla="*/ 50864 w 50863"/>
                  <a:gd name="csY2" fmla="*/ 74009 h 74009"/>
                  <a:gd name="csX3" fmla="*/ 0 w 50863"/>
                  <a:gd name="csY3" fmla="*/ 74009 h 74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0863" h="74009">
                    <a:moveTo>
                      <a:pt x="0" y="0"/>
                    </a:moveTo>
                    <a:lnTo>
                      <a:pt x="50864" y="0"/>
                    </a:lnTo>
                    <a:lnTo>
                      <a:pt x="50864" y="74009"/>
                    </a:lnTo>
                    <a:lnTo>
                      <a:pt x="0" y="74009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6DA9501D-F534-2A84-F41C-11496446029C}"/>
                  </a:ext>
                </a:extLst>
              </p:cNvPr>
              <p:cNvSpPr/>
              <p:nvPr/>
            </p:nvSpPr>
            <p:spPr>
              <a:xfrm rot="-118200">
                <a:off x="3652460" y="3163402"/>
                <a:ext cx="50863" cy="74009"/>
              </a:xfrm>
              <a:custGeom>
                <a:avLst/>
                <a:gdLst>
                  <a:gd name="csX0" fmla="*/ 0 w 50863"/>
                  <a:gd name="csY0" fmla="*/ 0 h 74009"/>
                  <a:gd name="csX1" fmla="*/ 50863 w 50863"/>
                  <a:gd name="csY1" fmla="*/ 0 h 74009"/>
                  <a:gd name="csX2" fmla="*/ 50863 w 50863"/>
                  <a:gd name="csY2" fmla="*/ 74009 h 74009"/>
                  <a:gd name="csX3" fmla="*/ 0 w 50863"/>
                  <a:gd name="csY3" fmla="*/ 74009 h 74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0863" h="74009">
                    <a:moveTo>
                      <a:pt x="0" y="0"/>
                    </a:moveTo>
                    <a:lnTo>
                      <a:pt x="50863" y="0"/>
                    </a:lnTo>
                    <a:lnTo>
                      <a:pt x="50863" y="74009"/>
                    </a:lnTo>
                    <a:lnTo>
                      <a:pt x="0" y="74009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55C1B613-9B95-39F3-B0C0-3C1409ADEDB5}"/>
                  </a:ext>
                </a:extLst>
              </p:cNvPr>
              <p:cNvSpPr/>
              <p:nvPr/>
            </p:nvSpPr>
            <p:spPr>
              <a:xfrm>
                <a:off x="3603892" y="2531554"/>
                <a:ext cx="291669" cy="741637"/>
              </a:xfrm>
              <a:custGeom>
                <a:avLst/>
                <a:gdLst>
                  <a:gd name="csX0" fmla="*/ 273545 w 291669"/>
                  <a:gd name="csY0" fmla="*/ 0 h 741637"/>
                  <a:gd name="csX1" fmla="*/ 279831 w 291669"/>
                  <a:gd name="csY1" fmla="*/ 362521 h 741637"/>
                  <a:gd name="csX2" fmla="*/ 291261 w 291669"/>
                  <a:gd name="csY2" fmla="*/ 455867 h 741637"/>
                  <a:gd name="csX3" fmla="*/ 281165 w 291669"/>
                  <a:gd name="csY3" fmla="*/ 731139 h 741637"/>
                  <a:gd name="csX4" fmla="*/ 224015 w 291669"/>
                  <a:gd name="csY4" fmla="*/ 731139 h 741637"/>
                  <a:gd name="csX5" fmla="*/ 168865 w 291669"/>
                  <a:gd name="csY5" fmla="*/ 383857 h 741637"/>
                  <a:gd name="csX6" fmla="*/ 147434 w 291669"/>
                  <a:gd name="csY6" fmla="*/ 149733 h 741637"/>
                  <a:gd name="csX7" fmla="*/ 100285 w 291669"/>
                  <a:gd name="csY7" fmla="*/ 351187 h 741637"/>
                  <a:gd name="csX8" fmla="*/ 110477 w 291669"/>
                  <a:gd name="csY8" fmla="*/ 431959 h 741637"/>
                  <a:gd name="csX9" fmla="*/ 101809 w 291669"/>
                  <a:gd name="csY9" fmla="*/ 658559 h 741637"/>
                  <a:gd name="csX10" fmla="*/ 46469 w 291669"/>
                  <a:gd name="csY10" fmla="*/ 660654 h 741637"/>
                  <a:gd name="csX11" fmla="*/ 463 w 291669"/>
                  <a:gd name="csY11" fmla="*/ 348329 h 741637"/>
                  <a:gd name="csX12" fmla="*/ 36182 w 291669"/>
                  <a:gd name="csY12" fmla="*/ 0 h 7416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91669" h="741637">
                    <a:moveTo>
                      <a:pt x="273545" y="0"/>
                    </a:moveTo>
                    <a:cubicBezTo>
                      <a:pt x="273545" y="48578"/>
                      <a:pt x="279831" y="362521"/>
                      <a:pt x="279831" y="362521"/>
                    </a:cubicBezTo>
                    <a:cubicBezTo>
                      <a:pt x="281069" y="376428"/>
                      <a:pt x="294119" y="402241"/>
                      <a:pt x="291261" y="455867"/>
                    </a:cubicBezTo>
                    <a:cubicBezTo>
                      <a:pt x="287451" y="528733"/>
                      <a:pt x="281165" y="731139"/>
                      <a:pt x="281165" y="731139"/>
                    </a:cubicBezTo>
                    <a:cubicBezTo>
                      <a:pt x="281165" y="731139"/>
                      <a:pt x="257352" y="754761"/>
                      <a:pt x="224015" y="731139"/>
                    </a:cubicBezTo>
                    <a:cubicBezTo>
                      <a:pt x="224015" y="731139"/>
                      <a:pt x="177914" y="456057"/>
                      <a:pt x="168865" y="383857"/>
                    </a:cubicBezTo>
                    <a:cubicBezTo>
                      <a:pt x="160864" y="320897"/>
                      <a:pt x="147434" y="149733"/>
                      <a:pt x="147434" y="149733"/>
                    </a:cubicBezTo>
                    <a:lnTo>
                      <a:pt x="100285" y="351187"/>
                    </a:lnTo>
                    <a:cubicBezTo>
                      <a:pt x="100285" y="351187"/>
                      <a:pt x="108572" y="398812"/>
                      <a:pt x="110477" y="431959"/>
                    </a:cubicBezTo>
                    <a:cubicBezTo>
                      <a:pt x="112382" y="465106"/>
                      <a:pt x="101809" y="658559"/>
                      <a:pt x="101809" y="658559"/>
                    </a:cubicBezTo>
                    <a:cubicBezTo>
                      <a:pt x="85040" y="669023"/>
                      <a:pt x="63981" y="669821"/>
                      <a:pt x="46469" y="660654"/>
                    </a:cubicBezTo>
                    <a:cubicBezTo>
                      <a:pt x="46469" y="660654"/>
                      <a:pt x="5702" y="378523"/>
                      <a:pt x="463" y="348329"/>
                    </a:cubicBezTo>
                    <a:cubicBezTo>
                      <a:pt x="-4776" y="318135"/>
                      <a:pt x="36182" y="0"/>
                      <a:pt x="36182" y="0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7B44C5C-D237-31B9-EF59-87B6588D62F4}"/>
                  </a:ext>
                </a:extLst>
              </p:cNvPr>
              <p:cNvSpPr/>
              <p:nvPr/>
            </p:nvSpPr>
            <p:spPr>
              <a:xfrm>
                <a:off x="3639788" y="2193226"/>
                <a:ext cx="238125" cy="374621"/>
              </a:xfrm>
              <a:custGeom>
                <a:avLst/>
                <a:gdLst>
                  <a:gd name="csX0" fmla="*/ 161163 w 238125"/>
                  <a:gd name="csY0" fmla="*/ 2191 h 374621"/>
                  <a:gd name="csX1" fmla="*/ 161925 w 238125"/>
                  <a:gd name="csY1" fmla="*/ 2191 h 374621"/>
                  <a:gd name="csX2" fmla="*/ 238125 w 238125"/>
                  <a:gd name="csY2" fmla="*/ 100203 h 374621"/>
                  <a:gd name="csX3" fmla="*/ 238125 w 238125"/>
                  <a:gd name="csY3" fmla="*/ 338328 h 374621"/>
                  <a:gd name="csX4" fmla="*/ 0 w 238125"/>
                  <a:gd name="csY4" fmla="*/ 338328 h 374621"/>
                  <a:gd name="csX5" fmla="*/ 0 w 238125"/>
                  <a:gd name="csY5" fmla="*/ 90678 h 374621"/>
                  <a:gd name="csX6" fmla="*/ 82677 w 238125"/>
                  <a:gd name="csY6" fmla="*/ 0 h 374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8125" h="374621">
                    <a:moveTo>
                      <a:pt x="161163" y="2191"/>
                    </a:moveTo>
                    <a:lnTo>
                      <a:pt x="161925" y="2191"/>
                    </a:lnTo>
                    <a:cubicBezTo>
                      <a:pt x="206823" y="13480"/>
                      <a:pt x="238254" y="53908"/>
                      <a:pt x="238125" y="100203"/>
                    </a:cubicBezTo>
                    <a:lnTo>
                      <a:pt x="238125" y="338328"/>
                    </a:lnTo>
                    <a:cubicBezTo>
                      <a:pt x="202501" y="377095"/>
                      <a:pt x="78296" y="395478"/>
                      <a:pt x="0" y="338328"/>
                    </a:cubicBezTo>
                    <a:lnTo>
                      <a:pt x="0" y="90678"/>
                    </a:lnTo>
                    <a:cubicBezTo>
                      <a:pt x="0" y="51149"/>
                      <a:pt x="22003" y="3524"/>
                      <a:pt x="8267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E8BBDEB4-0554-56B1-1796-5740F5604DAE}"/>
                  </a:ext>
                </a:extLst>
              </p:cNvPr>
              <p:cNvSpPr/>
              <p:nvPr/>
            </p:nvSpPr>
            <p:spPr>
              <a:xfrm>
                <a:off x="3810762" y="1992651"/>
                <a:ext cx="36167" cy="81417"/>
              </a:xfrm>
              <a:custGeom>
                <a:avLst/>
                <a:gdLst>
                  <a:gd name="csX0" fmla="*/ 7334 w 36167"/>
                  <a:gd name="csY0" fmla="*/ 169 h 81417"/>
                  <a:gd name="csX1" fmla="*/ 29718 w 36167"/>
                  <a:gd name="csY1" fmla="*/ 8075 h 81417"/>
                  <a:gd name="csX2" fmla="*/ 29718 w 36167"/>
                  <a:gd name="csY2" fmla="*/ 77988 h 81417"/>
                  <a:gd name="csX3" fmla="*/ 0 w 36167"/>
                  <a:gd name="csY3" fmla="*/ 81417 h 814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167" h="81417">
                    <a:moveTo>
                      <a:pt x="7334" y="169"/>
                    </a:moveTo>
                    <a:cubicBezTo>
                      <a:pt x="15612" y="-756"/>
                      <a:pt x="23858" y="2156"/>
                      <a:pt x="29718" y="8075"/>
                    </a:cubicBezTo>
                    <a:cubicBezTo>
                      <a:pt x="39243" y="17600"/>
                      <a:pt x="37338" y="36173"/>
                      <a:pt x="29718" y="77988"/>
                    </a:cubicBezTo>
                    <a:lnTo>
                      <a:pt x="0" y="81417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9D47C0B-1CC4-0785-F9CF-BEF0B92D8E93}"/>
                  </a:ext>
                </a:extLst>
              </p:cNvPr>
              <p:cNvSpPr/>
              <p:nvPr/>
            </p:nvSpPr>
            <p:spPr>
              <a:xfrm>
                <a:off x="3616879" y="1976073"/>
                <a:ext cx="45673" cy="38463"/>
              </a:xfrm>
              <a:custGeom>
                <a:avLst/>
                <a:gdLst>
                  <a:gd name="csX0" fmla="*/ 27767 w 45673"/>
                  <a:gd name="csY0" fmla="*/ 5126 h 38463"/>
                  <a:gd name="csX1" fmla="*/ 9193 w 45673"/>
                  <a:gd name="csY1" fmla="*/ 1412 h 38463"/>
                  <a:gd name="csX2" fmla="*/ 2621 w 45673"/>
                  <a:gd name="csY2" fmla="*/ 15509 h 38463"/>
                  <a:gd name="csX3" fmla="*/ 37197 w 45673"/>
                  <a:gd name="csY3" fmla="*/ 38464 h 38463"/>
                  <a:gd name="csX4" fmla="*/ 45674 w 45673"/>
                  <a:gd name="csY4" fmla="*/ 15318 h 384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673" h="38463">
                    <a:moveTo>
                      <a:pt x="27767" y="5126"/>
                    </a:moveTo>
                    <a:cubicBezTo>
                      <a:pt x="21389" y="5144"/>
                      <a:pt x="15073" y="3881"/>
                      <a:pt x="9193" y="1412"/>
                    </a:cubicBezTo>
                    <a:cubicBezTo>
                      <a:pt x="-332" y="-3827"/>
                      <a:pt x="-2332" y="6555"/>
                      <a:pt x="2621" y="15509"/>
                    </a:cubicBezTo>
                    <a:cubicBezTo>
                      <a:pt x="9370" y="28653"/>
                      <a:pt x="22464" y="37346"/>
                      <a:pt x="37197" y="38464"/>
                    </a:cubicBezTo>
                    <a:cubicBezTo>
                      <a:pt x="37197" y="37226"/>
                      <a:pt x="45674" y="15318"/>
                      <a:pt x="45674" y="1531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A8B39989-C678-8981-D3B4-F561A6B9C4CE}"/>
                  </a:ext>
                </a:extLst>
              </p:cNvPr>
              <p:cNvSpPr/>
              <p:nvPr/>
            </p:nvSpPr>
            <p:spPr>
              <a:xfrm>
                <a:off x="3645455" y="1959306"/>
                <a:ext cx="209334" cy="281232"/>
              </a:xfrm>
              <a:custGeom>
                <a:avLst/>
                <a:gdLst>
                  <a:gd name="csX0" fmla="*/ 158639 w 209334"/>
                  <a:gd name="csY0" fmla="*/ 114762 h 281232"/>
                  <a:gd name="csX1" fmla="*/ 174831 w 209334"/>
                  <a:gd name="csY1" fmla="*/ 103237 h 281232"/>
                  <a:gd name="csX2" fmla="*/ 201695 w 209334"/>
                  <a:gd name="csY2" fmla="*/ 101198 h 281232"/>
                  <a:gd name="csX3" fmla="*/ 206931 w 209334"/>
                  <a:gd name="csY3" fmla="*/ 108476 h 281232"/>
                  <a:gd name="csX4" fmla="*/ 183404 w 209334"/>
                  <a:gd name="csY4" fmla="*/ 161149 h 281232"/>
                  <a:gd name="csX5" fmla="*/ 158639 w 209334"/>
                  <a:gd name="csY5" fmla="*/ 163340 h 281232"/>
                  <a:gd name="csX6" fmla="*/ 155496 w 209334"/>
                  <a:gd name="csY6" fmla="*/ 236111 h 281232"/>
                  <a:gd name="csX7" fmla="*/ 96917 w 209334"/>
                  <a:gd name="csY7" fmla="*/ 280593 h 281232"/>
                  <a:gd name="csX8" fmla="*/ 77010 w 209334"/>
                  <a:gd name="csY8" fmla="*/ 233825 h 281232"/>
                  <a:gd name="csX9" fmla="*/ 77010 w 209334"/>
                  <a:gd name="csY9" fmla="*/ 207345 h 281232"/>
                  <a:gd name="csX10" fmla="*/ 44529 w 209334"/>
                  <a:gd name="csY10" fmla="*/ 209060 h 281232"/>
                  <a:gd name="csX11" fmla="*/ 17002 w 209334"/>
                  <a:gd name="csY11" fmla="*/ 173436 h 281232"/>
                  <a:gd name="csX12" fmla="*/ 5667 w 209334"/>
                  <a:gd name="csY12" fmla="*/ 56755 h 281232"/>
                  <a:gd name="csX13" fmla="*/ 132731 w 209334"/>
                  <a:gd name="csY13" fmla="*/ 15798 h 281232"/>
                  <a:gd name="csX14" fmla="*/ 158639 w 209334"/>
                  <a:gd name="csY14" fmla="*/ 114762 h 2812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09334" h="281232">
                    <a:moveTo>
                      <a:pt x="158639" y="114762"/>
                    </a:moveTo>
                    <a:cubicBezTo>
                      <a:pt x="163116" y="117429"/>
                      <a:pt x="169402" y="108952"/>
                      <a:pt x="174831" y="103237"/>
                    </a:cubicBezTo>
                    <a:cubicBezTo>
                      <a:pt x="181686" y="95256"/>
                      <a:pt x="193713" y="94343"/>
                      <a:pt x="201695" y="101198"/>
                    </a:cubicBezTo>
                    <a:cubicBezTo>
                      <a:pt x="203994" y="103173"/>
                      <a:pt x="205789" y="105668"/>
                      <a:pt x="206931" y="108476"/>
                    </a:cubicBezTo>
                    <a:cubicBezTo>
                      <a:pt x="216456" y="127526"/>
                      <a:pt x="195405" y="152862"/>
                      <a:pt x="183404" y="161149"/>
                    </a:cubicBezTo>
                    <a:cubicBezTo>
                      <a:pt x="176495" y="167168"/>
                      <a:pt x="166497" y="168052"/>
                      <a:pt x="158639" y="163340"/>
                    </a:cubicBezTo>
                    <a:lnTo>
                      <a:pt x="155496" y="236111"/>
                    </a:lnTo>
                    <a:cubicBezTo>
                      <a:pt x="144665" y="259824"/>
                      <a:pt x="122667" y="276528"/>
                      <a:pt x="96917" y="280593"/>
                    </a:cubicBezTo>
                    <a:cubicBezTo>
                      <a:pt x="54150" y="286403"/>
                      <a:pt x="63008" y="251160"/>
                      <a:pt x="77010" y="233825"/>
                    </a:cubicBezTo>
                    <a:lnTo>
                      <a:pt x="77010" y="207345"/>
                    </a:lnTo>
                    <a:cubicBezTo>
                      <a:pt x="66346" y="209660"/>
                      <a:pt x="55378" y="210239"/>
                      <a:pt x="44529" y="209060"/>
                    </a:cubicBezTo>
                    <a:cubicBezTo>
                      <a:pt x="38910" y="207536"/>
                      <a:pt x="25479" y="191439"/>
                      <a:pt x="17002" y="173436"/>
                    </a:cubicBezTo>
                    <a:cubicBezTo>
                      <a:pt x="7477" y="153243"/>
                      <a:pt x="-8620" y="117429"/>
                      <a:pt x="5667" y="56755"/>
                    </a:cubicBezTo>
                    <a:cubicBezTo>
                      <a:pt x="21003" y="-8491"/>
                      <a:pt x="91392" y="-10491"/>
                      <a:pt x="132731" y="15798"/>
                    </a:cubicBezTo>
                    <a:cubicBezTo>
                      <a:pt x="174069" y="42087"/>
                      <a:pt x="158639" y="114762"/>
                      <a:pt x="158639" y="114762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08304B9A-9F61-EE5D-23FD-B09F48A0C955}"/>
                  </a:ext>
                </a:extLst>
              </p:cNvPr>
              <p:cNvSpPr/>
              <p:nvPr/>
            </p:nvSpPr>
            <p:spPr>
              <a:xfrm>
                <a:off x="3630128" y="1913315"/>
                <a:ext cx="193057" cy="168182"/>
              </a:xfrm>
              <a:custGeom>
                <a:avLst/>
                <a:gdLst>
                  <a:gd name="csX0" fmla="*/ 173966 w 193057"/>
                  <a:gd name="csY0" fmla="*/ 168183 h 168182"/>
                  <a:gd name="csX1" fmla="*/ 190158 w 193057"/>
                  <a:gd name="csY1" fmla="*/ 149133 h 168182"/>
                  <a:gd name="csX2" fmla="*/ 187968 w 193057"/>
                  <a:gd name="csY2" fmla="*/ 79410 h 168182"/>
                  <a:gd name="csX3" fmla="*/ 180633 w 193057"/>
                  <a:gd name="csY3" fmla="*/ 39881 h 168182"/>
                  <a:gd name="csX4" fmla="*/ 115006 w 193057"/>
                  <a:gd name="csY4" fmla="*/ 25975 h 168182"/>
                  <a:gd name="csX5" fmla="*/ 38806 w 193057"/>
                  <a:gd name="csY5" fmla="*/ 10639 h 168182"/>
                  <a:gd name="csX6" fmla="*/ 2516 w 193057"/>
                  <a:gd name="csY6" fmla="*/ 9211 h 168182"/>
                  <a:gd name="csX7" fmla="*/ 15375 w 193057"/>
                  <a:gd name="csY7" fmla="*/ 73409 h 168182"/>
                  <a:gd name="csX8" fmla="*/ 30424 w 193057"/>
                  <a:gd name="csY8" fmla="*/ 78934 h 168182"/>
                  <a:gd name="csX9" fmla="*/ 66810 w 193057"/>
                  <a:gd name="csY9" fmla="*/ 89602 h 168182"/>
                  <a:gd name="csX10" fmla="*/ 145105 w 193057"/>
                  <a:gd name="csY10" fmla="*/ 88173 h 168182"/>
                  <a:gd name="csX11" fmla="*/ 159488 w 193057"/>
                  <a:gd name="csY11" fmla="*/ 116748 h 168182"/>
                  <a:gd name="csX12" fmla="*/ 173966 w 193057"/>
                  <a:gd name="csY12" fmla="*/ 168183 h 1681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93057" h="168182">
                    <a:moveTo>
                      <a:pt x="173966" y="168183"/>
                    </a:moveTo>
                    <a:cubicBezTo>
                      <a:pt x="176252" y="168183"/>
                      <a:pt x="184634" y="154276"/>
                      <a:pt x="190158" y="149133"/>
                    </a:cubicBezTo>
                    <a:cubicBezTo>
                      <a:pt x="197778" y="142180"/>
                      <a:pt x="187968" y="79410"/>
                      <a:pt x="187968" y="79410"/>
                    </a:cubicBezTo>
                    <a:cubicBezTo>
                      <a:pt x="187968" y="79410"/>
                      <a:pt x="195683" y="55693"/>
                      <a:pt x="180633" y="39881"/>
                    </a:cubicBezTo>
                    <a:cubicBezTo>
                      <a:pt x="165584" y="24070"/>
                      <a:pt x="136342" y="26737"/>
                      <a:pt x="115006" y="25975"/>
                    </a:cubicBezTo>
                    <a:cubicBezTo>
                      <a:pt x="88824" y="26135"/>
                      <a:pt x="62888" y="20916"/>
                      <a:pt x="38806" y="10639"/>
                    </a:cubicBezTo>
                    <a:cubicBezTo>
                      <a:pt x="8516" y="-2505"/>
                      <a:pt x="6231" y="-4029"/>
                      <a:pt x="2516" y="9211"/>
                    </a:cubicBezTo>
                    <a:cubicBezTo>
                      <a:pt x="-3442" y="31445"/>
                      <a:pt x="1314" y="55185"/>
                      <a:pt x="15375" y="73409"/>
                    </a:cubicBezTo>
                    <a:lnTo>
                      <a:pt x="30424" y="78934"/>
                    </a:lnTo>
                    <a:cubicBezTo>
                      <a:pt x="30424" y="78934"/>
                      <a:pt x="38520" y="86173"/>
                      <a:pt x="66810" y="89602"/>
                    </a:cubicBezTo>
                    <a:cubicBezTo>
                      <a:pt x="92896" y="91533"/>
                      <a:pt x="119106" y="91055"/>
                      <a:pt x="145105" y="88173"/>
                    </a:cubicBezTo>
                    <a:cubicBezTo>
                      <a:pt x="153297" y="87030"/>
                      <a:pt x="154630" y="94936"/>
                      <a:pt x="159488" y="116748"/>
                    </a:cubicBezTo>
                    <a:cubicBezTo>
                      <a:pt x="163298" y="135798"/>
                      <a:pt x="166536" y="168088"/>
                      <a:pt x="173966" y="16818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F068969A-C9BC-3350-7C54-38021F95EFEB}"/>
                  </a:ext>
                </a:extLst>
              </p:cNvPr>
              <p:cNvSpPr/>
              <p:nvPr/>
            </p:nvSpPr>
            <p:spPr>
              <a:xfrm>
                <a:off x="3816352" y="1974980"/>
                <a:ext cx="28413" cy="22793"/>
              </a:xfrm>
              <a:custGeom>
                <a:avLst/>
                <a:gdLst>
                  <a:gd name="csX0" fmla="*/ 1649 w 28413"/>
                  <a:gd name="csY0" fmla="*/ 22793 h 22793"/>
                  <a:gd name="csX1" fmla="*/ 28414 w 28413"/>
                  <a:gd name="csY1" fmla="*/ 8410 h 22793"/>
                  <a:gd name="csX2" fmla="*/ 8887 w 28413"/>
                  <a:gd name="csY2" fmla="*/ 1407 h 22793"/>
                  <a:gd name="csX3" fmla="*/ 8221 w 28413"/>
                  <a:gd name="csY3" fmla="*/ 1743 h 22793"/>
                  <a:gd name="csX4" fmla="*/ 1649 w 28413"/>
                  <a:gd name="csY4" fmla="*/ 22793 h 227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413" h="22793">
                    <a:moveTo>
                      <a:pt x="1649" y="22793"/>
                    </a:moveTo>
                    <a:lnTo>
                      <a:pt x="28414" y="8410"/>
                    </a:lnTo>
                    <a:cubicBezTo>
                      <a:pt x="24956" y="1084"/>
                      <a:pt x="16213" y="-2051"/>
                      <a:pt x="8887" y="1407"/>
                    </a:cubicBezTo>
                    <a:cubicBezTo>
                      <a:pt x="8662" y="1513"/>
                      <a:pt x="8440" y="1625"/>
                      <a:pt x="8221" y="1743"/>
                    </a:cubicBezTo>
                    <a:cubicBezTo>
                      <a:pt x="773" y="5889"/>
                      <a:pt x="-2117" y="15146"/>
                      <a:pt x="1649" y="2279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8F42F53F-F74B-CB5D-58BF-07447F78645C}"/>
                  </a:ext>
                </a:extLst>
              </p:cNvPr>
              <p:cNvSpPr/>
              <p:nvPr/>
            </p:nvSpPr>
            <p:spPr>
              <a:xfrm>
                <a:off x="3722465" y="2132266"/>
                <a:ext cx="72580" cy="44767"/>
              </a:xfrm>
              <a:custGeom>
                <a:avLst/>
                <a:gdLst>
                  <a:gd name="csX0" fmla="*/ 95 w 72580"/>
                  <a:gd name="csY0" fmla="*/ 34385 h 44767"/>
                  <a:gd name="csX1" fmla="*/ 53531 w 72580"/>
                  <a:gd name="csY1" fmla="*/ 19050 h 44767"/>
                  <a:gd name="csX2" fmla="*/ 72581 w 72580"/>
                  <a:gd name="csY2" fmla="*/ 0 h 44767"/>
                  <a:gd name="csX3" fmla="*/ 61722 w 72580"/>
                  <a:gd name="csY3" fmla="*/ 22288 h 44767"/>
                  <a:gd name="csX4" fmla="*/ 0 w 72580"/>
                  <a:gd name="csY4" fmla="*/ 44767 h 447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2580" h="44767">
                    <a:moveTo>
                      <a:pt x="95" y="34385"/>
                    </a:moveTo>
                    <a:cubicBezTo>
                      <a:pt x="18348" y="30957"/>
                      <a:pt x="36238" y="25823"/>
                      <a:pt x="53531" y="19050"/>
                    </a:cubicBezTo>
                    <a:cubicBezTo>
                      <a:pt x="61668" y="14782"/>
                      <a:pt x="68312" y="8137"/>
                      <a:pt x="72581" y="0"/>
                    </a:cubicBezTo>
                    <a:cubicBezTo>
                      <a:pt x="70501" y="8086"/>
                      <a:pt x="66807" y="15667"/>
                      <a:pt x="61722" y="22288"/>
                    </a:cubicBezTo>
                    <a:cubicBezTo>
                      <a:pt x="51625" y="35242"/>
                      <a:pt x="0" y="44767"/>
                      <a:pt x="0" y="44767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B267BC46-18FE-C094-8523-41087C2DC927}"/>
                  </a:ext>
                </a:extLst>
              </p:cNvPr>
              <p:cNvSpPr/>
              <p:nvPr/>
            </p:nvSpPr>
            <p:spPr>
              <a:xfrm>
                <a:off x="3732084" y="2055970"/>
                <a:ext cx="16000" cy="16002"/>
              </a:xfrm>
              <a:custGeom>
                <a:avLst/>
                <a:gdLst>
                  <a:gd name="csX0" fmla="*/ 1 w 16000"/>
                  <a:gd name="csY0" fmla="*/ 8192 h 16002"/>
                  <a:gd name="csX1" fmla="*/ 8190 w 16000"/>
                  <a:gd name="csY1" fmla="*/ 16000 h 16002"/>
                  <a:gd name="csX2" fmla="*/ 15998 w 16000"/>
                  <a:gd name="csY2" fmla="*/ 7810 h 16002"/>
                  <a:gd name="csX3" fmla="*/ 7906 w 16000"/>
                  <a:gd name="csY3" fmla="*/ 1 h 16002"/>
                  <a:gd name="csX4" fmla="*/ 1 w 16000"/>
                  <a:gd name="csY4" fmla="*/ 8192 h 160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000" h="16002">
                    <a:moveTo>
                      <a:pt x="1" y="8192"/>
                    </a:moveTo>
                    <a:cubicBezTo>
                      <a:pt x="106" y="12610"/>
                      <a:pt x="3773" y="16105"/>
                      <a:pt x="8190" y="16000"/>
                    </a:cubicBezTo>
                    <a:cubicBezTo>
                      <a:pt x="12608" y="15894"/>
                      <a:pt x="16104" y="12228"/>
                      <a:pt x="15998" y="7810"/>
                    </a:cubicBezTo>
                    <a:cubicBezTo>
                      <a:pt x="15893" y="3431"/>
                      <a:pt x="12287" y="-50"/>
                      <a:pt x="7906" y="1"/>
                    </a:cubicBezTo>
                    <a:cubicBezTo>
                      <a:pt x="3472" y="105"/>
                      <a:pt x="-53" y="3757"/>
                      <a:pt x="1" y="81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F8FA5654-7632-B0E2-E68E-F395F99DF1F6}"/>
                  </a:ext>
                </a:extLst>
              </p:cNvPr>
              <p:cNvSpPr/>
              <p:nvPr/>
            </p:nvSpPr>
            <p:spPr>
              <a:xfrm>
                <a:off x="3740467" y="2029080"/>
                <a:ext cx="18156" cy="14699"/>
              </a:xfrm>
              <a:custGeom>
                <a:avLst/>
                <a:gdLst>
                  <a:gd name="csX0" fmla="*/ 0 w 18156"/>
                  <a:gd name="csY0" fmla="*/ 5174 h 14699"/>
                  <a:gd name="csX1" fmla="*/ 17050 w 18156"/>
                  <a:gd name="csY1" fmla="*/ 14699 h 14699"/>
                  <a:gd name="csX2" fmla="*/ 13049 w 18156"/>
                  <a:gd name="csY2" fmla="*/ 1174 h 14699"/>
                  <a:gd name="csX3" fmla="*/ 119 w 18156"/>
                  <a:gd name="csY3" fmla="*/ 4950 h 14699"/>
                  <a:gd name="csX4" fmla="*/ 0 w 18156"/>
                  <a:gd name="csY4" fmla="*/ 5174 h 14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156" h="14699">
                    <a:moveTo>
                      <a:pt x="0" y="5174"/>
                    </a:moveTo>
                    <a:lnTo>
                      <a:pt x="17050" y="14699"/>
                    </a:lnTo>
                    <a:cubicBezTo>
                      <a:pt x="19504" y="9842"/>
                      <a:pt x="17750" y="3914"/>
                      <a:pt x="13049" y="1174"/>
                    </a:cubicBezTo>
                    <a:cubicBezTo>
                      <a:pt x="8436" y="-1354"/>
                      <a:pt x="2647" y="336"/>
                      <a:pt x="119" y="4950"/>
                    </a:cubicBezTo>
                    <a:cubicBezTo>
                      <a:pt x="78" y="5024"/>
                      <a:pt x="39" y="5099"/>
                      <a:pt x="0" y="5174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CE812A13-CD54-AFD7-8ACE-5803B97DEB4C}"/>
                  </a:ext>
                </a:extLst>
              </p:cNvPr>
              <p:cNvSpPr/>
              <p:nvPr/>
            </p:nvSpPr>
            <p:spPr>
              <a:xfrm>
                <a:off x="3714559" y="2117979"/>
                <a:ext cx="18709" cy="13426"/>
              </a:xfrm>
              <a:custGeom>
                <a:avLst/>
                <a:gdLst>
                  <a:gd name="csX0" fmla="*/ 18098 w 18709"/>
                  <a:gd name="csY0" fmla="*/ 0 h 13426"/>
                  <a:gd name="csX1" fmla="*/ 0 w 18709"/>
                  <a:gd name="csY1" fmla="*/ 6858 h 13426"/>
                  <a:gd name="csX2" fmla="*/ 12012 w 18709"/>
                  <a:gd name="csY2" fmla="*/ 12953 h 13426"/>
                  <a:gd name="csX3" fmla="*/ 12287 w 18709"/>
                  <a:gd name="csY3" fmla="*/ 12859 h 13426"/>
                  <a:gd name="csX4" fmla="*/ 18098 w 18709"/>
                  <a:gd name="csY4" fmla="*/ 0 h 134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709" h="13426">
                    <a:moveTo>
                      <a:pt x="18098" y="0"/>
                    </a:moveTo>
                    <a:lnTo>
                      <a:pt x="0" y="6858"/>
                    </a:lnTo>
                    <a:cubicBezTo>
                      <a:pt x="1634" y="11858"/>
                      <a:pt x="7012" y="14587"/>
                      <a:pt x="12012" y="12953"/>
                    </a:cubicBezTo>
                    <a:cubicBezTo>
                      <a:pt x="12104" y="12923"/>
                      <a:pt x="12196" y="12892"/>
                      <a:pt x="12287" y="12859"/>
                    </a:cubicBezTo>
                    <a:cubicBezTo>
                      <a:pt x="17395" y="10862"/>
                      <a:pt x="19975" y="5153"/>
                      <a:pt x="18098" y="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56B551EA-EAED-E838-C756-CFC5E6145028}"/>
                  </a:ext>
                </a:extLst>
              </p:cNvPr>
              <p:cNvSpPr/>
              <p:nvPr/>
            </p:nvSpPr>
            <p:spPr>
              <a:xfrm>
                <a:off x="3659309" y="2024798"/>
                <a:ext cx="17340" cy="16027"/>
              </a:xfrm>
              <a:custGeom>
                <a:avLst/>
                <a:gdLst>
                  <a:gd name="csX0" fmla="*/ 2005 w 17340"/>
                  <a:gd name="csY0" fmla="*/ 16028 h 16027"/>
                  <a:gd name="csX1" fmla="*/ 17340 w 17340"/>
                  <a:gd name="csY1" fmla="*/ 4026 h 16027"/>
                  <a:gd name="csX2" fmla="*/ 4064 w 17340"/>
                  <a:gd name="csY2" fmla="*/ 1749 h 16027"/>
                  <a:gd name="csX3" fmla="*/ 3815 w 17340"/>
                  <a:gd name="csY3" fmla="*/ 1931 h 16027"/>
                  <a:gd name="csX4" fmla="*/ 2005 w 17340"/>
                  <a:gd name="csY4" fmla="*/ 16028 h 16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340" h="16027">
                    <a:moveTo>
                      <a:pt x="2005" y="16028"/>
                    </a:moveTo>
                    <a:lnTo>
                      <a:pt x="17340" y="4026"/>
                    </a:lnTo>
                    <a:cubicBezTo>
                      <a:pt x="14303" y="-269"/>
                      <a:pt x="8359" y="-1288"/>
                      <a:pt x="4064" y="1749"/>
                    </a:cubicBezTo>
                    <a:cubicBezTo>
                      <a:pt x="3980" y="1808"/>
                      <a:pt x="3897" y="1869"/>
                      <a:pt x="3815" y="1931"/>
                    </a:cubicBezTo>
                    <a:cubicBezTo>
                      <a:pt x="-459" y="5391"/>
                      <a:pt x="-1256" y="11601"/>
                      <a:pt x="2005" y="1602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408698B-0132-D4FB-4B5B-BE3DCC8914D1}"/>
                  </a:ext>
                </a:extLst>
              </p:cNvPr>
              <p:cNvSpPr/>
              <p:nvPr/>
            </p:nvSpPr>
            <p:spPr>
              <a:xfrm>
                <a:off x="3666029" y="2053003"/>
                <a:ext cx="16002" cy="17160"/>
              </a:xfrm>
              <a:custGeom>
                <a:avLst/>
                <a:gdLst>
                  <a:gd name="csX0" fmla="*/ 48 w 16002"/>
                  <a:gd name="csY0" fmla="*/ 8969 h 17160"/>
                  <a:gd name="csX1" fmla="*/ 7953 w 16002"/>
                  <a:gd name="csY1" fmla="*/ 17160 h 17160"/>
                  <a:gd name="csX2" fmla="*/ 15954 w 16002"/>
                  <a:gd name="csY2" fmla="*/ 8873 h 17160"/>
                  <a:gd name="csX3" fmla="*/ 8873 w 16002"/>
                  <a:gd name="csY3" fmla="*/ 48 h 17160"/>
                  <a:gd name="csX4" fmla="*/ 48 w 16002"/>
                  <a:gd name="csY4" fmla="*/ 7130 h 17160"/>
                  <a:gd name="csX5" fmla="*/ 48 w 16002"/>
                  <a:gd name="csY5" fmla="*/ 8873 h 171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6002" h="17160">
                    <a:moveTo>
                      <a:pt x="48" y="8969"/>
                    </a:moveTo>
                    <a:cubicBezTo>
                      <a:pt x="-6" y="13404"/>
                      <a:pt x="3519" y="17056"/>
                      <a:pt x="7953" y="17160"/>
                    </a:cubicBezTo>
                    <a:cubicBezTo>
                      <a:pt x="12440" y="17056"/>
                      <a:pt x="16008" y="13361"/>
                      <a:pt x="15954" y="8873"/>
                    </a:cubicBezTo>
                    <a:cubicBezTo>
                      <a:pt x="16436" y="4481"/>
                      <a:pt x="13265" y="530"/>
                      <a:pt x="8873" y="48"/>
                    </a:cubicBezTo>
                    <a:cubicBezTo>
                      <a:pt x="4480" y="-433"/>
                      <a:pt x="529" y="2738"/>
                      <a:pt x="48" y="7130"/>
                    </a:cubicBezTo>
                    <a:cubicBezTo>
                      <a:pt x="-16" y="7709"/>
                      <a:pt x="-16" y="8294"/>
                      <a:pt x="48" y="887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595802F7-EB48-FD98-A08C-87CE7ABBB986}"/>
                  </a:ext>
                </a:extLst>
              </p:cNvPr>
              <p:cNvSpPr/>
              <p:nvPr/>
            </p:nvSpPr>
            <p:spPr>
              <a:xfrm>
                <a:off x="3679031" y="2054447"/>
                <a:ext cx="27527" cy="47720"/>
              </a:xfrm>
              <a:custGeom>
                <a:avLst/>
                <a:gdLst>
                  <a:gd name="csX0" fmla="*/ 27527 w 27527"/>
                  <a:gd name="csY0" fmla="*/ 0 h 47720"/>
                  <a:gd name="csX1" fmla="*/ 24860 w 27527"/>
                  <a:gd name="csY1" fmla="*/ 47720 h 47720"/>
                  <a:gd name="csX2" fmla="*/ 0 w 27527"/>
                  <a:gd name="csY2" fmla="*/ 39243 h 47720"/>
                  <a:gd name="csX3" fmla="*/ 27527 w 27527"/>
                  <a:gd name="csY3" fmla="*/ 0 h 477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527" h="47720">
                    <a:moveTo>
                      <a:pt x="27527" y="0"/>
                    </a:moveTo>
                    <a:lnTo>
                      <a:pt x="24860" y="47720"/>
                    </a:lnTo>
                    <a:lnTo>
                      <a:pt x="0" y="39243"/>
                    </a:lnTo>
                    <a:lnTo>
                      <a:pt x="27527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74AAC17-F6EE-769D-AF35-8135E002677E}"/>
                  </a:ext>
                </a:extLst>
              </p:cNvPr>
              <p:cNvSpPr/>
              <p:nvPr/>
            </p:nvSpPr>
            <p:spPr>
              <a:xfrm>
                <a:off x="3749629" y="3295384"/>
                <a:ext cx="142458" cy="135562"/>
              </a:xfrm>
              <a:custGeom>
                <a:avLst/>
                <a:gdLst>
                  <a:gd name="csX0" fmla="*/ 80373 w 142458"/>
                  <a:gd name="csY0" fmla="*/ 7600 h 135562"/>
                  <a:gd name="csX1" fmla="*/ 80373 w 142458"/>
                  <a:gd name="csY1" fmla="*/ 266 h 135562"/>
                  <a:gd name="csX2" fmla="*/ 44083 w 142458"/>
                  <a:gd name="csY2" fmla="*/ 63893 h 135562"/>
                  <a:gd name="csX3" fmla="*/ 554 w 142458"/>
                  <a:gd name="csY3" fmla="*/ 111518 h 135562"/>
                  <a:gd name="csX4" fmla="*/ 45988 w 142458"/>
                  <a:gd name="csY4" fmla="*/ 135140 h 135562"/>
                  <a:gd name="csX5" fmla="*/ 101138 w 142458"/>
                  <a:gd name="csY5" fmla="*/ 108469 h 135562"/>
                  <a:gd name="csX6" fmla="*/ 118378 w 142458"/>
                  <a:gd name="csY6" fmla="*/ 71989 h 135562"/>
                  <a:gd name="csX7" fmla="*/ 142095 w 142458"/>
                  <a:gd name="csY7" fmla="*/ 44748 h 135562"/>
                  <a:gd name="csX8" fmla="*/ 139143 w 142458"/>
                  <a:gd name="csY8" fmla="*/ 18078 h 135562"/>
                  <a:gd name="csX9" fmla="*/ 131237 w 142458"/>
                  <a:gd name="csY9" fmla="*/ 75 h 135562"/>
                  <a:gd name="csX10" fmla="*/ 131237 w 142458"/>
                  <a:gd name="csY10" fmla="*/ 5600 h 135562"/>
                  <a:gd name="csX11" fmla="*/ 105805 w 142458"/>
                  <a:gd name="csY11" fmla="*/ 14172 h 135562"/>
                  <a:gd name="csX12" fmla="*/ 80373 w 142458"/>
                  <a:gd name="csY12" fmla="*/ 7600 h 1355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42458" h="135562">
                    <a:moveTo>
                      <a:pt x="80373" y="7600"/>
                    </a:moveTo>
                    <a:lnTo>
                      <a:pt x="80373" y="266"/>
                    </a:lnTo>
                    <a:cubicBezTo>
                      <a:pt x="75516" y="2361"/>
                      <a:pt x="64181" y="45509"/>
                      <a:pt x="44083" y="63893"/>
                    </a:cubicBezTo>
                    <a:cubicBezTo>
                      <a:pt x="27986" y="78466"/>
                      <a:pt x="5983" y="95420"/>
                      <a:pt x="554" y="111518"/>
                    </a:cubicBezTo>
                    <a:cubicBezTo>
                      <a:pt x="-4875" y="127615"/>
                      <a:pt x="31034" y="137807"/>
                      <a:pt x="45988" y="135140"/>
                    </a:cubicBezTo>
                    <a:cubicBezTo>
                      <a:pt x="63419" y="132092"/>
                      <a:pt x="93613" y="119804"/>
                      <a:pt x="101138" y="108469"/>
                    </a:cubicBezTo>
                    <a:cubicBezTo>
                      <a:pt x="108663" y="97135"/>
                      <a:pt x="112282" y="80371"/>
                      <a:pt x="118378" y="71989"/>
                    </a:cubicBezTo>
                    <a:cubicBezTo>
                      <a:pt x="124474" y="63607"/>
                      <a:pt x="138762" y="54368"/>
                      <a:pt x="142095" y="44748"/>
                    </a:cubicBezTo>
                    <a:cubicBezTo>
                      <a:pt x="143076" y="35749"/>
                      <a:pt x="142068" y="26644"/>
                      <a:pt x="139143" y="18078"/>
                    </a:cubicBezTo>
                    <a:cubicBezTo>
                      <a:pt x="136761" y="9124"/>
                      <a:pt x="134285" y="-973"/>
                      <a:pt x="131237" y="75"/>
                    </a:cubicBezTo>
                    <a:cubicBezTo>
                      <a:pt x="131237" y="1123"/>
                      <a:pt x="131237" y="5600"/>
                      <a:pt x="131237" y="5600"/>
                    </a:cubicBezTo>
                    <a:cubicBezTo>
                      <a:pt x="124003" y="11307"/>
                      <a:pt x="115018" y="14336"/>
                      <a:pt x="105805" y="14172"/>
                    </a:cubicBezTo>
                    <a:cubicBezTo>
                      <a:pt x="98471" y="14744"/>
                      <a:pt x="80278" y="13315"/>
                      <a:pt x="80373" y="760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F744C2D3-57AF-6E21-96D3-08EA1750983D}"/>
                  </a:ext>
                </a:extLst>
              </p:cNvPr>
              <p:cNvSpPr/>
              <p:nvPr/>
            </p:nvSpPr>
            <p:spPr>
              <a:xfrm>
                <a:off x="3532594" y="3219326"/>
                <a:ext cx="187302" cy="99780"/>
              </a:xfrm>
              <a:custGeom>
                <a:avLst/>
                <a:gdLst>
                  <a:gd name="csX0" fmla="*/ 120719 w 187302"/>
                  <a:gd name="csY0" fmla="*/ 3172 h 99780"/>
                  <a:gd name="csX1" fmla="*/ 110051 w 187302"/>
                  <a:gd name="csY1" fmla="*/ 13268 h 99780"/>
                  <a:gd name="csX2" fmla="*/ 80142 w 187302"/>
                  <a:gd name="csY2" fmla="*/ 34795 h 99780"/>
                  <a:gd name="csX3" fmla="*/ 7371 w 187302"/>
                  <a:gd name="csY3" fmla="*/ 66513 h 99780"/>
                  <a:gd name="csX4" fmla="*/ 8229 w 187302"/>
                  <a:gd name="csY4" fmla="*/ 91088 h 99780"/>
                  <a:gd name="csX5" fmla="*/ 76523 w 187302"/>
                  <a:gd name="csY5" fmla="*/ 96422 h 99780"/>
                  <a:gd name="csX6" fmla="*/ 129863 w 187302"/>
                  <a:gd name="csY6" fmla="*/ 77372 h 99780"/>
                  <a:gd name="csX7" fmla="*/ 180631 w 187302"/>
                  <a:gd name="csY7" fmla="*/ 70895 h 99780"/>
                  <a:gd name="csX8" fmla="*/ 183965 w 187302"/>
                  <a:gd name="csY8" fmla="*/ 35271 h 99780"/>
                  <a:gd name="csX9" fmla="*/ 171392 w 187302"/>
                  <a:gd name="csY9" fmla="*/ 29 h 99780"/>
                  <a:gd name="csX10" fmla="*/ 171392 w 187302"/>
                  <a:gd name="csY10" fmla="*/ 4505 h 99780"/>
                  <a:gd name="csX11" fmla="*/ 120719 w 187302"/>
                  <a:gd name="csY11" fmla="*/ 10792 h 997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7302" h="99780">
                    <a:moveTo>
                      <a:pt x="120719" y="3172"/>
                    </a:moveTo>
                    <a:cubicBezTo>
                      <a:pt x="118052" y="3172"/>
                      <a:pt x="115861" y="6982"/>
                      <a:pt x="110051" y="13268"/>
                    </a:cubicBezTo>
                    <a:cubicBezTo>
                      <a:pt x="101378" y="22093"/>
                      <a:pt x="91264" y="29373"/>
                      <a:pt x="80142" y="34795"/>
                    </a:cubicBezTo>
                    <a:cubicBezTo>
                      <a:pt x="61092" y="44320"/>
                      <a:pt x="24135" y="58988"/>
                      <a:pt x="7371" y="66513"/>
                    </a:cubicBezTo>
                    <a:cubicBezTo>
                      <a:pt x="-3011" y="71276"/>
                      <a:pt x="-2154" y="83849"/>
                      <a:pt x="8229" y="91088"/>
                    </a:cubicBezTo>
                    <a:cubicBezTo>
                      <a:pt x="18611" y="98327"/>
                      <a:pt x="45186" y="103470"/>
                      <a:pt x="76523" y="96422"/>
                    </a:cubicBezTo>
                    <a:cubicBezTo>
                      <a:pt x="93573" y="92612"/>
                      <a:pt x="115861" y="76895"/>
                      <a:pt x="129863" y="77372"/>
                    </a:cubicBezTo>
                    <a:cubicBezTo>
                      <a:pt x="143865" y="77848"/>
                      <a:pt x="170249" y="78038"/>
                      <a:pt x="180631" y="70895"/>
                    </a:cubicBezTo>
                    <a:cubicBezTo>
                      <a:pt x="191013" y="63751"/>
                      <a:pt x="186918" y="48416"/>
                      <a:pt x="183965" y="35271"/>
                    </a:cubicBezTo>
                    <a:cubicBezTo>
                      <a:pt x="181012" y="22127"/>
                      <a:pt x="176154" y="-924"/>
                      <a:pt x="171392" y="29"/>
                    </a:cubicBezTo>
                    <a:lnTo>
                      <a:pt x="171392" y="4505"/>
                    </a:lnTo>
                    <a:cubicBezTo>
                      <a:pt x="165296" y="14030"/>
                      <a:pt x="134149" y="17555"/>
                      <a:pt x="120719" y="107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E673113F-42FE-80D1-22A7-7B4AF33C4074}"/>
                  </a:ext>
                </a:extLst>
              </p:cNvPr>
              <p:cNvSpPr/>
              <p:nvPr/>
            </p:nvSpPr>
            <p:spPr>
              <a:xfrm>
                <a:off x="3481077" y="2385751"/>
                <a:ext cx="149241" cy="158240"/>
              </a:xfrm>
              <a:custGeom>
                <a:avLst/>
                <a:gdLst>
                  <a:gd name="csX0" fmla="*/ 104228 w 149241"/>
                  <a:gd name="csY0" fmla="*/ 37313 h 158240"/>
                  <a:gd name="csX1" fmla="*/ 84320 w 149241"/>
                  <a:gd name="csY1" fmla="*/ 11977 h 158240"/>
                  <a:gd name="csX2" fmla="*/ 22408 w 149241"/>
                  <a:gd name="csY2" fmla="*/ 356 h 158240"/>
                  <a:gd name="csX3" fmla="*/ 1739 w 149241"/>
                  <a:gd name="csY3" fmla="*/ 18740 h 158240"/>
                  <a:gd name="csX4" fmla="*/ 55460 w 149241"/>
                  <a:gd name="csY4" fmla="*/ 139326 h 158240"/>
                  <a:gd name="csX5" fmla="*/ 83177 w 149241"/>
                  <a:gd name="csY5" fmla="*/ 154471 h 158240"/>
                  <a:gd name="csX6" fmla="*/ 136041 w 149241"/>
                  <a:gd name="csY6" fmla="*/ 157995 h 158240"/>
                  <a:gd name="csX7" fmla="*/ 147090 w 149241"/>
                  <a:gd name="csY7" fmla="*/ 138374 h 158240"/>
                  <a:gd name="csX8" fmla="*/ 117658 w 149241"/>
                  <a:gd name="csY8" fmla="*/ 65698 h 158240"/>
                  <a:gd name="csX9" fmla="*/ 104228 w 149241"/>
                  <a:gd name="csY9" fmla="*/ 37313 h 1582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49241" h="158240">
                    <a:moveTo>
                      <a:pt x="104228" y="37313"/>
                    </a:moveTo>
                    <a:cubicBezTo>
                      <a:pt x="93464" y="17216"/>
                      <a:pt x="90797" y="16358"/>
                      <a:pt x="84320" y="11977"/>
                    </a:cubicBezTo>
                    <a:cubicBezTo>
                      <a:pt x="77843" y="7595"/>
                      <a:pt x="38696" y="1690"/>
                      <a:pt x="22408" y="356"/>
                    </a:cubicBezTo>
                    <a:cubicBezTo>
                      <a:pt x="3358" y="-1263"/>
                      <a:pt x="-3595" y="2261"/>
                      <a:pt x="1739" y="18740"/>
                    </a:cubicBezTo>
                    <a:cubicBezTo>
                      <a:pt x="16489" y="60268"/>
                      <a:pt x="34450" y="100586"/>
                      <a:pt x="55460" y="139326"/>
                    </a:cubicBezTo>
                    <a:cubicBezTo>
                      <a:pt x="60603" y="146089"/>
                      <a:pt x="61651" y="152375"/>
                      <a:pt x="83177" y="154471"/>
                    </a:cubicBezTo>
                    <a:cubicBezTo>
                      <a:pt x="104704" y="156566"/>
                      <a:pt x="128612" y="157519"/>
                      <a:pt x="136041" y="157995"/>
                    </a:cubicBezTo>
                    <a:cubicBezTo>
                      <a:pt x="143471" y="158471"/>
                      <a:pt x="153758" y="160281"/>
                      <a:pt x="147090" y="138374"/>
                    </a:cubicBezTo>
                    <a:cubicBezTo>
                      <a:pt x="138581" y="113641"/>
                      <a:pt x="128756" y="89382"/>
                      <a:pt x="117658" y="65698"/>
                    </a:cubicBezTo>
                    <a:cubicBezTo>
                      <a:pt x="109847" y="47696"/>
                      <a:pt x="104228" y="37313"/>
                      <a:pt x="104228" y="3731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D0A641C-A83D-CF02-3361-612CA1C3BAAE}"/>
                  </a:ext>
                </a:extLst>
              </p:cNvPr>
              <p:cNvSpPr/>
              <p:nvPr/>
            </p:nvSpPr>
            <p:spPr>
              <a:xfrm>
                <a:off x="3877437" y="2373249"/>
                <a:ext cx="98570" cy="139255"/>
              </a:xfrm>
              <a:custGeom>
                <a:avLst/>
                <a:gdLst>
                  <a:gd name="csX0" fmla="*/ 98298 w 98570"/>
                  <a:gd name="csY0" fmla="*/ 110204 h 139255"/>
                  <a:gd name="csX1" fmla="*/ 69723 w 98570"/>
                  <a:gd name="csY1" fmla="*/ 0 h 139255"/>
                  <a:gd name="csX2" fmla="*/ 0 w 98570"/>
                  <a:gd name="csY2" fmla="*/ 24003 h 139255"/>
                  <a:gd name="csX3" fmla="*/ 16383 w 98570"/>
                  <a:gd name="csY3" fmla="*/ 75724 h 139255"/>
                  <a:gd name="csX4" fmla="*/ 77724 w 98570"/>
                  <a:gd name="csY4" fmla="*/ 139255 h 139255"/>
                  <a:gd name="csX5" fmla="*/ 98298 w 98570"/>
                  <a:gd name="csY5" fmla="*/ 110204 h 139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98570" h="139255">
                    <a:moveTo>
                      <a:pt x="98298" y="110204"/>
                    </a:moveTo>
                    <a:cubicBezTo>
                      <a:pt x="97822" y="103918"/>
                      <a:pt x="79248" y="32861"/>
                      <a:pt x="69723" y="0"/>
                    </a:cubicBezTo>
                    <a:lnTo>
                      <a:pt x="0" y="24003"/>
                    </a:lnTo>
                    <a:lnTo>
                      <a:pt x="16383" y="75724"/>
                    </a:lnTo>
                    <a:lnTo>
                      <a:pt x="77724" y="139255"/>
                    </a:lnTo>
                    <a:cubicBezTo>
                      <a:pt x="91231" y="136606"/>
                      <a:pt x="100282" y="123824"/>
                      <a:pt x="98298" y="110204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6787A871-7CD5-3139-87A1-AD6C73EA6B5D}"/>
                  </a:ext>
                </a:extLst>
              </p:cNvPr>
              <p:cNvSpPr/>
              <p:nvPr/>
            </p:nvSpPr>
            <p:spPr>
              <a:xfrm>
                <a:off x="3518995" y="2415319"/>
                <a:ext cx="436418" cy="103842"/>
              </a:xfrm>
              <a:custGeom>
                <a:avLst/>
                <a:gdLst>
                  <a:gd name="csX0" fmla="*/ 374539 w 436418"/>
                  <a:gd name="csY0" fmla="*/ 33654 h 103842"/>
                  <a:gd name="csX1" fmla="*/ 159750 w 436418"/>
                  <a:gd name="csY1" fmla="*/ 47274 h 103842"/>
                  <a:gd name="csX2" fmla="*/ 90599 w 436418"/>
                  <a:gd name="csY2" fmla="*/ 8412 h 103842"/>
                  <a:gd name="csX3" fmla="*/ 62595 w 436418"/>
                  <a:gd name="csY3" fmla="*/ 2221 h 103842"/>
                  <a:gd name="csX4" fmla="*/ 79740 w 436418"/>
                  <a:gd name="csY4" fmla="*/ 36130 h 103842"/>
                  <a:gd name="csX5" fmla="*/ 40878 w 436418"/>
                  <a:gd name="csY5" fmla="*/ 39464 h 103842"/>
                  <a:gd name="csX6" fmla="*/ 1159 w 436418"/>
                  <a:gd name="csY6" fmla="*/ 28224 h 103842"/>
                  <a:gd name="csX7" fmla="*/ 54022 w 436418"/>
                  <a:gd name="csY7" fmla="*/ 90804 h 103842"/>
                  <a:gd name="csX8" fmla="*/ 155845 w 436418"/>
                  <a:gd name="csY8" fmla="*/ 97185 h 103842"/>
                  <a:gd name="csX9" fmla="*/ 435880 w 436418"/>
                  <a:gd name="csY9" fmla="*/ 97185 h 103842"/>
                  <a:gd name="csX10" fmla="*/ 420164 w 436418"/>
                  <a:gd name="csY10" fmla="*/ 58514 h 103842"/>
                  <a:gd name="csX11" fmla="*/ 374539 w 436418"/>
                  <a:gd name="csY11" fmla="*/ 33654 h 103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36418" h="103842">
                    <a:moveTo>
                      <a:pt x="374539" y="33654"/>
                    </a:moveTo>
                    <a:cubicBezTo>
                      <a:pt x="374539" y="33654"/>
                      <a:pt x="182324" y="54228"/>
                      <a:pt x="159750" y="47274"/>
                    </a:cubicBezTo>
                    <a:cubicBezTo>
                      <a:pt x="137176" y="40321"/>
                      <a:pt x="106886" y="17747"/>
                      <a:pt x="90599" y="8412"/>
                    </a:cubicBezTo>
                    <a:cubicBezTo>
                      <a:pt x="74311" y="-922"/>
                      <a:pt x="62595" y="-1684"/>
                      <a:pt x="62595" y="2221"/>
                    </a:cubicBezTo>
                    <a:cubicBezTo>
                      <a:pt x="62595" y="6126"/>
                      <a:pt x="76501" y="27367"/>
                      <a:pt x="79740" y="36130"/>
                    </a:cubicBezTo>
                    <a:cubicBezTo>
                      <a:pt x="82979" y="44893"/>
                      <a:pt x="64691" y="44988"/>
                      <a:pt x="40878" y="39464"/>
                    </a:cubicBezTo>
                    <a:cubicBezTo>
                      <a:pt x="17066" y="33939"/>
                      <a:pt x="7445" y="20414"/>
                      <a:pt x="1159" y="28224"/>
                    </a:cubicBezTo>
                    <a:cubicBezTo>
                      <a:pt x="-5128" y="36035"/>
                      <a:pt x="14399" y="75849"/>
                      <a:pt x="54022" y="90804"/>
                    </a:cubicBezTo>
                    <a:cubicBezTo>
                      <a:pt x="93646" y="105758"/>
                      <a:pt x="123079" y="95852"/>
                      <a:pt x="155845" y="97185"/>
                    </a:cubicBezTo>
                    <a:cubicBezTo>
                      <a:pt x="188611" y="98519"/>
                      <a:pt x="390446" y="111473"/>
                      <a:pt x="435880" y="97185"/>
                    </a:cubicBezTo>
                    <a:cubicBezTo>
                      <a:pt x="438337" y="82364"/>
                      <a:pt x="432263" y="67419"/>
                      <a:pt x="420164" y="58514"/>
                    </a:cubicBezTo>
                    <a:cubicBezTo>
                      <a:pt x="406559" y="47573"/>
                      <a:pt x="391108" y="39154"/>
                      <a:pt x="374539" y="33654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D7FF6017-9206-74F0-0291-9373AF0B32C8}"/>
                  </a:ext>
                </a:extLst>
              </p:cNvPr>
              <p:cNvSpPr/>
              <p:nvPr/>
            </p:nvSpPr>
            <p:spPr>
              <a:xfrm>
                <a:off x="3817048" y="2200846"/>
                <a:ext cx="138493" cy="215822"/>
              </a:xfrm>
              <a:custGeom>
                <a:avLst/>
                <a:gdLst>
                  <a:gd name="csX0" fmla="*/ 0 w 138493"/>
                  <a:gd name="csY0" fmla="*/ 0 h 215822"/>
                  <a:gd name="csX1" fmla="*/ 109442 w 138493"/>
                  <a:gd name="csY1" fmla="*/ 80391 h 215822"/>
                  <a:gd name="csX2" fmla="*/ 138493 w 138493"/>
                  <a:gd name="csY2" fmla="*/ 188119 h 215822"/>
                  <a:gd name="csX3" fmla="*/ 60388 w 138493"/>
                  <a:gd name="csY3" fmla="*/ 214408 h 2158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8493" h="215822">
                    <a:moveTo>
                      <a:pt x="0" y="0"/>
                    </a:moveTo>
                    <a:cubicBezTo>
                      <a:pt x="30194" y="10001"/>
                      <a:pt x="90106" y="15050"/>
                      <a:pt x="109442" y="80391"/>
                    </a:cubicBezTo>
                    <a:cubicBezTo>
                      <a:pt x="128778" y="145733"/>
                      <a:pt x="138493" y="188119"/>
                      <a:pt x="138493" y="188119"/>
                    </a:cubicBezTo>
                    <a:cubicBezTo>
                      <a:pt x="127063" y="203359"/>
                      <a:pt x="81343" y="220980"/>
                      <a:pt x="60388" y="21440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7075E123-204F-B11B-8F77-17CE98EDDCE9}"/>
                  </a:ext>
                </a:extLst>
              </p:cNvPr>
              <p:cNvSpPr/>
              <p:nvPr/>
            </p:nvSpPr>
            <p:spPr>
              <a:xfrm>
                <a:off x="3856767" y="2341911"/>
                <a:ext cx="20669" cy="103251"/>
              </a:xfrm>
              <a:custGeom>
                <a:avLst/>
                <a:gdLst>
                  <a:gd name="csX0" fmla="*/ 20669 w 20669"/>
                  <a:gd name="csY0" fmla="*/ 73343 h 103251"/>
                  <a:gd name="csX1" fmla="*/ 0 w 20669"/>
                  <a:gd name="csY1" fmla="*/ 0 h 103251"/>
                  <a:gd name="csX2" fmla="*/ 20669 w 20669"/>
                  <a:gd name="csY2" fmla="*/ 103251 h 103251"/>
                  <a:gd name="csX3" fmla="*/ 20669 w 20669"/>
                  <a:gd name="csY3" fmla="*/ 73343 h 10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0669" h="103251">
                    <a:moveTo>
                      <a:pt x="20669" y="73343"/>
                    </a:moveTo>
                    <a:lnTo>
                      <a:pt x="0" y="0"/>
                    </a:lnTo>
                    <a:lnTo>
                      <a:pt x="20669" y="103251"/>
                    </a:lnTo>
                    <a:lnTo>
                      <a:pt x="20669" y="73343"/>
                    </a:ln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00" name="Graphic 5">
              <a:extLst>
                <a:ext uri="{FF2B5EF4-FFF2-40B4-BE49-F238E27FC236}">
                  <a16:creationId xmlns:a16="http://schemas.microsoft.com/office/drawing/2014/main" id="{FDB1CF6C-E749-C704-898E-8F5C28D5185B}"/>
                </a:ext>
              </a:extLst>
            </p:cNvPr>
            <p:cNvGrpSpPr/>
            <p:nvPr/>
          </p:nvGrpSpPr>
          <p:grpSpPr>
            <a:xfrm>
              <a:off x="4760962" y="2902896"/>
              <a:ext cx="465119" cy="1465680"/>
              <a:chOff x="2982160" y="2306516"/>
              <a:chExt cx="465119" cy="1465680"/>
            </a:xfrm>
          </p:grpSpPr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E8AD8173-FD18-35F5-9DDB-38003FE64BCD}"/>
                  </a:ext>
                </a:extLst>
              </p:cNvPr>
              <p:cNvSpPr/>
              <p:nvPr/>
            </p:nvSpPr>
            <p:spPr>
              <a:xfrm>
                <a:off x="3272498" y="2514339"/>
                <a:ext cx="172859" cy="181541"/>
              </a:xfrm>
              <a:custGeom>
                <a:avLst/>
                <a:gdLst>
                  <a:gd name="csX0" fmla="*/ 171360 w 172859"/>
                  <a:gd name="csY0" fmla="*/ 55030 h 181541"/>
                  <a:gd name="csX1" fmla="*/ 162312 w 172859"/>
                  <a:gd name="csY1" fmla="*/ 69698 h 181541"/>
                  <a:gd name="csX2" fmla="*/ 125069 w 172859"/>
                  <a:gd name="csY2" fmla="*/ 123038 h 181541"/>
                  <a:gd name="csX3" fmla="*/ 88779 w 172859"/>
                  <a:gd name="csY3" fmla="*/ 177426 h 181541"/>
                  <a:gd name="csX4" fmla="*/ 78206 w 172859"/>
                  <a:gd name="csY4" fmla="*/ 181141 h 181541"/>
                  <a:gd name="csX5" fmla="*/ 75729 w 172859"/>
                  <a:gd name="csY5" fmla="*/ 180283 h 181541"/>
                  <a:gd name="csX6" fmla="*/ 19246 w 172859"/>
                  <a:gd name="csY6" fmla="*/ 156185 h 181541"/>
                  <a:gd name="csX7" fmla="*/ 196 w 172859"/>
                  <a:gd name="csY7" fmla="*/ 140469 h 181541"/>
                  <a:gd name="csX8" fmla="*/ 196 w 172859"/>
                  <a:gd name="csY8" fmla="*/ 132278 h 181541"/>
                  <a:gd name="csX9" fmla="*/ 196 w 172859"/>
                  <a:gd name="csY9" fmla="*/ 132277 h 181541"/>
                  <a:gd name="csX10" fmla="*/ 196 w 172859"/>
                  <a:gd name="csY10" fmla="*/ 132277 h 181541"/>
                  <a:gd name="csX11" fmla="*/ 34010 w 172859"/>
                  <a:gd name="csY11" fmla="*/ 80271 h 181541"/>
                  <a:gd name="csX12" fmla="*/ 87921 w 172859"/>
                  <a:gd name="csY12" fmla="*/ 4071 h 181541"/>
                  <a:gd name="csX13" fmla="*/ 99828 w 172859"/>
                  <a:gd name="csY13" fmla="*/ 928 h 181541"/>
                  <a:gd name="csX14" fmla="*/ 166503 w 172859"/>
                  <a:gd name="csY14" fmla="*/ 27598 h 181541"/>
                  <a:gd name="csX15" fmla="*/ 167265 w 172859"/>
                  <a:gd name="csY15" fmla="*/ 27598 h 181541"/>
                  <a:gd name="csX16" fmla="*/ 171360 w 172859"/>
                  <a:gd name="csY16" fmla="*/ 55030 h 181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72859" h="181541">
                    <a:moveTo>
                      <a:pt x="171360" y="55030"/>
                    </a:moveTo>
                    <a:cubicBezTo>
                      <a:pt x="170408" y="56268"/>
                      <a:pt x="162312" y="69698"/>
                      <a:pt x="162312" y="69698"/>
                    </a:cubicBezTo>
                    <a:lnTo>
                      <a:pt x="125069" y="123038"/>
                    </a:lnTo>
                    <a:lnTo>
                      <a:pt x="88779" y="177426"/>
                    </a:lnTo>
                    <a:cubicBezTo>
                      <a:pt x="86433" y="180826"/>
                      <a:pt x="82163" y="182326"/>
                      <a:pt x="78206" y="181141"/>
                    </a:cubicBezTo>
                    <a:lnTo>
                      <a:pt x="75729" y="180283"/>
                    </a:lnTo>
                    <a:cubicBezTo>
                      <a:pt x="63156" y="175616"/>
                      <a:pt x="44297" y="167710"/>
                      <a:pt x="19246" y="156185"/>
                    </a:cubicBezTo>
                    <a:cubicBezTo>
                      <a:pt x="-852" y="146660"/>
                      <a:pt x="196" y="143898"/>
                      <a:pt x="196" y="140469"/>
                    </a:cubicBezTo>
                    <a:cubicBezTo>
                      <a:pt x="-65" y="137745"/>
                      <a:pt x="-65" y="135001"/>
                      <a:pt x="196" y="132278"/>
                    </a:cubicBezTo>
                    <a:lnTo>
                      <a:pt x="196" y="132277"/>
                    </a:lnTo>
                    <a:lnTo>
                      <a:pt x="196" y="132277"/>
                    </a:lnTo>
                    <a:cubicBezTo>
                      <a:pt x="4292" y="124467"/>
                      <a:pt x="16960" y="104941"/>
                      <a:pt x="34010" y="80271"/>
                    </a:cubicBezTo>
                    <a:cubicBezTo>
                      <a:pt x="64299" y="36265"/>
                      <a:pt x="78873" y="16739"/>
                      <a:pt x="87921" y="4071"/>
                    </a:cubicBezTo>
                    <a:cubicBezTo>
                      <a:pt x="90588" y="254"/>
                      <a:pt x="95624" y="-1076"/>
                      <a:pt x="99828" y="928"/>
                    </a:cubicBezTo>
                    <a:cubicBezTo>
                      <a:pt x="116115" y="6357"/>
                      <a:pt x="149167" y="20549"/>
                      <a:pt x="166503" y="27598"/>
                    </a:cubicBezTo>
                    <a:lnTo>
                      <a:pt x="167265" y="27598"/>
                    </a:lnTo>
                    <a:cubicBezTo>
                      <a:pt x="176599" y="32646"/>
                      <a:pt x="171456" y="54649"/>
                      <a:pt x="171360" y="5503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D958A4A1-724A-B6FB-1C75-509A291647C3}"/>
                  </a:ext>
                </a:extLst>
              </p:cNvPr>
              <p:cNvSpPr/>
              <p:nvPr/>
            </p:nvSpPr>
            <p:spPr>
              <a:xfrm>
                <a:off x="3272022" y="2542032"/>
                <a:ext cx="175257" cy="153563"/>
              </a:xfrm>
              <a:custGeom>
                <a:avLst/>
                <a:gdLst>
                  <a:gd name="csX0" fmla="*/ 172789 w 175257"/>
                  <a:gd name="csY0" fmla="*/ 25622 h 153563"/>
                  <a:gd name="csX1" fmla="*/ 163264 w 175257"/>
                  <a:gd name="csY1" fmla="*/ 42005 h 153563"/>
                  <a:gd name="csX2" fmla="*/ 126879 w 175257"/>
                  <a:gd name="csY2" fmla="*/ 96393 h 153563"/>
                  <a:gd name="csX3" fmla="*/ 88779 w 175257"/>
                  <a:gd name="csY3" fmla="*/ 149447 h 153563"/>
                  <a:gd name="csX4" fmla="*/ 78206 w 175257"/>
                  <a:gd name="csY4" fmla="*/ 153162 h 153563"/>
                  <a:gd name="csX5" fmla="*/ 75729 w 175257"/>
                  <a:gd name="csY5" fmla="*/ 152305 h 153563"/>
                  <a:gd name="csX6" fmla="*/ 19246 w 175257"/>
                  <a:gd name="csY6" fmla="*/ 128206 h 153563"/>
                  <a:gd name="csX7" fmla="*/ 196 w 175257"/>
                  <a:gd name="csY7" fmla="*/ 112490 h 153563"/>
                  <a:gd name="csX8" fmla="*/ 196 w 175257"/>
                  <a:gd name="csY8" fmla="*/ 104299 h 153563"/>
                  <a:gd name="csX9" fmla="*/ 196 w 175257"/>
                  <a:gd name="csY9" fmla="*/ 104299 h 153563"/>
                  <a:gd name="csX10" fmla="*/ 196 w 175257"/>
                  <a:gd name="csY10" fmla="*/ 104299 h 153563"/>
                  <a:gd name="csX11" fmla="*/ 81540 w 175257"/>
                  <a:gd name="csY11" fmla="*/ 140208 h 153563"/>
                  <a:gd name="csX12" fmla="*/ 148881 w 175257"/>
                  <a:gd name="csY12" fmla="*/ 38957 h 153563"/>
                  <a:gd name="csX13" fmla="*/ 167931 w 175257"/>
                  <a:gd name="csY13" fmla="*/ 9525 h 153563"/>
                  <a:gd name="csX14" fmla="*/ 167456 w 175257"/>
                  <a:gd name="csY14" fmla="*/ 647 h 153563"/>
                  <a:gd name="csX15" fmla="*/ 166598 w 175257"/>
                  <a:gd name="csY15" fmla="*/ 0 h 153563"/>
                  <a:gd name="csX16" fmla="*/ 165836 w 175257"/>
                  <a:gd name="csY16" fmla="*/ 0 h 153563"/>
                  <a:gd name="csX17" fmla="*/ 173932 w 175257"/>
                  <a:gd name="csY17" fmla="*/ 11335 h 153563"/>
                  <a:gd name="csX18" fmla="*/ 172789 w 175257"/>
                  <a:gd name="csY18" fmla="*/ 25622 h 153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75257" h="153563">
                    <a:moveTo>
                      <a:pt x="172789" y="25622"/>
                    </a:moveTo>
                    <a:cubicBezTo>
                      <a:pt x="172789" y="25622"/>
                      <a:pt x="163264" y="42005"/>
                      <a:pt x="163264" y="42005"/>
                    </a:cubicBezTo>
                    <a:lnTo>
                      <a:pt x="126879" y="96393"/>
                    </a:lnTo>
                    <a:lnTo>
                      <a:pt x="88779" y="149447"/>
                    </a:lnTo>
                    <a:cubicBezTo>
                      <a:pt x="86433" y="152847"/>
                      <a:pt x="82163" y="154347"/>
                      <a:pt x="78206" y="153162"/>
                    </a:cubicBezTo>
                    <a:lnTo>
                      <a:pt x="75729" y="152305"/>
                    </a:lnTo>
                    <a:cubicBezTo>
                      <a:pt x="63156" y="147638"/>
                      <a:pt x="44297" y="139732"/>
                      <a:pt x="19246" y="128206"/>
                    </a:cubicBezTo>
                    <a:cubicBezTo>
                      <a:pt x="-852" y="118681"/>
                      <a:pt x="196" y="115919"/>
                      <a:pt x="196" y="112490"/>
                    </a:cubicBezTo>
                    <a:cubicBezTo>
                      <a:pt x="-65" y="109766"/>
                      <a:pt x="-65" y="107023"/>
                      <a:pt x="196" y="104299"/>
                    </a:cubicBezTo>
                    <a:lnTo>
                      <a:pt x="196" y="104299"/>
                    </a:lnTo>
                    <a:lnTo>
                      <a:pt x="196" y="104299"/>
                    </a:lnTo>
                    <a:cubicBezTo>
                      <a:pt x="19246" y="112681"/>
                      <a:pt x="79539" y="141256"/>
                      <a:pt x="81540" y="140208"/>
                    </a:cubicBezTo>
                    <a:cubicBezTo>
                      <a:pt x="86302" y="137922"/>
                      <a:pt x="127164" y="72390"/>
                      <a:pt x="148881" y="38957"/>
                    </a:cubicBezTo>
                    <a:cubicBezTo>
                      <a:pt x="159740" y="22288"/>
                      <a:pt x="164598" y="15240"/>
                      <a:pt x="167931" y="9525"/>
                    </a:cubicBezTo>
                    <a:cubicBezTo>
                      <a:pt x="170252" y="6942"/>
                      <a:pt x="170039" y="2968"/>
                      <a:pt x="167456" y="647"/>
                    </a:cubicBezTo>
                    <a:cubicBezTo>
                      <a:pt x="167189" y="407"/>
                      <a:pt x="166902" y="191"/>
                      <a:pt x="166598" y="0"/>
                    </a:cubicBezTo>
                    <a:lnTo>
                      <a:pt x="165836" y="0"/>
                    </a:lnTo>
                    <a:cubicBezTo>
                      <a:pt x="170173" y="2288"/>
                      <a:pt x="173175" y="6490"/>
                      <a:pt x="173932" y="11335"/>
                    </a:cubicBezTo>
                    <a:cubicBezTo>
                      <a:pt x="176043" y="15975"/>
                      <a:pt x="175611" y="21377"/>
                      <a:pt x="172789" y="25622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74D32D3F-52A3-059F-F4F6-A77EE3190D84}"/>
                  </a:ext>
                </a:extLst>
              </p:cNvPr>
              <p:cNvSpPr/>
              <p:nvPr/>
            </p:nvSpPr>
            <p:spPr>
              <a:xfrm>
                <a:off x="3272022" y="2542032"/>
                <a:ext cx="175257" cy="153563"/>
              </a:xfrm>
              <a:custGeom>
                <a:avLst/>
                <a:gdLst>
                  <a:gd name="csX0" fmla="*/ 172789 w 175257"/>
                  <a:gd name="csY0" fmla="*/ 25622 h 153563"/>
                  <a:gd name="csX1" fmla="*/ 163264 w 175257"/>
                  <a:gd name="csY1" fmla="*/ 42005 h 153563"/>
                  <a:gd name="csX2" fmla="*/ 126879 w 175257"/>
                  <a:gd name="csY2" fmla="*/ 96393 h 153563"/>
                  <a:gd name="csX3" fmla="*/ 88779 w 175257"/>
                  <a:gd name="csY3" fmla="*/ 149447 h 153563"/>
                  <a:gd name="csX4" fmla="*/ 78206 w 175257"/>
                  <a:gd name="csY4" fmla="*/ 153162 h 153563"/>
                  <a:gd name="csX5" fmla="*/ 75729 w 175257"/>
                  <a:gd name="csY5" fmla="*/ 152305 h 153563"/>
                  <a:gd name="csX6" fmla="*/ 19246 w 175257"/>
                  <a:gd name="csY6" fmla="*/ 128206 h 153563"/>
                  <a:gd name="csX7" fmla="*/ 196 w 175257"/>
                  <a:gd name="csY7" fmla="*/ 112490 h 153563"/>
                  <a:gd name="csX8" fmla="*/ 196 w 175257"/>
                  <a:gd name="csY8" fmla="*/ 104299 h 153563"/>
                  <a:gd name="csX9" fmla="*/ 196 w 175257"/>
                  <a:gd name="csY9" fmla="*/ 104299 h 153563"/>
                  <a:gd name="csX10" fmla="*/ 196 w 175257"/>
                  <a:gd name="csY10" fmla="*/ 104299 h 153563"/>
                  <a:gd name="csX11" fmla="*/ 81540 w 175257"/>
                  <a:gd name="csY11" fmla="*/ 140208 h 153563"/>
                  <a:gd name="csX12" fmla="*/ 148881 w 175257"/>
                  <a:gd name="csY12" fmla="*/ 38957 h 153563"/>
                  <a:gd name="csX13" fmla="*/ 167931 w 175257"/>
                  <a:gd name="csY13" fmla="*/ 9525 h 153563"/>
                  <a:gd name="csX14" fmla="*/ 167456 w 175257"/>
                  <a:gd name="csY14" fmla="*/ 647 h 153563"/>
                  <a:gd name="csX15" fmla="*/ 166598 w 175257"/>
                  <a:gd name="csY15" fmla="*/ 0 h 153563"/>
                  <a:gd name="csX16" fmla="*/ 165836 w 175257"/>
                  <a:gd name="csY16" fmla="*/ 0 h 153563"/>
                  <a:gd name="csX17" fmla="*/ 173932 w 175257"/>
                  <a:gd name="csY17" fmla="*/ 11335 h 153563"/>
                  <a:gd name="csX18" fmla="*/ 172789 w 175257"/>
                  <a:gd name="csY18" fmla="*/ 25622 h 1535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75257" h="153563">
                    <a:moveTo>
                      <a:pt x="172789" y="25622"/>
                    </a:moveTo>
                    <a:cubicBezTo>
                      <a:pt x="172789" y="25622"/>
                      <a:pt x="163264" y="42005"/>
                      <a:pt x="163264" y="42005"/>
                    </a:cubicBezTo>
                    <a:lnTo>
                      <a:pt x="126879" y="96393"/>
                    </a:lnTo>
                    <a:lnTo>
                      <a:pt x="88779" y="149447"/>
                    </a:lnTo>
                    <a:cubicBezTo>
                      <a:pt x="86433" y="152847"/>
                      <a:pt x="82163" y="154347"/>
                      <a:pt x="78206" y="153162"/>
                    </a:cubicBezTo>
                    <a:lnTo>
                      <a:pt x="75729" y="152305"/>
                    </a:lnTo>
                    <a:cubicBezTo>
                      <a:pt x="63156" y="147638"/>
                      <a:pt x="44297" y="139732"/>
                      <a:pt x="19246" y="128206"/>
                    </a:cubicBezTo>
                    <a:cubicBezTo>
                      <a:pt x="-852" y="118681"/>
                      <a:pt x="196" y="115919"/>
                      <a:pt x="196" y="112490"/>
                    </a:cubicBezTo>
                    <a:cubicBezTo>
                      <a:pt x="-65" y="109766"/>
                      <a:pt x="-65" y="107023"/>
                      <a:pt x="196" y="104299"/>
                    </a:cubicBezTo>
                    <a:lnTo>
                      <a:pt x="196" y="104299"/>
                    </a:lnTo>
                    <a:lnTo>
                      <a:pt x="196" y="104299"/>
                    </a:lnTo>
                    <a:cubicBezTo>
                      <a:pt x="19246" y="112681"/>
                      <a:pt x="79539" y="141256"/>
                      <a:pt x="81540" y="140208"/>
                    </a:cubicBezTo>
                    <a:cubicBezTo>
                      <a:pt x="86302" y="137922"/>
                      <a:pt x="127164" y="72390"/>
                      <a:pt x="148881" y="38957"/>
                    </a:cubicBezTo>
                    <a:cubicBezTo>
                      <a:pt x="159740" y="22288"/>
                      <a:pt x="164598" y="15240"/>
                      <a:pt x="167931" y="9525"/>
                    </a:cubicBezTo>
                    <a:cubicBezTo>
                      <a:pt x="170252" y="6942"/>
                      <a:pt x="170039" y="2968"/>
                      <a:pt x="167456" y="647"/>
                    </a:cubicBezTo>
                    <a:cubicBezTo>
                      <a:pt x="167189" y="407"/>
                      <a:pt x="166902" y="191"/>
                      <a:pt x="166598" y="0"/>
                    </a:cubicBezTo>
                    <a:lnTo>
                      <a:pt x="165836" y="0"/>
                    </a:lnTo>
                    <a:cubicBezTo>
                      <a:pt x="170173" y="2288"/>
                      <a:pt x="173175" y="6490"/>
                      <a:pt x="173932" y="11335"/>
                    </a:cubicBezTo>
                    <a:cubicBezTo>
                      <a:pt x="176043" y="15975"/>
                      <a:pt x="175611" y="21377"/>
                      <a:pt x="172789" y="25622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2D6E6AC2-739B-4332-FBEA-0407C48139FB}"/>
                  </a:ext>
                </a:extLst>
              </p:cNvPr>
              <p:cNvSpPr/>
              <p:nvPr/>
            </p:nvSpPr>
            <p:spPr>
              <a:xfrm>
                <a:off x="3290030" y="2530887"/>
                <a:ext cx="137731" cy="133921"/>
              </a:xfrm>
              <a:custGeom>
                <a:avLst/>
                <a:gdLst>
                  <a:gd name="csX0" fmla="*/ 70866 w 137731"/>
                  <a:gd name="csY0" fmla="*/ 0 h 133921"/>
                  <a:gd name="csX1" fmla="*/ 137731 w 137731"/>
                  <a:gd name="csY1" fmla="*/ 28003 h 133921"/>
                  <a:gd name="csX2" fmla="*/ 66484 w 137731"/>
                  <a:gd name="csY2" fmla="*/ 133921 h 133921"/>
                  <a:gd name="csX3" fmla="*/ 0 w 137731"/>
                  <a:gd name="csY3" fmla="*/ 103346 h 133921"/>
                  <a:gd name="csX4" fmla="*/ 70866 w 137731"/>
                  <a:gd name="csY4" fmla="*/ 0 h 1339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7731" h="133921">
                    <a:moveTo>
                      <a:pt x="70866" y="0"/>
                    </a:moveTo>
                    <a:lnTo>
                      <a:pt x="137731" y="28003"/>
                    </a:lnTo>
                    <a:lnTo>
                      <a:pt x="66484" y="133921"/>
                    </a:lnTo>
                    <a:lnTo>
                      <a:pt x="0" y="103346"/>
                    </a:lnTo>
                    <a:lnTo>
                      <a:pt x="70866" y="0"/>
                    </a:ln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942D437A-37F1-0E65-17E3-A1922303566E}"/>
                  </a:ext>
                </a:extLst>
              </p:cNvPr>
              <p:cNvSpPr/>
              <p:nvPr/>
            </p:nvSpPr>
            <p:spPr>
              <a:xfrm>
                <a:off x="3314128" y="2574893"/>
                <a:ext cx="127217" cy="325088"/>
              </a:xfrm>
              <a:custGeom>
                <a:avLst/>
                <a:gdLst>
                  <a:gd name="csX0" fmla="*/ 28003 w 127217"/>
                  <a:gd name="csY0" fmla="*/ 325088 h 325088"/>
                  <a:gd name="csX1" fmla="*/ 94678 w 127217"/>
                  <a:gd name="csY1" fmla="*/ 174689 h 325088"/>
                  <a:gd name="csX2" fmla="*/ 127063 w 127217"/>
                  <a:gd name="csY2" fmla="*/ 56198 h 325088"/>
                  <a:gd name="csX3" fmla="*/ 126016 w 127217"/>
                  <a:gd name="csY3" fmla="*/ 0 h 325088"/>
                  <a:gd name="csX4" fmla="*/ 89821 w 127217"/>
                  <a:gd name="csY4" fmla="*/ 52864 h 325088"/>
                  <a:gd name="csX5" fmla="*/ 80296 w 127217"/>
                  <a:gd name="csY5" fmla="*/ 23622 h 325088"/>
                  <a:gd name="csX6" fmla="*/ 59722 w 127217"/>
                  <a:gd name="csY6" fmla="*/ 12287 h 325088"/>
                  <a:gd name="csX7" fmla="*/ 63817 w 127217"/>
                  <a:gd name="csY7" fmla="*/ 57531 h 325088"/>
                  <a:gd name="csX8" fmla="*/ 67246 w 127217"/>
                  <a:gd name="csY8" fmla="*/ 92107 h 325088"/>
                  <a:gd name="csX9" fmla="*/ 0 w 127217"/>
                  <a:gd name="csY9" fmla="*/ 254984 h 3250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217" h="325088">
                    <a:moveTo>
                      <a:pt x="28003" y="325088"/>
                    </a:moveTo>
                    <a:cubicBezTo>
                      <a:pt x="46292" y="319850"/>
                      <a:pt x="73914" y="251841"/>
                      <a:pt x="94678" y="174689"/>
                    </a:cubicBezTo>
                    <a:cubicBezTo>
                      <a:pt x="115443" y="97536"/>
                      <a:pt x="126397" y="80486"/>
                      <a:pt x="127063" y="56198"/>
                    </a:cubicBezTo>
                    <a:cubicBezTo>
                      <a:pt x="127730" y="31909"/>
                      <a:pt x="126016" y="0"/>
                      <a:pt x="126016" y="0"/>
                    </a:cubicBezTo>
                    <a:lnTo>
                      <a:pt x="89821" y="52864"/>
                    </a:lnTo>
                    <a:cubicBezTo>
                      <a:pt x="88251" y="42665"/>
                      <a:pt x="85034" y="32789"/>
                      <a:pt x="80296" y="23622"/>
                    </a:cubicBezTo>
                    <a:cubicBezTo>
                      <a:pt x="75628" y="14097"/>
                      <a:pt x="66865" y="6572"/>
                      <a:pt x="59722" y="12287"/>
                    </a:cubicBezTo>
                    <a:cubicBezTo>
                      <a:pt x="55912" y="15335"/>
                      <a:pt x="66008" y="28384"/>
                      <a:pt x="63817" y="57531"/>
                    </a:cubicBezTo>
                    <a:cubicBezTo>
                      <a:pt x="63639" y="69149"/>
                      <a:pt x="64789" y="80750"/>
                      <a:pt x="67246" y="92107"/>
                    </a:cubicBezTo>
                    <a:lnTo>
                      <a:pt x="0" y="254984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8B8EE096-2155-7543-B031-38BD6C40B841}"/>
                  </a:ext>
                </a:extLst>
              </p:cNvPr>
              <p:cNvSpPr/>
              <p:nvPr/>
            </p:nvSpPr>
            <p:spPr>
              <a:xfrm>
                <a:off x="2982160" y="2560692"/>
                <a:ext cx="103419" cy="289293"/>
              </a:xfrm>
              <a:custGeom>
                <a:avLst/>
                <a:gdLst>
                  <a:gd name="csX0" fmla="*/ 89366 w 103419"/>
                  <a:gd name="csY0" fmla="*/ 1532 h 289293"/>
                  <a:gd name="csX1" fmla="*/ 40122 w 103419"/>
                  <a:gd name="csY1" fmla="*/ 40680 h 289293"/>
                  <a:gd name="csX2" fmla="*/ 2022 w 103419"/>
                  <a:gd name="csY2" fmla="*/ 234799 h 289293"/>
                  <a:gd name="csX3" fmla="*/ 18405 w 103419"/>
                  <a:gd name="csY3" fmla="*/ 289092 h 289293"/>
                  <a:gd name="csX4" fmla="*/ 93748 w 103419"/>
                  <a:gd name="csY4" fmla="*/ 272709 h 289293"/>
                  <a:gd name="csX5" fmla="*/ 103273 w 103419"/>
                  <a:gd name="csY5" fmla="*/ 216130 h 289293"/>
                  <a:gd name="csX6" fmla="*/ 77555 w 103419"/>
                  <a:gd name="csY6" fmla="*/ 216130 h 289293"/>
                  <a:gd name="csX7" fmla="*/ 84699 w 103419"/>
                  <a:gd name="csY7" fmla="*/ 169553 h 289293"/>
                  <a:gd name="csX8" fmla="*/ 98891 w 103419"/>
                  <a:gd name="csY8" fmla="*/ 87067 h 2892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3419" h="289293">
                    <a:moveTo>
                      <a:pt x="89366" y="1532"/>
                    </a:moveTo>
                    <a:cubicBezTo>
                      <a:pt x="68125" y="-4469"/>
                      <a:pt x="50123" y="6866"/>
                      <a:pt x="40122" y="40680"/>
                    </a:cubicBezTo>
                    <a:cubicBezTo>
                      <a:pt x="22590" y="104344"/>
                      <a:pt x="9854" y="169232"/>
                      <a:pt x="2022" y="234799"/>
                    </a:cubicBezTo>
                    <a:cubicBezTo>
                      <a:pt x="-836" y="258326"/>
                      <a:pt x="-4074" y="286901"/>
                      <a:pt x="18405" y="289092"/>
                    </a:cubicBezTo>
                    <a:cubicBezTo>
                      <a:pt x="35550" y="290806"/>
                      <a:pt x="85080" y="281281"/>
                      <a:pt x="93748" y="272709"/>
                    </a:cubicBezTo>
                    <a:cubicBezTo>
                      <a:pt x="105368" y="261470"/>
                      <a:pt x="103273" y="216130"/>
                      <a:pt x="103273" y="216130"/>
                    </a:cubicBezTo>
                    <a:lnTo>
                      <a:pt x="77555" y="216130"/>
                    </a:lnTo>
                    <a:cubicBezTo>
                      <a:pt x="77555" y="216130"/>
                      <a:pt x="83080" y="180412"/>
                      <a:pt x="84699" y="169553"/>
                    </a:cubicBezTo>
                    <a:cubicBezTo>
                      <a:pt x="90414" y="133072"/>
                      <a:pt x="98891" y="87067"/>
                      <a:pt x="98891" y="87067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D5A9E2C8-4443-594B-6FA2-37F9C32F1BB1}"/>
                  </a:ext>
                </a:extLst>
              </p:cNvPr>
              <p:cNvSpPr/>
              <p:nvPr/>
            </p:nvSpPr>
            <p:spPr>
              <a:xfrm>
                <a:off x="3112293" y="2512599"/>
                <a:ext cx="83915" cy="101250"/>
              </a:xfrm>
              <a:custGeom>
                <a:avLst/>
                <a:gdLst>
                  <a:gd name="csX0" fmla="*/ 83915 w 83915"/>
                  <a:gd name="csY0" fmla="*/ 16193 h 101250"/>
                  <a:gd name="csX1" fmla="*/ 75248 w 83915"/>
                  <a:gd name="csY1" fmla="*/ 92488 h 101250"/>
                  <a:gd name="csX2" fmla="*/ 0 w 83915"/>
                  <a:gd name="csY2" fmla="*/ 101251 h 101250"/>
                  <a:gd name="csX3" fmla="*/ 10858 w 83915"/>
                  <a:gd name="csY3" fmla="*/ 0 h 101250"/>
                  <a:gd name="csX4" fmla="*/ 83915 w 83915"/>
                  <a:gd name="csY4" fmla="*/ 16193 h 101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3915" h="101250">
                    <a:moveTo>
                      <a:pt x="83915" y="16193"/>
                    </a:moveTo>
                    <a:lnTo>
                      <a:pt x="75248" y="92488"/>
                    </a:lnTo>
                    <a:lnTo>
                      <a:pt x="0" y="101251"/>
                    </a:lnTo>
                    <a:lnTo>
                      <a:pt x="10858" y="0"/>
                    </a:lnTo>
                    <a:lnTo>
                      <a:pt x="83915" y="16193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4593824-F8EA-58AE-6DFF-9846DA6E04D3}"/>
                  </a:ext>
                </a:extLst>
              </p:cNvPr>
              <p:cNvSpPr/>
              <p:nvPr/>
            </p:nvSpPr>
            <p:spPr>
              <a:xfrm>
                <a:off x="3035141" y="2306516"/>
                <a:ext cx="225247" cy="143458"/>
              </a:xfrm>
              <a:custGeom>
                <a:avLst/>
                <a:gdLst>
                  <a:gd name="csX0" fmla="*/ 0 w 225247"/>
                  <a:gd name="csY0" fmla="*/ 110928 h 143458"/>
                  <a:gd name="csX1" fmla="*/ 73914 w 225247"/>
                  <a:gd name="csY1" fmla="*/ 4439 h 143458"/>
                  <a:gd name="csX2" fmla="*/ 216789 w 225247"/>
                  <a:gd name="csY2" fmla="*/ 52064 h 143458"/>
                  <a:gd name="csX3" fmla="*/ 216789 w 225247"/>
                  <a:gd name="csY3" fmla="*/ 134550 h 143458"/>
                  <a:gd name="csX4" fmla="*/ 286 w 225247"/>
                  <a:gd name="csY4" fmla="*/ 110738 h 1434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5247" h="143458">
                    <a:moveTo>
                      <a:pt x="0" y="110928"/>
                    </a:moveTo>
                    <a:cubicBezTo>
                      <a:pt x="6191" y="40443"/>
                      <a:pt x="44386" y="11487"/>
                      <a:pt x="73914" y="4439"/>
                    </a:cubicBezTo>
                    <a:cubicBezTo>
                      <a:pt x="133540" y="-9563"/>
                      <a:pt x="192405" y="10440"/>
                      <a:pt x="216789" y="52064"/>
                    </a:cubicBezTo>
                    <a:cubicBezTo>
                      <a:pt x="228068" y="78403"/>
                      <a:pt x="228068" y="108211"/>
                      <a:pt x="216789" y="134550"/>
                    </a:cubicBezTo>
                    <a:cubicBezTo>
                      <a:pt x="203835" y="164078"/>
                      <a:pt x="286" y="110738"/>
                      <a:pt x="286" y="110738"/>
                    </a:cubicBezTo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A150CB18-6CB2-88F3-DF4D-C59196F5D798}"/>
                  </a:ext>
                </a:extLst>
              </p:cNvPr>
              <p:cNvSpPr/>
              <p:nvPr/>
            </p:nvSpPr>
            <p:spPr>
              <a:xfrm>
                <a:off x="3249548" y="2455354"/>
                <a:ext cx="14484" cy="33718"/>
              </a:xfrm>
              <a:custGeom>
                <a:avLst/>
                <a:gdLst>
                  <a:gd name="csX0" fmla="*/ 6096 w 14484"/>
                  <a:gd name="csY0" fmla="*/ 0 h 33718"/>
                  <a:gd name="csX1" fmla="*/ 14002 w 14484"/>
                  <a:gd name="csY1" fmla="*/ 31242 h 33718"/>
                  <a:gd name="csX2" fmla="*/ 0 w 14484"/>
                  <a:gd name="csY2" fmla="*/ 33718 h 337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484" h="33718">
                    <a:moveTo>
                      <a:pt x="6096" y="0"/>
                    </a:moveTo>
                    <a:cubicBezTo>
                      <a:pt x="6096" y="0"/>
                      <a:pt x="16859" y="29051"/>
                      <a:pt x="14002" y="31242"/>
                    </a:cubicBezTo>
                    <a:cubicBezTo>
                      <a:pt x="9510" y="32861"/>
                      <a:pt x="4774" y="33698"/>
                      <a:pt x="0" y="3371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21AC5F51-2B7E-570D-B137-EE0A77862784}"/>
                  </a:ext>
                </a:extLst>
              </p:cNvPr>
              <p:cNvSpPr/>
              <p:nvPr/>
            </p:nvSpPr>
            <p:spPr>
              <a:xfrm>
                <a:off x="3096256" y="2345827"/>
                <a:ext cx="160068" cy="200346"/>
              </a:xfrm>
              <a:custGeom>
                <a:avLst/>
                <a:gdLst>
                  <a:gd name="csX0" fmla="*/ 127289 w 160068"/>
                  <a:gd name="csY0" fmla="*/ 17706 h 200346"/>
                  <a:gd name="csX1" fmla="*/ 159007 w 160068"/>
                  <a:gd name="csY1" fmla="*/ 112956 h 200346"/>
                  <a:gd name="csX2" fmla="*/ 126432 w 160068"/>
                  <a:gd name="csY2" fmla="*/ 199157 h 200346"/>
                  <a:gd name="csX3" fmla="*/ 75092 w 160068"/>
                  <a:gd name="csY3" fmla="*/ 187823 h 200346"/>
                  <a:gd name="csX4" fmla="*/ 6893 w 160068"/>
                  <a:gd name="csY4" fmla="*/ 114575 h 200346"/>
                  <a:gd name="csX5" fmla="*/ 30610 w 160068"/>
                  <a:gd name="csY5" fmla="*/ 8181 h 200346"/>
                  <a:gd name="csX6" fmla="*/ 127289 w 160068"/>
                  <a:gd name="csY6" fmla="*/ 17706 h 2003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0068" h="200346">
                    <a:moveTo>
                      <a:pt x="127289" y="17706"/>
                    </a:moveTo>
                    <a:cubicBezTo>
                      <a:pt x="141481" y="29898"/>
                      <a:pt x="165389" y="51996"/>
                      <a:pt x="159007" y="112956"/>
                    </a:cubicBezTo>
                    <a:cubicBezTo>
                      <a:pt x="151959" y="176012"/>
                      <a:pt x="136719" y="193061"/>
                      <a:pt x="126432" y="199157"/>
                    </a:cubicBezTo>
                    <a:cubicBezTo>
                      <a:pt x="119574" y="203253"/>
                      <a:pt x="89189" y="196109"/>
                      <a:pt x="75092" y="187823"/>
                    </a:cubicBezTo>
                    <a:cubicBezTo>
                      <a:pt x="57566" y="177440"/>
                      <a:pt x="18704" y="150675"/>
                      <a:pt x="6893" y="114575"/>
                    </a:cubicBezTo>
                    <a:cubicBezTo>
                      <a:pt x="-7109" y="72094"/>
                      <a:pt x="-60" y="21421"/>
                      <a:pt x="30610" y="8181"/>
                    </a:cubicBezTo>
                    <a:cubicBezTo>
                      <a:pt x="62333" y="-5467"/>
                      <a:pt x="98840" y="-1870"/>
                      <a:pt x="127289" y="17706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A95EE246-93FA-514C-509D-5C7D276A785D}"/>
                  </a:ext>
                </a:extLst>
              </p:cNvPr>
              <p:cNvSpPr/>
              <p:nvPr/>
            </p:nvSpPr>
            <p:spPr>
              <a:xfrm>
                <a:off x="3034727" y="2328314"/>
                <a:ext cx="206362" cy="211520"/>
              </a:xfrm>
              <a:custGeom>
                <a:avLst/>
                <a:gdLst>
                  <a:gd name="csX0" fmla="*/ 206344 w 206362"/>
                  <a:gd name="csY0" fmla="*/ 36838 h 211520"/>
                  <a:gd name="csX1" fmla="*/ 165672 w 206362"/>
                  <a:gd name="csY1" fmla="*/ 125325 h 211520"/>
                  <a:gd name="csX2" fmla="*/ 137097 w 206362"/>
                  <a:gd name="csY2" fmla="*/ 107609 h 211520"/>
                  <a:gd name="csX3" fmla="*/ 132144 w 206362"/>
                  <a:gd name="csY3" fmla="*/ 152948 h 211520"/>
                  <a:gd name="csX4" fmla="*/ 161767 w 206362"/>
                  <a:gd name="csY4" fmla="*/ 161044 h 211520"/>
                  <a:gd name="csX5" fmla="*/ 137669 w 206362"/>
                  <a:gd name="csY5" fmla="*/ 208669 h 211520"/>
                  <a:gd name="csX6" fmla="*/ 25274 w 206362"/>
                  <a:gd name="csY6" fmla="*/ 169617 h 211520"/>
                  <a:gd name="csX7" fmla="*/ 62612 w 206362"/>
                  <a:gd name="csY7" fmla="*/ 9787 h 211520"/>
                  <a:gd name="csX8" fmla="*/ 206344 w 206362"/>
                  <a:gd name="csY8" fmla="*/ 36838 h 211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6362" h="211520">
                    <a:moveTo>
                      <a:pt x="206344" y="36838"/>
                    </a:moveTo>
                    <a:cubicBezTo>
                      <a:pt x="206961" y="70986"/>
                      <a:pt x="191990" y="103557"/>
                      <a:pt x="165672" y="125325"/>
                    </a:cubicBezTo>
                    <a:cubicBezTo>
                      <a:pt x="165672" y="125325"/>
                      <a:pt x="156814" y="102370"/>
                      <a:pt x="137097" y="107609"/>
                    </a:cubicBezTo>
                    <a:cubicBezTo>
                      <a:pt x="117381" y="112847"/>
                      <a:pt x="118047" y="138851"/>
                      <a:pt x="132144" y="152948"/>
                    </a:cubicBezTo>
                    <a:cubicBezTo>
                      <a:pt x="139606" y="161174"/>
                      <a:pt x="151158" y="164331"/>
                      <a:pt x="161767" y="161044"/>
                    </a:cubicBezTo>
                    <a:cubicBezTo>
                      <a:pt x="158956" y="179063"/>
                      <a:pt x="150522" y="195732"/>
                      <a:pt x="137669" y="208669"/>
                    </a:cubicBezTo>
                    <a:cubicBezTo>
                      <a:pt x="95814" y="218295"/>
                      <a:pt x="52143" y="203121"/>
                      <a:pt x="25274" y="169617"/>
                    </a:cubicBezTo>
                    <a:cubicBezTo>
                      <a:pt x="-18255" y="117324"/>
                      <a:pt x="-5397" y="34266"/>
                      <a:pt x="62612" y="9787"/>
                    </a:cubicBezTo>
                    <a:cubicBezTo>
                      <a:pt x="111706" y="-9913"/>
                      <a:pt x="167770" y="638"/>
                      <a:pt x="206344" y="3683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807C9480-BC4A-5463-E95B-DC7D63D77639}"/>
                  </a:ext>
                </a:extLst>
              </p:cNvPr>
              <p:cNvSpPr/>
              <p:nvPr/>
            </p:nvSpPr>
            <p:spPr>
              <a:xfrm>
                <a:off x="3048846" y="3674840"/>
                <a:ext cx="86879" cy="56577"/>
              </a:xfrm>
              <a:custGeom>
                <a:avLst/>
                <a:gdLst>
                  <a:gd name="csX0" fmla="*/ 54399 w 86879"/>
                  <a:gd name="csY0" fmla="*/ 1810 h 56577"/>
                  <a:gd name="csX1" fmla="*/ 86879 w 86879"/>
                  <a:gd name="csY1" fmla="*/ 46958 h 56577"/>
                  <a:gd name="csX2" fmla="*/ 39730 w 86879"/>
                  <a:gd name="csY2" fmla="*/ 56483 h 56577"/>
                  <a:gd name="csX3" fmla="*/ 1630 w 86879"/>
                  <a:gd name="csY3" fmla="*/ 45815 h 56577"/>
                  <a:gd name="csX4" fmla="*/ 6488 w 86879"/>
                  <a:gd name="csY4" fmla="*/ 0 h 565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6879" h="56577">
                    <a:moveTo>
                      <a:pt x="54399" y="1810"/>
                    </a:moveTo>
                    <a:lnTo>
                      <a:pt x="86879" y="46958"/>
                    </a:lnTo>
                    <a:cubicBezTo>
                      <a:pt x="72084" y="53653"/>
                      <a:pt x="55964" y="56909"/>
                      <a:pt x="39730" y="56483"/>
                    </a:cubicBezTo>
                    <a:cubicBezTo>
                      <a:pt x="10679" y="57626"/>
                      <a:pt x="2678" y="48101"/>
                      <a:pt x="1630" y="45815"/>
                    </a:cubicBezTo>
                    <a:cubicBezTo>
                      <a:pt x="-3323" y="35243"/>
                      <a:pt x="4393" y="16288"/>
                      <a:pt x="648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577A9ED7-EC8A-DEEE-70A0-F40BEFB1DCF4}"/>
                  </a:ext>
                </a:extLst>
              </p:cNvPr>
              <p:cNvSpPr/>
              <p:nvPr/>
            </p:nvSpPr>
            <p:spPr>
              <a:xfrm>
                <a:off x="3067821" y="3693424"/>
                <a:ext cx="176098" cy="78772"/>
              </a:xfrm>
              <a:custGeom>
                <a:avLst/>
                <a:gdLst>
                  <a:gd name="csX0" fmla="*/ 65904 w 176098"/>
                  <a:gd name="csY0" fmla="*/ 6561 h 78772"/>
                  <a:gd name="csX1" fmla="*/ 132579 w 176098"/>
                  <a:gd name="csY1" fmla="*/ 561 h 78772"/>
                  <a:gd name="csX2" fmla="*/ 174965 w 176098"/>
                  <a:gd name="csY2" fmla="*/ 21611 h 78772"/>
                  <a:gd name="csX3" fmla="*/ 130197 w 176098"/>
                  <a:gd name="csY3" fmla="*/ 50186 h 78772"/>
                  <a:gd name="csX4" fmla="*/ 65427 w 176098"/>
                  <a:gd name="csY4" fmla="*/ 67998 h 78772"/>
                  <a:gd name="csX5" fmla="*/ 18279 w 176098"/>
                  <a:gd name="csY5" fmla="*/ 77523 h 78772"/>
                  <a:gd name="csX6" fmla="*/ 86 w 176098"/>
                  <a:gd name="csY6" fmla="*/ 57615 h 78772"/>
                  <a:gd name="csX7" fmla="*/ 11040 w 176098"/>
                  <a:gd name="csY7" fmla="*/ 16182 h 78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76098" h="78772">
                    <a:moveTo>
                      <a:pt x="65904" y="6561"/>
                    </a:moveTo>
                    <a:cubicBezTo>
                      <a:pt x="65904" y="6561"/>
                      <a:pt x="105242" y="3990"/>
                      <a:pt x="132579" y="561"/>
                    </a:cubicBezTo>
                    <a:cubicBezTo>
                      <a:pt x="159915" y="-2868"/>
                      <a:pt x="181347" y="10086"/>
                      <a:pt x="174965" y="21611"/>
                    </a:cubicBezTo>
                    <a:cubicBezTo>
                      <a:pt x="168583" y="33136"/>
                      <a:pt x="153534" y="42185"/>
                      <a:pt x="130197" y="50186"/>
                    </a:cubicBezTo>
                    <a:cubicBezTo>
                      <a:pt x="110290" y="56949"/>
                      <a:pt x="86287" y="61806"/>
                      <a:pt x="65427" y="67998"/>
                    </a:cubicBezTo>
                    <a:cubicBezTo>
                      <a:pt x="44568" y="74189"/>
                      <a:pt x="30375" y="81809"/>
                      <a:pt x="18279" y="77523"/>
                    </a:cubicBezTo>
                    <a:cubicBezTo>
                      <a:pt x="4753" y="72855"/>
                      <a:pt x="-771" y="67426"/>
                      <a:pt x="86" y="57615"/>
                    </a:cubicBezTo>
                    <a:cubicBezTo>
                      <a:pt x="3036" y="43628"/>
                      <a:pt x="6692" y="29799"/>
                      <a:pt x="11040" y="1618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F645D053-CCB9-6C51-2789-8BFC71633BAC}"/>
                  </a:ext>
                </a:extLst>
              </p:cNvPr>
              <p:cNvSpPr/>
              <p:nvPr/>
            </p:nvSpPr>
            <p:spPr>
              <a:xfrm>
                <a:off x="3050476" y="3626358"/>
                <a:ext cx="54102" cy="61709"/>
              </a:xfrm>
              <a:custGeom>
                <a:avLst/>
                <a:gdLst>
                  <a:gd name="csX0" fmla="*/ 0 w 54102"/>
                  <a:gd name="csY0" fmla="*/ 4763 h 61709"/>
                  <a:gd name="csX1" fmla="*/ 5239 w 54102"/>
                  <a:gd name="csY1" fmla="*/ 54578 h 61709"/>
                  <a:gd name="csX2" fmla="*/ 52864 w 54102"/>
                  <a:gd name="csY2" fmla="*/ 50102 h 61709"/>
                  <a:gd name="csX3" fmla="*/ 54102 w 54102"/>
                  <a:gd name="csY3" fmla="*/ 0 h 617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4102" h="61709">
                    <a:moveTo>
                      <a:pt x="0" y="4763"/>
                    </a:moveTo>
                    <a:cubicBezTo>
                      <a:pt x="0" y="4763"/>
                      <a:pt x="4858" y="45720"/>
                      <a:pt x="5239" y="54578"/>
                    </a:cubicBezTo>
                    <a:cubicBezTo>
                      <a:pt x="5620" y="63437"/>
                      <a:pt x="45244" y="66199"/>
                      <a:pt x="52864" y="50102"/>
                    </a:cubicBezTo>
                    <a:lnTo>
                      <a:pt x="54102" y="0"/>
                    </a:ln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8FDBEDD9-E35E-0785-99C1-B5F828E26D24}"/>
                  </a:ext>
                </a:extLst>
              </p:cNvPr>
              <p:cNvSpPr/>
              <p:nvPr/>
            </p:nvSpPr>
            <p:spPr>
              <a:xfrm>
                <a:off x="3076565" y="3656361"/>
                <a:ext cx="128052" cy="75282"/>
              </a:xfrm>
              <a:custGeom>
                <a:avLst/>
                <a:gdLst>
                  <a:gd name="csX0" fmla="*/ 13821 w 128052"/>
                  <a:gd name="csY0" fmla="*/ 0 h 75282"/>
                  <a:gd name="csX1" fmla="*/ 9 w 128052"/>
                  <a:gd name="csY1" fmla="*/ 62198 h 75282"/>
                  <a:gd name="csX2" fmla="*/ 31061 w 128052"/>
                  <a:gd name="csY2" fmla="*/ 74581 h 75282"/>
                  <a:gd name="csX3" fmla="*/ 122882 w 128052"/>
                  <a:gd name="csY3" fmla="*/ 53245 h 75282"/>
                  <a:gd name="csX4" fmla="*/ 100689 w 128052"/>
                  <a:gd name="csY4" fmla="*/ 41720 h 75282"/>
                  <a:gd name="csX5" fmla="*/ 57636 w 128052"/>
                  <a:gd name="csY5" fmla="*/ 43625 h 75282"/>
                  <a:gd name="csX6" fmla="*/ 68018 w 128052"/>
                  <a:gd name="csY6" fmla="*/ 16002 h 75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28052" h="75282">
                    <a:moveTo>
                      <a:pt x="13821" y="0"/>
                    </a:moveTo>
                    <a:lnTo>
                      <a:pt x="9" y="62198"/>
                    </a:lnTo>
                    <a:cubicBezTo>
                      <a:pt x="9" y="62198"/>
                      <a:pt x="-1419" y="69723"/>
                      <a:pt x="31061" y="74581"/>
                    </a:cubicBezTo>
                    <a:cubicBezTo>
                      <a:pt x="63541" y="79438"/>
                      <a:pt x="114214" y="57626"/>
                      <a:pt x="122882" y="53245"/>
                    </a:cubicBezTo>
                    <a:cubicBezTo>
                      <a:pt x="131550" y="48863"/>
                      <a:pt x="132407" y="40005"/>
                      <a:pt x="100689" y="41720"/>
                    </a:cubicBezTo>
                    <a:cubicBezTo>
                      <a:pt x="68970" y="43434"/>
                      <a:pt x="57636" y="43625"/>
                      <a:pt x="57636" y="43625"/>
                    </a:cubicBezTo>
                    <a:lnTo>
                      <a:pt x="68018" y="16002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4F931261-0EBB-615C-73D9-8CC6E644D866}"/>
                  </a:ext>
                </a:extLst>
              </p:cNvPr>
              <p:cNvSpPr/>
              <p:nvPr/>
            </p:nvSpPr>
            <p:spPr>
              <a:xfrm>
                <a:off x="2989901" y="2823686"/>
                <a:ext cx="148585" cy="811147"/>
              </a:xfrm>
              <a:custGeom>
                <a:avLst/>
                <a:gdLst>
                  <a:gd name="csX0" fmla="*/ 60575 w 148585"/>
                  <a:gd name="csY0" fmla="*/ 0 h 811147"/>
                  <a:gd name="csX1" fmla="*/ 2186 w 148585"/>
                  <a:gd name="csY1" fmla="*/ 126778 h 811147"/>
                  <a:gd name="csX2" fmla="*/ 36762 w 148585"/>
                  <a:gd name="csY2" fmla="*/ 415576 h 811147"/>
                  <a:gd name="csX3" fmla="*/ 11140 w 148585"/>
                  <a:gd name="csY3" fmla="*/ 487870 h 811147"/>
                  <a:gd name="csX4" fmla="*/ 60575 w 148585"/>
                  <a:gd name="csY4" fmla="*/ 807434 h 811147"/>
                  <a:gd name="csX5" fmla="*/ 114581 w 148585"/>
                  <a:gd name="csY5" fmla="*/ 802672 h 811147"/>
                  <a:gd name="csX6" fmla="*/ 148586 w 148585"/>
                  <a:gd name="csY6" fmla="*/ 271177 h 811147"/>
                  <a:gd name="csX7" fmla="*/ 130679 w 148585"/>
                  <a:gd name="csY7" fmla="*/ 206502 h 8111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48585" h="811147">
                    <a:moveTo>
                      <a:pt x="60575" y="0"/>
                    </a:moveTo>
                    <a:cubicBezTo>
                      <a:pt x="33428" y="42196"/>
                      <a:pt x="7711" y="79343"/>
                      <a:pt x="2186" y="126778"/>
                    </a:cubicBezTo>
                    <a:cubicBezTo>
                      <a:pt x="-9434" y="226981"/>
                      <a:pt x="28666" y="341471"/>
                      <a:pt x="36762" y="415576"/>
                    </a:cubicBezTo>
                    <a:cubicBezTo>
                      <a:pt x="21361" y="436663"/>
                      <a:pt x="12455" y="461790"/>
                      <a:pt x="11140" y="487870"/>
                    </a:cubicBezTo>
                    <a:cubicBezTo>
                      <a:pt x="11140" y="518541"/>
                      <a:pt x="60575" y="807434"/>
                      <a:pt x="60575" y="807434"/>
                    </a:cubicBezTo>
                    <a:cubicBezTo>
                      <a:pt x="60575" y="807434"/>
                      <a:pt x="96484" y="818388"/>
                      <a:pt x="114581" y="802672"/>
                    </a:cubicBezTo>
                    <a:lnTo>
                      <a:pt x="148586" y="271177"/>
                    </a:lnTo>
                    <a:lnTo>
                      <a:pt x="130679" y="206502"/>
                    </a:ln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E725F7D1-2C8C-8181-D45E-1DCCE7D1BE43}"/>
                  </a:ext>
                </a:extLst>
              </p:cNvPr>
              <p:cNvSpPr/>
              <p:nvPr/>
            </p:nvSpPr>
            <p:spPr>
              <a:xfrm>
                <a:off x="3023711" y="2992088"/>
                <a:ext cx="114776" cy="325278"/>
              </a:xfrm>
              <a:custGeom>
                <a:avLst/>
                <a:gdLst>
                  <a:gd name="csX0" fmla="*/ 114776 w 114776"/>
                  <a:gd name="csY0" fmla="*/ 102775 h 325278"/>
                  <a:gd name="csX1" fmla="*/ 96869 w 114776"/>
                  <a:gd name="csY1" fmla="*/ 38100 h 325278"/>
                  <a:gd name="csX2" fmla="*/ 0 w 114776"/>
                  <a:gd name="csY2" fmla="*/ 0 h 325278"/>
                  <a:gd name="csX3" fmla="*/ 70866 w 114776"/>
                  <a:gd name="csY3" fmla="*/ 51625 h 325278"/>
                  <a:gd name="csX4" fmla="*/ 98203 w 114776"/>
                  <a:gd name="csY4" fmla="*/ 134779 h 325278"/>
                  <a:gd name="csX5" fmla="*/ 100584 w 114776"/>
                  <a:gd name="csY5" fmla="*/ 325279 h 3252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14776" h="325278">
                    <a:moveTo>
                      <a:pt x="114776" y="102775"/>
                    </a:moveTo>
                    <a:lnTo>
                      <a:pt x="96869" y="38100"/>
                    </a:lnTo>
                    <a:cubicBezTo>
                      <a:pt x="63167" y="29336"/>
                      <a:pt x="30643" y="16544"/>
                      <a:pt x="0" y="0"/>
                    </a:cubicBezTo>
                    <a:cubicBezTo>
                      <a:pt x="0" y="0"/>
                      <a:pt x="18383" y="33338"/>
                      <a:pt x="70866" y="51625"/>
                    </a:cubicBezTo>
                    <a:lnTo>
                      <a:pt x="98203" y="134779"/>
                    </a:lnTo>
                    <a:lnTo>
                      <a:pt x="100584" y="325279"/>
                    </a:ln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49C39A06-57B5-4BA8-065B-4DD5634AE4E7}"/>
                  </a:ext>
                </a:extLst>
              </p:cNvPr>
              <p:cNvSpPr/>
              <p:nvPr/>
            </p:nvSpPr>
            <p:spPr>
              <a:xfrm>
                <a:off x="3007633" y="2823686"/>
                <a:ext cx="302829" cy="849483"/>
              </a:xfrm>
              <a:custGeom>
                <a:avLst/>
                <a:gdLst>
                  <a:gd name="csX0" fmla="*/ 42843 w 302829"/>
                  <a:gd name="csY0" fmla="*/ 0 h 849483"/>
                  <a:gd name="csX1" fmla="*/ 1029 w 302829"/>
                  <a:gd name="csY1" fmla="*/ 103060 h 849483"/>
                  <a:gd name="csX2" fmla="*/ 112947 w 302829"/>
                  <a:gd name="csY2" fmla="*/ 206502 h 849483"/>
                  <a:gd name="csX3" fmla="*/ 185718 w 302829"/>
                  <a:gd name="csY3" fmla="*/ 470059 h 849483"/>
                  <a:gd name="csX4" fmla="*/ 136284 w 302829"/>
                  <a:gd name="csY4" fmla="*/ 539305 h 849483"/>
                  <a:gd name="csX5" fmla="*/ 82753 w 302829"/>
                  <a:gd name="csY5" fmla="*/ 832675 h 849483"/>
                  <a:gd name="csX6" fmla="*/ 136665 w 302829"/>
                  <a:gd name="csY6" fmla="*/ 848677 h 849483"/>
                  <a:gd name="csX7" fmla="*/ 289065 w 302829"/>
                  <a:gd name="csY7" fmla="*/ 502063 h 849483"/>
                  <a:gd name="csX8" fmla="*/ 301161 w 302829"/>
                  <a:gd name="csY8" fmla="*/ 431292 h 849483"/>
                  <a:gd name="csX9" fmla="*/ 248012 w 302829"/>
                  <a:gd name="csY9" fmla="*/ 23622 h 8494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02829" h="849483">
                    <a:moveTo>
                      <a:pt x="42843" y="0"/>
                    </a:moveTo>
                    <a:cubicBezTo>
                      <a:pt x="28365" y="23622"/>
                      <a:pt x="-6401" y="64198"/>
                      <a:pt x="1029" y="103060"/>
                    </a:cubicBezTo>
                    <a:cubicBezTo>
                      <a:pt x="9982" y="150685"/>
                      <a:pt x="35319" y="183356"/>
                      <a:pt x="112947" y="206502"/>
                    </a:cubicBezTo>
                    <a:lnTo>
                      <a:pt x="185718" y="470059"/>
                    </a:lnTo>
                    <a:cubicBezTo>
                      <a:pt x="185718" y="470059"/>
                      <a:pt x="147618" y="505587"/>
                      <a:pt x="136284" y="539305"/>
                    </a:cubicBezTo>
                    <a:cubicBezTo>
                      <a:pt x="124949" y="573024"/>
                      <a:pt x="82753" y="832675"/>
                      <a:pt x="82753" y="832675"/>
                    </a:cubicBezTo>
                    <a:cubicBezTo>
                      <a:pt x="82753" y="832675"/>
                      <a:pt x="95707" y="853821"/>
                      <a:pt x="136665" y="848677"/>
                    </a:cubicBezTo>
                    <a:cubicBezTo>
                      <a:pt x="136665" y="848677"/>
                      <a:pt x="279540" y="523018"/>
                      <a:pt x="289065" y="502063"/>
                    </a:cubicBezTo>
                    <a:cubicBezTo>
                      <a:pt x="301251" y="480614"/>
                      <a:pt x="305532" y="455571"/>
                      <a:pt x="301161" y="431292"/>
                    </a:cubicBezTo>
                    <a:cubicBezTo>
                      <a:pt x="296589" y="397192"/>
                      <a:pt x="248012" y="23622"/>
                      <a:pt x="248012" y="23622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EDA71E8C-F653-F6A4-D186-FB74902073AC}"/>
                  </a:ext>
                </a:extLst>
              </p:cNvPr>
              <p:cNvSpPr/>
              <p:nvPr/>
            </p:nvSpPr>
            <p:spPr>
              <a:xfrm>
                <a:off x="3029875" y="2562380"/>
                <a:ext cx="243105" cy="306898"/>
              </a:xfrm>
              <a:custGeom>
                <a:avLst/>
                <a:gdLst>
                  <a:gd name="csX0" fmla="*/ 7361 w 243105"/>
                  <a:gd name="csY0" fmla="*/ 23467 h 306898"/>
                  <a:gd name="csX1" fmla="*/ 46700 w 243105"/>
                  <a:gd name="csY1" fmla="*/ 416 h 306898"/>
                  <a:gd name="csX2" fmla="*/ 191384 w 243105"/>
                  <a:gd name="csY2" fmla="*/ 36802 h 306898"/>
                  <a:gd name="csX3" fmla="*/ 191384 w 243105"/>
                  <a:gd name="csY3" fmla="*/ 36802 h 306898"/>
                  <a:gd name="csX4" fmla="*/ 243105 w 243105"/>
                  <a:gd name="csY4" fmla="*/ 169104 h 306898"/>
                  <a:gd name="csX5" fmla="*/ 225484 w 243105"/>
                  <a:gd name="csY5" fmla="*/ 284928 h 306898"/>
                  <a:gd name="csX6" fmla="*/ 97373 w 243105"/>
                  <a:gd name="csY6" fmla="*/ 302263 h 306898"/>
                  <a:gd name="csX7" fmla="*/ 20125 w 243105"/>
                  <a:gd name="csY7" fmla="*/ 261306 h 306898"/>
                  <a:gd name="csX8" fmla="*/ 48700 w 243105"/>
                  <a:gd name="csY8" fmla="*/ 214157 h 306898"/>
                  <a:gd name="csX9" fmla="*/ 3170 w 243105"/>
                  <a:gd name="csY9" fmla="*/ 98333 h 306898"/>
                  <a:gd name="csX10" fmla="*/ 7361 w 243105"/>
                  <a:gd name="csY10" fmla="*/ 23467 h 3068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43105" h="306898">
                    <a:moveTo>
                      <a:pt x="7361" y="23467"/>
                    </a:moveTo>
                    <a:cubicBezTo>
                      <a:pt x="13379" y="7452"/>
                      <a:pt x="29787" y="-2163"/>
                      <a:pt x="46700" y="416"/>
                    </a:cubicBezTo>
                    <a:cubicBezTo>
                      <a:pt x="97468" y="14227"/>
                      <a:pt x="176430" y="32420"/>
                      <a:pt x="191384" y="36802"/>
                    </a:cubicBezTo>
                    <a:lnTo>
                      <a:pt x="191384" y="36802"/>
                    </a:lnTo>
                    <a:cubicBezTo>
                      <a:pt x="191384" y="36802"/>
                      <a:pt x="184622" y="134623"/>
                      <a:pt x="243105" y="169104"/>
                    </a:cubicBezTo>
                    <a:cubicBezTo>
                      <a:pt x="240343" y="190916"/>
                      <a:pt x="225484" y="284928"/>
                      <a:pt x="225484" y="284928"/>
                    </a:cubicBezTo>
                    <a:cubicBezTo>
                      <a:pt x="225484" y="284928"/>
                      <a:pt x="155189" y="319028"/>
                      <a:pt x="97373" y="302263"/>
                    </a:cubicBezTo>
                    <a:cubicBezTo>
                      <a:pt x="39556" y="285499"/>
                      <a:pt x="20125" y="261306"/>
                      <a:pt x="20125" y="261306"/>
                    </a:cubicBezTo>
                    <a:lnTo>
                      <a:pt x="48700" y="214157"/>
                    </a:lnTo>
                    <a:cubicBezTo>
                      <a:pt x="42509" y="198822"/>
                      <a:pt x="18601" y="146720"/>
                      <a:pt x="3170" y="98333"/>
                    </a:cubicBezTo>
                    <a:cubicBezTo>
                      <a:pt x="-2184" y="73454"/>
                      <a:pt x="-736" y="47593"/>
                      <a:pt x="7361" y="23467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C27343C-798A-7258-EF66-04227D874BDD}"/>
                  </a:ext>
                </a:extLst>
              </p:cNvPr>
              <p:cNvSpPr/>
              <p:nvPr/>
            </p:nvSpPr>
            <p:spPr>
              <a:xfrm>
                <a:off x="3071526" y="2757963"/>
                <a:ext cx="75342" cy="37242"/>
              </a:xfrm>
              <a:custGeom>
                <a:avLst/>
                <a:gdLst>
                  <a:gd name="csX0" fmla="*/ 0 w 75342"/>
                  <a:gd name="csY0" fmla="*/ 0 h 37242"/>
                  <a:gd name="csX1" fmla="*/ 75343 w 75342"/>
                  <a:gd name="csY1" fmla="*/ 37243 h 37242"/>
                  <a:gd name="csX2" fmla="*/ 7906 w 75342"/>
                  <a:gd name="csY2" fmla="*/ 18193 h 372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5342" h="37242">
                    <a:moveTo>
                      <a:pt x="0" y="0"/>
                    </a:moveTo>
                    <a:cubicBezTo>
                      <a:pt x="24047" y="14465"/>
                      <a:pt x="49247" y="26921"/>
                      <a:pt x="75343" y="37243"/>
                    </a:cubicBezTo>
                    <a:cubicBezTo>
                      <a:pt x="51625" y="36629"/>
                      <a:pt x="28439" y="30080"/>
                      <a:pt x="7906" y="18193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244BA754-47F7-30DF-C2CF-65EA056FE715}"/>
                  </a:ext>
                </a:extLst>
              </p:cNvPr>
              <p:cNvSpPr/>
              <p:nvPr/>
            </p:nvSpPr>
            <p:spPr>
              <a:xfrm>
                <a:off x="3223069" y="2678430"/>
                <a:ext cx="48672" cy="75438"/>
              </a:xfrm>
              <a:custGeom>
                <a:avLst/>
                <a:gdLst>
                  <a:gd name="csX0" fmla="*/ 48673 w 48672"/>
                  <a:gd name="csY0" fmla="*/ 45720 h 75438"/>
                  <a:gd name="csX1" fmla="*/ 0 w 48672"/>
                  <a:gd name="csY1" fmla="*/ 0 h 75438"/>
                  <a:gd name="csX2" fmla="*/ 48673 w 48672"/>
                  <a:gd name="csY2" fmla="*/ 75438 h 754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8672" h="75438">
                    <a:moveTo>
                      <a:pt x="48673" y="45720"/>
                    </a:moveTo>
                    <a:cubicBezTo>
                      <a:pt x="27896" y="36196"/>
                      <a:pt x="10803" y="20141"/>
                      <a:pt x="0" y="0"/>
                    </a:cubicBezTo>
                    <a:cubicBezTo>
                      <a:pt x="3551" y="31368"/>
                      <a:pt x="21557" y="59274"/>
                      <a:pt x="48673" y="75438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332ACDAE-D8E1-3C73-798F-036A77CDA9B4}"/>
                  </a:ext>
                </a:extLst>
              </p:cNvPr>
              <p:cNvSpPr/>
              <p:nvPr/>
            </p:nvSpPr>
            <p:spPr>
              <a:xfrm>
                <a:off x="3218476" y="2599182"/>
                <a:ext cx="135247" cy="302710"/>
              </a:xfrm>
              <a:custGeom>
                <a:avLst/>
                <a:gdLst>
                  <a:gd name="csX0" fmla="*/ 3259 w 135247"/>
                  <a:gd name="csY0" fmla="*/ 0 h 302710"/>
                  <a:gd name="csX1" fmla="*/ 72221 w 135247"/>
                  <a:gd name="csY1" fmla="*/ 28004 h 302710"/>
                  <a:gd name="csX2" fmla="*/ 123084 w 135247"/>
                  <a:gd name="csY2" fmla="*/ 187452 h 302710"/>
                  <a:gd name="csX3" fmla="*/ 131561 w 135247"/>
                  <a:gd name="csY3" fmla="*/ 290798 h 302710"/>
                  <a:gd name="csX4" fmla="*/ 74411 w 135247"/>
                  <a:gd name="csY4" fmla="*/ 270129 h 302710"/>
                  <a:gd name="csX5" fmla="*/ 67648 w 135247"/>
                  <a:gd name="csY5" fmla="*/ 247650 h 302710"/>
                  <a:gd name="csX6" fmla="*/ 31168 w 135247"/>
                  <a:gd name="csY6" fmla="*/ 122301 h 302710"/>
                  <a:gd name="csX7" fmla="*/ 3259 w 135247"/>
                  <a:gd name="csY7" fmla="*/ 0 h 3027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35247" h="302710">
                    <a:moveTo>
                      <a:pt x="3259" y="0"/>
                    </a:moveTo>
                    <a:cubicBezTo>
                      <a:pt x="35168" y="9525"/>
                      <a:pt x="54980" y="12573"/>
                      <a:pt x="72221" y="28004"/>
                    </a:cubicBezTo>
                    <a:cubicBezTo>
                      <a:pt x="94890" y="48387"/>
                      <a:pt x="118321" y="163639"/>
                      <a:pt x="123084" y="187452"/>
                    </a:cubicBezTo>
                    <a:cubicBezTo>
                      <a:pt x="131371" y="228695"/>
                      <a:pt x="140515" y="271558"/>
                      <a:pt x="131561" y="290798"/>
                    </a:cubicBezTo>
                    <a:cubicBezTo>
                      <a:pt x="125084" y="304705"/>
                      <a:pt x="89842" y="315087"/>
                      <a:pt x="74411" y="270129"/>
                    </a:cubicBezTo>
                    <a:cubicBezTo>
                      <a:pt x="71173" y="260604"/>
                      <a:pt x="70506" y="256222"/>
                      <a:pt x="67648" y="247650"/>
                    </a:cubicBezTo>
                    <a:cubicBezTo>
                      <a:pt x="53075" y="204597"/>
                      <a:pt x="31168" y="122301"/>
                      <a:pt x="31168" y="122301"/>
                    </a:cubicBezTo>
                    <a:cubicBezTo>
                      <a:pt x="31168" y="122301"/>
                      <a:pt x="-11981" y="98488"/>
                      <a:pt x="3259" y="0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4EEC044A-E949-2FBA-1207-81D6ED14F5E0}"/>
                  </a:ext>
                </a:extLst>
              </p:cNvPr>
              <p:cNvSpPr/>
              <p:nvPr/>
            </p:nvSpPr>
            <p:spPr>
              <a:xfrm>
                <a:off x="3003994" y="2338101"/>
                <a:ext cx="229647" cy="289406"/>
              </a:xfrm>
              <a:custGeom>
                <a:avLst/>
                <a:gdLst>
                  <a:gd name="csX0" fmla="*/ 63056 w 229647"/>
                  <a:gd name="csY0" fmla="*/ 0 h 289406"/>
                  <a:gd name="csX1" fmla="*/ 18479 w 229647"/>
                  <a:gd name="csY1" fmla="*/ 72485 h 289406"/>
                  <a:gd name="csX2" fmla="*/ 0 w 229647"/>
                  <a:gd name="csY2" fmla="*/ 224123 h 289406"/>
                  <a:gd name="csX3" fmla="*/ 119539 w 229647"/>
                  <a:gd name="csY3" fmla="*/ 289084 h 289406"/>
                  <a:gd name="csX4" fmla="*/ 229648 w 229647"/>
                  <a:gd name="csY4" fmla="*/ 236887 h 289406"/>
                  <a:gd name="csX5" fmla="*/ 193072 w 229647"/>
                  <a:gd name="csY5" fmla="*/ 151162 h 289406"/>
                  <a:gd name="csX6" fmla="*/ 140684 w 229647"/>
                  <a:gd name="csY6" fmla="*/ 164878 h 289406"/>
                  <a:gd name="csX7" fmla="*/ 63056 w 229647"/>
                  <a:gd name="csY7" fmla="*/ 0 h 2894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29647" h="289406">
                    <a:moveTo>
                      <a:pt x="63056" y="0"/>
                    </a:moveTo>
                    <a:cubicBezTo>
                      <a:pt x="51721" y="6572"/>
                      <a:pt x="31242" y="12954"/>
                      <a:pt x="18479" y="72485"/>
                    </a:cubicBezTo>
                    <a:cubicBezTo>
                      <a:pt x="8088" y="122425"/>
                      <a:pt x="1906" y="173149"/>
                      <a:pt x="0" y="224123"/>
                    </a:cubicBezTo>
                    <a:cubicBezTo>
                      <a:pt x="476" y="242602"/>
                      <a:pt x="38767" y="293941"/>
                      <a:pt x="119539" y="289084"/>
                    </a:cubicBezTo>
                    <a:cubicBezTo>
                      <a:pt x="200311" y="284226"/>
                      <a:pt x="229648" y="236887"/>
                      <a:pt x="229648" y="236887"/>
                    </a:cubicBezTo>
                    <a:cubicBezTo>
                      <a:pt x="229648" y="236887"/>
                      <a:pt x="189929" y="220694"/>
                      <a:pt x="193072" y="151162"/>
                    </a:cubicBezTo>
                    <a:cubicBezTo>
                      <a:pt x="193072" y="151162"/>
                      <a:pt x="179070" y="178689"/>
                      <a:pt x="140684" y="164878"/>
                    </a:cubicBezTo>
                    <a:cubicBezTo>
                      <a:pt x="102299" y="151067"/>
                      <a:pt x="63056" y="0"/>
                      <a:pt x="630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>
            <a:spLocks noGrp="1"/>
          </p:cNvSpPr>
          <p:nvPr>
            <p:ph type="subTitle" idx="14"/>
          </p:nvPr>
        </p:nvSpPr>
        <p:spPr>
          <a:xfrm>
            <a:off x="4761225" y="1267521"/>
            <a:ext cx="3669600" cy="32663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Analyze dataset of </a:t>
            </a:r>
            <a:r>
              <a:rPr lang="en-US" b="1" dirty="0"/>
              <a:t>50,000 users.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Identify usage patterns across age and occupation.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Study relation between: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Screen time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Stress levels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Sleep duration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Build ML models to: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Predict phone usage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Detect high stress users</a:t>
            </a:r>
          </a:p>
        </p:txBody>
      </p:sp>
      <p:sp>
        <p:nvSpPr>
          <p:cNvPr id="220" name="Google Shape;220;p3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535695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b="1" dirty="0"/>
              <a:t>Project Goals &amp; Objectives</a:t>
            </a:r>
            <a:endParaRPr b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FB2949F-4D5E-AEB9-672B-FEA847894921}"/>
              </a:ext>
            </a:extLst>
          </p:cNvPr>
          <p:cNvCxnSpPr>
            <a:cxnSpLocks/>
          </p:cNvCxnSpPr>
          <p:nvPr/>
        </p:nvCxnSpPr>
        <p:spPr>
          <a:xfrm>
            <a:off x="720000" y="1017029"/>
            <a:ext cx="5356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5AF7C02-9BED-5021-C039-9CF40F27DAD1}"/>
              </a:ext>
            </a:extLst>
          </p:cNvPr>
          <p:cNvGrpSpPr/>
          <p:nvPr/>
        </p:nvGrpSpPr>
        <p:grpSpPr>
          <a:xfrm>
            <a:off x="713175" y="1267521"/>
            <a:ext cx="3567085" cy="3189471"/>
            <a:chOff x="2277432" y="541496"/>
            <a:chExt cx="4590568" cy="4104607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F271526-13C4-86ED-8D39-DD9D12C32C9A}"/>
                </a:ext>
              </a:extLst>
            </p:cNvPr>
            <p:cNvSpPr/>
            <p:nvPr/>
          </p:nvSpPr>
          <p:spPr>
            <a:xfrm>
              <a:off x="2520691" y="608023"/>
              <a:ext cx="4117229" cy="3753230"/>
            </a:xfrm>
            <a:custGeom>
              <a:avLst/>
              <a:gdLst>
                <a:gd name="csX0" fmla="*/ 431106 w 4117229"/>
                <a:gd name="csY0" fmla="*/ 1074853 h 3753230"/>
                <a:gd name="csX1" fmla="*/ 47439 w 4117229"/>
                <a:gd name="csY1" fmla="*/ 1881240 h 3753230"/>
                <a:gd name="csX2" fmla="*/ 1556008 w 4117229"/>
                <a:gd name="csY2" fmla="*/ 3684704 h 3753230"/>
                <a:gd name="csX3" fmla="*/ 4075943 w 4117229"/>
                <a:gd name="csY3" fmla="*/ 2373302 h 3753230"/>
                <a:gd name="csX4" fmla="*/ 2749586 w 4117229"/>
                <a:gd name="csY4" fmla="*/ 49868 h 3753230"/>
                <a:gd name="csX5" fmla="*/ 1545436 w 4117229"/>
                <a:gd name="csY5" fmla="*/ 158548 h 3753230"/>
                <a:gd name="csX6" fmla="*/ 431106 w 4117229"/>
                <a:gd name="csY6" fmla="*/ 1074853 h 3753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117229" h="3753230">
                  <a:moveTo>
                    <a:pt x="431106" y="1074853"/>
                  </a:moveTo>
                  <a:cubicBezTo>
                    <a:pt x="255370" y="1320408"/>
                    <a:pt x="121924" y="1593680"/>
                    <a:pt x="47439" y="1881240"/>
                  </a:cubicBezTo>
                  <a:cubicBezTo>
                    <a:pt x="-10378" y="2104411"/>
                    <a:pt x="-279269" y="3388000"/>
                    <a:pt x="1556008" y="3684704"/>
                  </a:cubicBezTo>
                  <a:cubicBezTo>
                    <a:pt x="3541400" y="4005696"/>
                    <a:pt x="3955070" y="3136635"/>
                    <a:pt x="4075943" y="2373302"/>
                  </a:cubicBezTo>
                  <a:cubicBezTo>
                    <a:pt x="4288541" y="1031515"/>
                    <a:pt x="3655128" y="255322"/>
                    <a:pt x="2749586" y="49868"/>
                  </a:cubicBezTo>
                  <a:cubicBezTo>
                    <a:pt x="2346584" y="-41477"/>
                    <a:pt x="1917958" y="-8520"/>
                    <a:pt x="1545436" y="158548"/>
                  </a:cubicBezTo>
                  <a:cubicBezTo>
                    <a:pt x="1109667" y="354001"/>
                    <a:pt x="715046" y="678328"/>
                    <a:pt x="431106" y="1074853"/>
                  </a:cubicBez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1" name="Graphic 37">
              <a:extLst>
                <a:ext uri="{FF2B5EF4-FFF2-40B4-BE49-F238E27FC236}">
                  <a16:creationId xmlns:a16="http://schemas.microsoft.com/office/drawing/2014/main" id="{156BF279-5663-895F-35CF-302C51EAA1E8}"/>
                </a:ext>
              </a:extLst>
            </p:cNvPr>
            <p:cNvGrpSpPr/>
            <p:nvPr/>
          </p:nvGrpSpPr>
          <p:grpSpPr>
            <a:xfrm>
              <a:off x="4225861" y="928819"/>
              <a:ext cx="2642139" cy="2690680"/>
              <a:chOff x="4225861" y="928819"/>
              <a:chExt cx="2642139" cy="2690680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A556CB6-8B06-15FC-C3BE-A9C3DCEDB39F}"/>
                  </a:ext>
                </a:extLst>
              </p:cNvPr>
              <p:cNvSpPr/>
              <p:nvPr/>
            </p:nvSpPr>
            <p:spPr>
              <a:xfrm>
                <a:off x="5483637" y="1465897"/>
                <a:ext cx="848794" cy="967740"/>
              </a:xfrm>
              <a:custGeom>
                <a:avLst/>
                <a:gdLst>
                  <a:gd name="csX0" fmla="*/ 58579 w 848794"/>
                  <a:gd name="csY0" fmla="*/ 0 h 967740"/>
                  <a:gd name="csX1" fmla="*/ 348234 w 848794"/>
                  <a:gd name="csY1" fmla="*/ 70771 h 967740"/>
                  <a:gd name="csX2" fmla="*/ 752570 w 848794"/>
                  <a:gd name="csY2" fmla="*/ 294989 h 967740"/>
                  <a:gd name="csX3" fmla="*/ 752570 w 848794"/>
                  <a:gd name="csY3" fmla="*/ 967740 h 967740"/>
                  <a:gd name="csX4" fmla="*/ 449866 w 848794"/>
                  <a:gd name="csY4" fmla="*/ 921544 h 967740"/>
                  <a:gd name="csX5" fmla="*/ 316516 w 848794"/>
                  <a:gd name="csY5" fmla="*/ 926211 h 967740"/>
                  <a:gd name="csX6" fmla="*/ 0 w 848794"/>
                  <a:gd name="csY6" fmla="*/ 929735 h 967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48794" h="967740">
                    <a:moveTo>
                      <a:pt x="58579" y="0"/>
                    </a:moveTo>
                    <a:cubicBezTo>
                      <a:pt x="157686" y="11519"/>
                      <a:pt x="254981" y="35291"/>
                      <a:pt x="348234" y="70771"/>
                    </a:cubicBezTo>
                    <a:cubicBezTo>
                      <a:pt x="493109" y="127921"/>
                      <a:pt x="579787" y="256985"/>
                      <a:pt x="752570" y="294989"/>
                    </a:cubicBezTo>
                    <a:cubicBezTo>
                      <a:pt x="752570" y="294989"/>
                      <a:pt x="969074" y="561689"/>
                      <a:pt x="752570" y="967740"/>
                    </a:cubicBezTo>
                    <a:lnTo>
                      <a:pt x="449866" y="921544"/>
                    </a:lnTo>
                    <a:cubicBezTo>
                      <a:pt x="405523" y="914608"/>
                      <a:pt x="360265" y="916192"/>
                      <a:pt x="316516" y="926211"/>
                    </a:cubicBezTo>
                    <a:cubicBezTo>
                      <a:pt x="256889" y="940118"/>
                      <a:pt x="149447" y="954024"/>
                      <a:pt x="0" y="929735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10B2B3C-2244-7A61-AEFD-FA0A948C00DD}"/>
                  </a:ext>
                </a:extLst>
              </p:cNvPr>
              <p:cNvSpPr/>
              <p:nvPr/>
            </p:nvSpPr>
            <p:spPr>
              <a:xfrm>
                <a:off x="4470463" y="2560605"/>
                <a:ext cx="230600" cy="1058894"/>
              </a:xfrm>
              <a:custGeom>
                <a:avLst/>
                <a:gdLst>
                  <a:gd name="csX0" fmla="*/ 1048 w 230600"/>
                  <a:gd name="csY0" fmla="*/ 0 h 1058894"/>
                  <a:gd name="csX1" fmla="*/ 230600 w 230600"/>
                  <a:gd name="csY1" fmla="*/ 133731 h 1058894"/>
                  <a:gd name="csX2" fmla="*/ 230600 w 230600"/>
                  <a:gd name="csY2" fmla="*/ 1058894 h 1058894"/>
                  <a:gd name="csX3" fmla="*/ 0 w 230600"/>
                  <a:gd name="csY3" fmla="*/ 923449 h 1058894"/>
                  <a:gd name="csX4" fmla="*/ 1048 w 230600"/>
                  <a:gd name="csY4" fmla="*/ 0 h 10588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0600" h="1058894">
                    <a:moveTo>
                      <a:pt x="1048" y="0"/>
                    </a:moveTo>
                    <a:lnTo>
                      <a:pt x="230600" y="133731"/>
                    </a:lnTo>
                    <a:lnTo>
                      <a:pt x="230600" y="1058894"/>
                    </a:lnTo>
                    <a:lnTo>
                      <a:pt x="0" y="923449"/>
                    </a:lnTo>
                    <a:lnTo>
                      <a:pt x="1048" y="0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CB4EA7F-A8F0-B2BE-CB66-34CA476BA5A3}"/>
                  </a:ext>
                </a:extLst>
              </p:cNvPr>
              <p:cNvSpPr/>
              <p:nvPr/>
            </p:nvSpPr>
            <p:spPr>
              <a:xfrm>
                <a:off x="4470463" y="2560605"/>
                <a:ext cx="230600" cy="1058894"/>
              </a:xfrm>
              <a:custGeom>
                <a:avLst/>
                <a:gdLst>
                  <a:gd name="csX0" fmla="*/ 1048 w 230600"/>
                  <a:gd name="csY0" fmla="*/ 0 h 1058894"/>
                  <a:gd name="csX1" fmla="*/ 230600 w 230600"/>
                  <a:gd name="csY1" fmla="*/ 133731 h 1058894"/>
                  <a:gd name="csX2" fmla="*/ 230600 w 230600"/>
                  <a:gd name="csY2" fmla="*/ 1058894 h 1058894"/>
                  <a:gd name="csX3" fmla="*/ 0 w 230600"/>
                  <a:gd name="csY3" fmla="*/ 923449 h 1058894"/>
                  <a:gd name="csX4" fmla="*/ 1048 w 230600"/>
                  <a:gd name="csY4" fmla="*/ 0 h 10588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0600" h="1058894">
                    <a:moveTo>
                      <a:pt x="1048" y="0"/>
                    </a:moveTo>
                    <a:lnTo>
                      <a:pt x="230600" y="133731"/>
                    </a:lnTo>
                    <a:lnTo>
                      <a:pt x="230600" y="1058894"/>
                    </a:lnTo>
                    <a:lnTo>
                      <a:pt x="0" y="923449"/>
                    </a:lnTo>
                    <a:lnTo>
                      <a:pt x="1048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E3519D7-A14D-80EC-9B2E-A64B7C5CACC4}"/>
                  </a:ext>
                </a:extLst>
              </p:cNvPr>
              <p:cNvSpPr/>
              <p:nvPr/>
            </p:nvSpPr>
            <p:spPr>
              <a:xfrm>
                <a:off x="4225861" y="1961543"/>
                <a:ext cx="488918" cy="748890"/>
              </a:xfrm>
              <a:custGeom>
                <a:avLst/>
                <a:gdLst>
                  <a:gd name="csX0" fmla="*/ 300990 w 488918"/>
                  <a:gd name="csY0" fmla="*/ 748891 h 748890"/>
                  <a:gd name="csX1" fmla="*/ 386715 w 488918"/>
                  <a:gd name="csY1" fmla="*/ 463141 h 748890"/>
                  <a:gd name="csX2" fmla="*/ 488918 w 488918"/>
                  <a:gd name="csY2" fmla="*/ 174533 h 748890"/>
                  <a:gd name="csX3" fmla="*/ 244507 w 488918"/>
                  <a:gd name="csY3" fmla="*/ 33373 h 748890"/>
                  <a:gd name="csX4" fmla="*/ 0 w 488918"/>
                  <a:gd name="csY4" fmla="*/ 456854 h 748890"/>
                  <a:gd name="csX5" fmla="*/ 69437 w 488918"/>
                  <a:gd name="csY5" fmla="*/ 613826 h 748890"/>
                  <a:gd name="csX6" fmla="*/ 69437 w 488918"/>
                  <a:gd name="csY6" fmla="*/ 613826 h 748890"/>
                  <a:gd name="csX7" fmla="*/ 73342 w 488918"/>
                  <a:gd name="csY7" fmla="*/ 616112 h 748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88918" h="748890">
                    <a:moveTo>
                      <a:pt x="300990" y="748891"/>
                    </a:moveTo>
                    <a:lnTo>
                      <a:pt x="386715" y="463141"/>
                    </a:lnTo>
                    <a:cubicBezTo>
                      <a:pt x="448628" y="376178"/>
                      <a:pt x="488918" y="269212"/>
                      <a:pt x="488918" y="174533"/>
                    </a:cubicBezTo>
                    <a:cubicBezTo>
                      <a:pt x="488918" y="18609"/>
                      <a:pt x="379476" y="-44542"/>
                      <a:pt x="244507" y="33373"/>
                    </a:cubicBezTo>
                    <a:cubicBezTo>
                      <a:pt x="109538" y="111287"/>
                      <a:pt x="0" y="300930"/>
                      <a:pt x="0" y="456854"/>
                    </a:cubicBezTo>
                    <a:cubicBezTo>
                      <a:pt x="0" y="533531"/>
                      <a:pt x="26479" y="587728"/>
                      <a:pt x="69437" y="613826"/>
                    </a:cubicBezTo>
                    <a:lnTo>
                      <a:pt x="69437" y="613826"/>
                    </a:lnTo>
                    <a:lnTo>
                      <a:pt x="73342" y="616112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31C1FCD-346F-7F5D-7C1A-3B5D73412279}"/>
                  </a:ext>
                </a:extLst>
              </p:cNvPr>
              <p:cNvSpPr/>
              <p:nvPr/>
            </p:nvSpPr>
            <p:spPr>
              <a:xfrm>
                <a:off x="4470463" y="1071562"/>
                <a:ext cx="230600" cy="1058989"/>
              </a:xfrm>
              <a:custGeom>
                <a:avLst/>
                <a:gdLst>
                  <a:gd name="csX0" fmla="*/ 1048 w 230600"/>
                  <a:gd name="csY0" fmla="*/ 0 h 1058989"/>
                  <a:gd name="csX1" fmla="*/ 230600 w 230600"/>
                  <a:gd name="csY1" fmla="*/ 133731 h 1058989"/>
                  <a:gd name="csX2" fmla="*/ 230600 w 230600"/>
                  <a:gd name="csY2" fmla="*/ 1058989 h 1058989"/>
                  <a:gd name="csX3" fmla="*/ 0 w 230600"/>
                  <a:gd name="csY3" fmla="*/ 923449 h 1058989"/>
                  <a:gd name="csX4" fmla="*/ 1048 w 230600"/>
                  <a:gd name="csY4" fmla="*/ 0 h 1058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0600" h="1058989">
                    <a:moveTo>
                      <a:pt x="1048" y="0"/>
                    </a:moveTo>
                    <a:lnTo>
                      <a:pt x="230600" y="133731"/>
                    </a:lnTo>
                    <a:lnTo>
                      <a:pt x="230600" y="1058989"/>
                    </a:lnTo>
                    <a:lnTo>
                      <a:pt x="0" y="923449"/>
                    </a:lnTo>
                    <a:lnTo>
                      <a:pt x="1048" y="0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E60663E-70D7-F765-333D-33B60F02B30F}"/>
                  </a:ext>
                </a:extLst>
              </p:cNvPr>
              <p:cNvSpPr/>
              <p:nvPr/>
            </p:nvSpPr>
            <p:spPr>
              <a:xfrm>
                <a:off x="4470463" y="1071562"/>
                <a:ext cx="230600" cy="1058989"/>
              </a:xfrm>
              <a:custGeom>
                <a:avLst/>
                <a:gdLst>
                  <a:gd name="csX0" fmla="*/ 1048 w 230600"/>
                  <a:gd name="csY0" fmla="*/ 0 h 1058989"/>
                  <a:gd name="csX1" fmla="*/ 230600 w 230600"/>
                  <a:gd name="csY1" fmla="*/ 133731 h 1058989"/>
                  <a:gd name="csX2" fmla="*/ 230600 w 230600"/>
                  <a:gd name="csY2" fmla="*/ 1058989 h 1058989"/>
                  <a:gd name="csX3" fmla="*/ 0 w 230600"/>
                  <a:gd name="csY3" fmla="*/ 923449 h 1058989"/>
                  <a:gd name="csX4" fmla="*/ 1048 w 230600"/>
                  <a:gd name="csY4" fmla="*/ 0 h 1058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0600" h="1058989">
                    <a:moveTo>
                      <a:pt x="1048" y="0"/>
                    </a:moveTo>
                    <a:lnTo>
                      <a:pt x="230600" y="133731"/>
                    </a:lnTo>
                    <a:lnTo>
                      <a:pt x="230600" y="1058989"/>
                    </a:lnTo>
                    <a:lnTo>
                      <a:pt x="0" y="923449"/>
                    </a:lnTo>
                    <a:lnTo>
                      <a:pt x="1048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67AF120-E40F-8489-2E08-0699C8202AEB}"/>
                  </a:ext>
                </a:extLst>
              </p:cNvPr>
              <p:cNvSpPr/>
              <p:nvPr/>
            </p:nvSpPr>
            <p:spPr>
              <a:xfrm>
                <a:off x="5448204" y="1136904"/>
                <a:ext cx="3524" cy="2095"/>
              </a:xfrm>
              <a:custGeom>
                <a:avLst/>
                <a:gdLst>
                  <a:gd name="csX0" fmla="*/ 3524 w 3524"/>
                  <a:gd name="csY0" fmla="*/ 2096 h 2095"/>
                  <a:gd name="csX1" fmla="*/ 0 w 3524"/>
                  <a:gd name="csY1" fmla="*/ 0 h 2095"/>
                  <a:gd name="csX2" fmla="*/ 3429 w 3524"/>
                  <a:gd name="csY2" fmla="*/ 2096 h 20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524" h="2095">
                    <a:moveTo>
                      <a:pt x="3524" y="2096"/>
                    </a:moveTo>
                    <a:lnTo>
                      <a:pt x="0" y="0"/>
                    </a:lnTo>
                    <a:lnTo>
                      <a:pt x="3429" y="2096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13D1864-4C54-24C2-451F-BD5DD6CB50BC}"/>
                  </a:ext>
                </a:extLst>
              </p:cNvPr>
              <p:cNvSpPr/>
              <p:nvPr/>
            </p:nvSpPr>
            <p:spPr>
              <a:xfrm>
                <a:off x="4470463" y="928819"/>
                <a:ext cx="964120" cy="276759"/>
              </a:xfrm>
              <a:custGeom>
                <a:avLst/>
                <a:gdLst>
                  <a:gd name="csX0" fmla="*/ 964121 w 964120"/>
                  <a:gd name="csY0" fmla="*/ 200179 h 276759"/>
                  <a:gd name="csX1" fmla="*/ 754094 w 964120"/>
                  <a:gd name="csY1" fmla="*/ 77878 h 276759"/>
                  <a:gd name="csX2" fmla="*/ 754094 w 964120"/>
                  <a:gd name="csY2" fmla="*/ 77878 h 276759"/>
                  <a:gd name="csX3" fmla="*/ 1048 w 964120"/>
                  <a:gd name="csY3" fmla="*/ 142743 h 276759"/>
                  <a:gd name="csX4" fmla="*/ 0 w 964120"/>
                  <a:gd name="csY4" fmla="*/ 143410 h 276759"/>
                  <a:gd name="csX5" fmla="*/ 230600 w 964120"/>
                  <a:gd name="csY5" fmla="*/ 276760 h 276759"/>
                  <a:gd name="csX6" fmla="*/ 964121 w 964120"/>
                  <a:gd name="csY6" fmla="*/ 200179 h 2767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64120" h="276759">
                    <a:moveTo>
                      <a:pt x="964121" y="200179"/>
                    </a:moveTo>
                    <a:lnTo>
                      <a:pt x="754094" y="77878"/>
                    </a:lnTo>
                    <a:lnTo>
                      <a:pt x="754094" y="77878"/>
                    </a:lnTo>
                    <a:cubicBezTo>
                      <a:pt x="563594" y="-40328"/>
                      <a:pt x="296894" y="-28040"/>
                      <a:pt x="1048" y="142743"/>
                    </a:cubicBezTo>
                    <a:cubicBezTo>
                      <a:pt x="665" y="142908"/>
                      <a:pt x="311" y="143133"/>
                      <a:pt x="0" y="143410"/>
                    </a:cubicBezTo>
                    <a:lnTo>
                      <a:pt x="230600" y="276760"/>
                    </a:lnTo>
                    <a:cubicBezTo>
                      <a:pt x="516446" y="111501"/>
                      <a:pt x="775430" y="94451"/>
                      <a:pt x="964121" y="200179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1DB75DDD-9AE7-CABD-755D-396AF7D9850C}"/>
                  </a:ext>
                </a:extLst>
              </p:cNvPr>
              <p:cNvSpPr/>
              <p:nvPr/>
            </p:nvSpPr>
            <p:spPr>
              <a:xfrm>
                <a:off x="5434583" y="1128998"/>
                <a:ext cx="13620" cy="7905"/>
              </a:xfrm>
              <a:custGeom>
                <a:avLst/>
                <a:gdLst>
                  <a:gd name="csX0" fmla="*/ 0 w 13620"/>
                  <a:gd name="csY0" fmla="*/ 0 h 7905"/>
                  <a:gd name="csX1" fmla="*/ 13621 w 13620"/>
                  <a:gd name="csY1" fmla="*/ 7906 h 7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620" h="7905">
                    <a:moveTo>
                      <a:pt x="0" y="0"/>
                    </a:moveTo>
                    <a:lnTo>
                      <a:pt x="13621" y="7906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2F7926B-D39E-DE92-F915-AA01807CE72F}"/>
                  </a:ext>
                </a:extLst>
              </p:cNvPr>
              <p:cNvSpPr/>
              <p:nvPr/>
            </p:nvSpPr>
            <p:spPr>
              <a:xfrm>
                <a:off x="4456937" y="1062592"/>
                <a:ext cx="1289494" cy="2556907"/>
              </a:xfrm>
              <a:custGeom>
                <a:avLst/>
                <a:gdLst>
                  <a:gd name="csX0" fmla="*/ 994696 w 1289494"/>
                  <a:gd name="csY0" fmla="*/ 76407 h 2556907"/>
                  <a:gd name="csX1" fmla="*/ 991267 w 1289494"/>
                  <a:gd name="csY1" fmla="*/ 74311 h 2556907"/>
                  <a:gd name="csX2" fmla="*/ 977646 w 1289494"/>
                  <a:gd name="csY2" fmla="*/ 66406 h 2556907"/>
                  <a:gd name="csX3" fmla="*/ 244221 w 1289494"/>
                  <a:gd name="csY3" fmla="*/ 142606 h 2556907"/>
                  <a:gd name="csX4" fmla="*/ 244221 w 1289494"/>
                  <a:gd name="csY4" fmla="*/ 1067769 h 2556907"/>
                  <a:gd name="csX5" fmla="*/ 0 w 1289494"/>
                  <a:gd name="csY5" fmla="*/ 1490679 h 2556907"/>
                  <a:gd name="csX6" fmla="*/ 244221 w 1289494"/>
                  <a:gd name="csY6" fmla="*/ 1631649 h 2556907"/>
                  <a:gd name="csX7" fmla="*/ 244221 w 1289494"/>
                  <a:gd name="csY7" fmla="*/ 2556908 h 2556907"/>
                  <a:gd name="csX8" fmla="*/ 1289494 w 1289494"/>
                  <a:gd name="csY8" fmla="*/ 746300 h 2556907"/>
                  <a:gd name="csX9" fmla="*/ 994696 w 1289494"/>
                  <a:gd name="csY9" fmla="*/ 76407 h 2556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9494" h="2556907">
                    <a:moveTo>
                      <a:pt x="994696" y="76407"/>
                    </a:moveTo>
                    <a:lnTo>
                      <a:pt x="991267" y="74311"/>
                    </a:lnTo>
                    <a:lnTo>
                      <a:pt x="977646" y="66406"/>
                    </a:lnTo>
                    <a:cubicBezTo>
                      <a:pt x="788956" y="-39322"/>
                      <a:pt x="529971" y="-22272"/>
                      <a:pt x="244221" y="142606"/>
                    </a:cubicBezTo>
                    <a:lnTo>
                      <a:pt x="244221" y="1067769"/>
                    </a:lnTo>
                    <a:cubicBezTo>
                      <a:pt x="109347" y="1145683"/>
                      <a:pt x="0" y="1335041"/>
                      <a:pt x="0" y="1490679"/>
                    </a:cubicBezTo>
                    <a:cubicBezTo>
                      <a:pt x="0" y="1646317"/>
                      <a:pt x="109347" y="1709754"/>
                      <a:pt x="244221" y="1631649"/>
                    </a:cubicBezTo>
                    <a:lnTo>
                      <a:pt x="244221" y="2556908"/>
                    </a:lnTo>
                    <a:cubicBezTo>
                      <a:pt x="821436" y="2223533"/>
                      <a:pt x="1289494" y="1412955"/>
                      <a:pt x="1289494" y="746300"/>
                    </a:cubicBezTo>
                    <a:cubicBezTo>
                      <a:pt x="1289494" y="419688"/>
                      <a:pt x="1177100" y="188326"/>
                      <a:pt x="994696" y="76407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A67EF91-BEF8-0120-D7E8-A2C3ED1C64EF}"/>
                  </a:ext>
                </a:extLst>
              </p:cNvPr>
              <p:cNvSpPr/>
              <p:nvPr/>
            </p:nvSpPr>
            <p:spPr>
              <a:xfrm>
                <a:off x="4456937" y="1062592"/>
                <a:ext cx="1289494" cy="2556907"/>
              </a:xfrm>
              <a:custGeom>
                <a:avLst/>
                <a:gdLst>
                  <a:gd name="csX0" fmla="*/ 994696 w 1289494"/>
                  <a:gd name="csY0" fmla="*/ 76407 h 2556907"/>
                  <a:gd name="csX1" fmla="*/ 991267 w 1289494"/>
                  <a:gd name="csY1" fmla="*/ 74311 h 2556907"/>
                  <a:gd name="csX2" fmla="*/ 977646 w 1289494"/>
                  <a:gd name="csY2" fmla="*/ 66406 h 2556907"/>
                  <a:gd name="csX3" fmla="*/ 244221 w 1289494"/>
                  <a:gd name="csY3" fmla="*/ 142606 h 2556907"/>
                  <a:gd name="csX4" fmla="*/ 244221 w 1289494"/>
                  <a:gd name="csY4" fmla="*/ 1067769 h 2556907"/>
                  <a:gd name="csX5" fmla="*/ 0 w 1289494"/>
                  <a:gd name="csY5" fmla="*/ 1490679 h 2556907"/>
                  <a:gd name="csX6" fmla="*/ 244221 w 1289494"/>
                  <a:gd name="csY6" fmla="*/ 1631649 h 2556907"/>
                  <a:gd name="csX7" fmla="*/ 244221 w 1289494"/>
                  <a:gd name="csY7" fmla="*/ 2556908 h 2556907"/>
                  <a:gd name="csX8" fmla="*/ 1289494 w 1289494"/>
                  <a:gd name="csY8" fmla="*/ 746300 h 2556907"/>
                  <a:gd name="csX9" fmla="*/ 994696 w 1289494"/>
                  <a:gd name="csY9" fmla="*/ 76407 h 2556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89494" h="2556907">
                    <a:moveTo>
                      <a:pt x="994696" y="76407"/>
                    </a:moveTo>
                    <a:lnTo>
                      <a:pt x="991267" y="74311"/>
                    </a:lnTo>
                    <a:lnTo>
                      <a:pt x="977646" y="66406"/>
                    </a:lnTo>
                    <a:cubicBezTo>
                      <a:pt x="788956" y="-39322"/>
                      <a:pt x="529971" y="-22272"/>
                      <a:pt x="244221" y="142606"/>
                    </a:cubicBezTo>
                    <a:lnTo>
                      <a:pt x="244221" y="1067769"/>
                    </a:lnTo>
                    <a:cubicBezTo>
                      <a:pt x="109347" y="1145683"/>
                      <a:pt x="0" y="1335041"/>
                      <a:pt x="0" y="1490679"/>
                    </a:cubicBezTo>
                    <a:cubicBezTo>
                      <a:pt x="0" y="1646317"/>
                      <a:pt x="109347" y="1709754"/>
                      <a:pt x="244221" y="1631649"/>
                    </a:cubicBezTo>
                    <a:lnTo>
                      <a:pt x="244221" y="2556908"/>
                    </a:lnTo>
                    <a:cubicBezTo>
                      <a:pt x="821436" y="2223533"/>
                      <a:pt x="1289494" y="1412955"/>
                      <a:pt x="1289494" y="746300"/>
                    </a:cubicBezTo>
                    <a:cubicBezTo>
                      <a:pt x="1289494" y="419688"/>
                      <a:pt x="1177100" y="188326"/>
                      <a:pt x="994696" y="76407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CCF7789-B6A5-D996-FDAE-426172108485}"/>
                  </a:ext>
                </a:extLst>
              </p:cNvPr>
              <p:cNvSpPr/>
              <p:nvPr/>
            </p:nvSpPr>
            <p:spPr>
              <a:xfrm>
                <a:off x="4700777" y="1278010"/>
                <a:ext cx="888206" cy="2159371"/>
              </a:xfrm>
              <a:custGeom>
                <a:avLst/>
                <a:gdLst>
                  <a:gd name="csX0" fmla="*/ 810006 w 888206"/>
                  <a:gd name="csY0" fmla="*/ 269992 h 2159371"/>
                  <a:gd name="csX1" fmla="*/ 619506 w 888206"/>
                  <a:gd name="csY1" fmla="*/ 62252 h 2159371"/>
                  <a:gd name="csX2" fmla="*/ 381 w 888206"/>
                  <a:gd name="csY2" fmla="*/ 109877 h 2159371"/>
                  <a:gd name="csX3" fmla="*/ 381 w 888206"/>
                  <a:gd name="csY3" fmla="*/ 208937 h 2159371"/>
                  <a:gd name="csX4" fmla="*/ 21812 w 888206"/>
                  <a:gd name="csY4" fmla="*/ 196173 h 2159371"/>
                  <a:gd name="csX5" fmla="*/ 377571 w 888206"/>
                  <a:gd name="csY5" fmla="*/ 86255 h 2159371"/>
                  <a:gd name="csX6" fmla="*/ 576072 w 888206"/>
                  <a:gd name="csY6" fmla="*/ 136547 h 2159371"/>
                  <a:gd name="csX7" fmla="*/ 801338 w 888206"/>
                  <a:gd name="csY7" fmla="*/ 605939 h 2159371"/>
                  <a:gd name="csX8" fmla="*/ 802196 w 888206"/>
                  <a:gd name="csY8" fmla="*/ 646515 h 2159371"/>
                  <a:gd name="csX9" fmla="*/ 0 w 888206"/>
                  <a:gd name="csY9" fmla="*/ 2060406 h 2159371"/>
                  <a:gd name="csX10" fmla="*/ 0 w 888206"/>
                  <a:gd name="csY10" fmla="*/ 2159371 h 2159371"/>
                  <a:gd name="csX11" fmla="*/ 21431 w 888206"/>
                  <a:gd name="csY11" fmla="*/ 2147370 h 2159371"/>
                  <a:gd name="csX12" fmla="*/ 888206 w 888206"/>
                  <a:gd name="csY12" fmla="*/ 646515 h 2159371"/>
                  <a:gd name="csX13" fmla="*/ 810006 w 888206"/>
                  <a:gd name="csY13" fmla="*/ 269992 h 2159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88206" h="2159371">
                    <a:moveTo>
                      <a:pt x="810006" y="269992"/>
                    </a:moveTo>
                    <a:cubicBezTo>
                      <a:pt x="768462" y="183421"/>
                      <a:pt x="702164" y="111123"/>
                      <a:pt x="619506" y="62252"/>
                    </a:cubicBezTo>
                    <a:cubicBezTo>
                      <a:pt x="451295" y="-34808"/>
                      <a:pt x="232220" y="-17949"/>
                      <a:pt x="381" y="109877"/>
                    </a:cubicBezTo>
                    <a:lnTo>
                      <a:pt x="381" y="208937"/>
                    </a:lnTo>
                    <a:cubicBezTo>
                      <a:pt x="7429" y="204555"/>
                      <a:pt x="14573" y="200364"/>
                      <a:pt x="21812" y="196173"/>
                    </a:cubicBezTo>
                    <a:cubicBezTo>
                      <a:pt x="148304" y="123117"/>
                      <a:pt x="269462" y="86255"/>
                      <a:pt x="377571" y="86255"/>
                    </a:cubicBezTo>
                    <a:cubicBezTo>
                      <a:pt x="447022" y="85165"/>
                      <a:pt x="515519" y="102519"/>
                      <a:pt x="576072" y="136547"/>
                    </a:cubicBezTo>
                    <a:cubicBezTo>
                      <a:pt x="713709" y="215985"/>
                      <a:pt x="792956" y="381816"/>
                      <a:pt x="801338" y="605939"/>
                    </a:cubicBezTo>
                    <a:cubicBezTo>
                      <a:pt x="801910" y="619274"/>
                      <a:pt x="802196" y="632799"/>
                      <a:pt x="802196" y="646515"/>
                    </a:cubicBezTo>
                    <a:cubicBezTo>
                      <a:pt x="802196" y="1162675"/>
                      <a:pt x="444246" y="1790754"/>
                      <a:pt x="0" y="2060406"/>
                    </a:cubicBezTo>
                    <a:lnTo>
                      <a:pt x="0" y="2159371"/>
                    </a:lnTo>
                    <a:lnTo>
                      <a:pt x="21431" y="2147370"/>
                    </a:lnTo>
                    <a:cubicBezTo>
                      <a:pt x="499205" y="1871145"/>
                      <a:pt x="888206" y="1198203"/>
                      <a:pt x="888206" y="646515"/>
                    </a:cubicBezTo>
                    <a:cubicBezTo>
                      <a:pt x="888206" y="499545"/>
                      <a:pt x="861251" y="372195"/>
                      <a:pt x="810006" y="2699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1F45AD9-44FB-CC66-CD01-733A2C25F36D}"/>
                  </a:ext>
                </a:extLst>
              </p:cNvPr>
              <p:cNvSpPr/>
              <p:nvPr/>
            </p:nvSpPr>
            <p:spPr>
              <a:xfrm>
                <a:off x="4701063" y="1536699"/>
                <a:ext cx="687609" cy="1669415"/>
              </a:xfrm>
              <a:custGeom>
                <a:avLst/>
                <a:gdLst>
                  <a:gd name="csX0" fmla="*/ 687610 w 687609"/>
                  <a:gd name="csY0" fmla="*/ 503460 h 1669415"/>
                  <a:gd name="csX1" fmla="*/ 477298 w 687609"/>
                  <a:gd name="csY1" fmla="*/ 48927 h 1669415"/>
                  <a:gd name="csX2" fmla="*/ 0 w 687609"/>
                  <a:gd name="csY2" fmla="*/ 82169 h 1669415"/>
                  <a:gd name="csX3" fmla="*/ 0 w 687609"/>
                  <a:gd name="csY3" fmla="*/ 181324 h 1669415"/>
                  <a:gd name="csX4" fmla="*/ 21431 w 687609"/>
                  <a:gd name="csY4" fmla="*/ 168370 h 1669415"/>
                  <a:gd name="csX5" fmla="*/ 288131 w 687609"/>
                  <a:gd name="csY5" fmla="*/ 85789 h 1669415"/>
                  <a:gd name="csX6" fmla="*/ 434816 w 687609"/>
                  <a:gd name="csY6" fmla="*/ 123127 h 1669415"/>
                  <a:gd name="csX7" fmla="*/ 602266 w 687609"/>
                  <a:gd name="csY7" fmla="*/ 503460 h 1669415"/>
                  <a:gd name="csX8" fmla="*/ 381 w 687609"/>
                  <a:gd name="csY8" fmla="*/ 1570260 h 1669415"/>
                  <a:gd name="csX9" fmla="*/ 381 w 687609"/>
                  <a:gd name="csY9" fmla="*/ 1669415 h 1669415"/>
                  <a:gd name="csX10" fmla="*/ 21812 w 687609"/>
                  <a:gd name="csY10" fmla="*/ 1657414 h 1669415"/>
                  <a:gd name="csX11" fmla="*/ 687610 w 687609"/>
                  <a:gd name="csY11" fmla="*/ 503460 h 1669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87609" h="1669415">
                    <a:moveTo>
                      <a:pt x="687610" y="503460"/>
                    </a:moveTo>
                    <a:cubicBezTo>
                      <a:pt x="687610" y="288671"/>
                      <a:pt x="612934" y="127222"/>
                      <a:pt x="477298" y="48927"/>
                    </a:cubicBezTo>
                    <a:cubicBezTo>
                      <a:pt x="346901" y="-26321"/>
                      <a:pt x="178118" y="-14414"/>
                      <a:pt x="0" y="82169"/>
                    </a:cubicBezTo>
                    <a:lnTo>
                      <a:pt x="0" y="181324"/>
                    </a:lnTo>
                    <a:cubicBezTo>
                      <a:pt x="7049" y="176943"/>
                      <a:pt x="14192" y="172466"/>
                      <a:pt x="21431" y="168370"/>
                    </a:cubicBezTo>
                    <a:cubicBezTo>
                      <a:pt x="116681" y="113506"/>
                      <a:pt x="207074" y="85789"/>
                      <a:pt x="288131" y="85789"/>
                    </a:cubicBezTo>
                    <a:cubicBezTo>
                      <a:pt x="339471" y="85013"/>
                      <a:pt x="390095" y="97899"/>
                      <a:pt x="434816" y="123127"/>
                    </a:cubicBezTo>
                    <a:cubicBezTo>
                      <a:pt x="542830" y="185515"/>
                      <a:pt x="602266" y="320580"/>
                      <a:pt x="602266" y="503460"/>
                    </a:cubicBezTo>
                    <a:cubicBezTo>
                      <a:pt x="602266" y="892080"/>
                      <a:pt x="334137" y="1364234"/>
                      <a:pt x="381" y="1570260"/>
                    </a:cubicBezTo>
                    <a:lnTo>
                      <a:pt x="381" y="1669415"/>
                    </a:lnTo>
                    <a:cubicBezTo>
                      <a:pt x="7429" y="1665605"/>
                      <a:pt x="14573" y="1661605"/>
                      <a:pt x="21812" y="1657414"/>
                    </a:cubicBezTo>
                    <a:cubicBezTo>
                      <a:pt x="388715" y="1445292"/>
                      <a:pt x="687610" y="927608"/>
                      <a:pt x="687610" y="5034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D5B7357-5F9A-D048-F992-703AB83C18DE}"/>
                  </a:ext>
                </a:extLst>
              </p:cNvPr>
              <p:cNvSpPr/>
              <p:nvPr/>
            </p:nvSpPr>
            <p:spPr>
              <a:xfrm>
                <a:off x="4701063" y="1795433"/>
                <a:ext cx="487299" cy="1178652"/>
              </a:xfrm>
              <a:custGeom>
                <a:avLst/>
                <a:gdLst>
                  <a:gd name="csX0" fmla="*/ 487299 w 487299"/>
                  <a:gd name="csY0" fmla="*/ 360360 h 1178652"/>
                  <a:gd name="csX1" fmla="*/ 335661 w 487299"/>
                  <a:gd name="csY1" fmla="*/ 35557 h 1178652"/>
                  <a:gd name="csX2" fmla="*/ 0 w 487299"/>
                  <a:gd name="csY2" fmla="*/ 54607 h 1178652"/>
                  <a:gd name="csX3" fmla="*/ 0 w 487299"/>
                  <a:gd name="csY3" fmla="*/ 153572 h 1178652"/>
                  <a:gd name="csX4" fmla="*/ 21431 w 487299"/>
                  <a:gd name="csY4" fmla="*/ 140618 h 1178652"/>
                  <a:gd name="csX5" fmla="*/ 198311 w 487299"/>
                  <a:gd name="csY5" fmla="*/ 85468 h 1178652"/>
                  <a:gd name="csX6" fmla="*/ 292799 w 487299"/>
                  <a:gd name="csY6" fmla="*/ 109472 h 1178652"/>
                  <a:gd name="csX7" fmla="*/ 401574 w 487299"/>
                  <a:gd name="csY7" fmla="*/ 360074 h 1178652"/>
                  <a:gd name="csX8" fmla="*/ 0 w 487299"/>
                  <a:gd name="csY8" fmla="*/ 1079783 h 1178652"/>
                  <a:gd name="csX9" fmla="*/ 0 w 487299"/>
                  <a:gd name="csY9" fmla="*/ 1178653 h 1178652"/>
                  <a:gd name="csX10" fmla="*/ 21431 w 487299"/>
                  <a:gd name="csY10" fmla="*/ 1167032 h 1178652"/>
                  <a:gd name="csX11" fmla="*/ 487299 w 487299"/>
                  <a:gd name="csY11" fmla="*/ 360360 h 11786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87299" h="1178652">
                    <a:moveTo>
                      <a:pt x="487299" y="360360"/>
                    </a:moveTo>
                    <a:cubicBezTo>
                      <a:pt x="487299" y="207293"/>
                      <a:pt x="433483" y="91945"/>
                      <a:pt x="335661" y="35557"/>
                    </a:cubicBezTo>
                    <a:cubicBezTo>
                      <a:pt x="243173" y="-17878"/>
                      <a:pt x="124683" y="-10734"/>
                      <a:pt x="0" y="54607"/>
                    </a:cubicBezTo>
                    <a:lnTo>
                      <a:pt x="0" y="153572"/>
                    </a:lnTo>
                    <a:cubicBezTo>
                      <a:pt x="7049" y="149095"/>
                      <a:pt x="14192" y="144714"/>
                      <a:pt x="21431" y="140618"/>
                    </a:cubicBezTo>
                    <a:cubicBezTo>
                      <a:pt x="84773" y="104042"/>
                      <a:pt x="145256" y="85468"/>
                      <a:pt x="198311" y="85468"/>
                    </a:cubicBezTo>
                    <a:cubicBezTo>
                      <a:pt x="231377" y="84955"/>
                      <a:pt x="263986" y="93239"/>
                      <a:pt x="292799" y="109472"/>
                    </a:cubicBezTo>
                    <a:cubicBezTo>
                      <a:pt x="362903" y="149953"/>
                      <a:pt x="401574" y="239011"/>
                      <a:pt x="401574" y="360074"/>
                    </a:cubicBezTo>
                    <a:cubicBezTo>
                      <a:pt x="401574" y="621155"/>
                      <a:pt x="223266" y="937956"/>
                      <a:pt x="0" y="1079783"/>
                    </a:cubicBezTo>
                    <a:lnTo>
                      <a:pt x="0" y="1178653"/>
                    </a:lnTo>
                    <a:cubicBezTo>
                      <a:pt x="7049" y="1174938"/>
                      <a:pt x="14192" y="1171223"/>
                      <a:pt x="21431" y="1167032"/>
                    </a:cubicBezTo>
                    <a:cubicBezTo>
                      <a:pt x="278321" y="1019014"/>
                      <a:pt x="487299" y="656969"/>
                      <a:pt x="487299" y="3603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4FFCB96-CCD5-EAD3-7D40-43CAE17FCFC1}"/>
                  </a:ext>
                </a:extLst>
              </p:cNvPr>
              <p:cNvSpPr/>
              <p:nvPr/>
            </p:nvSpPr>
            <p:spPr>
              <a:xfrm rot="-3600000">
                <a:off x="4355351" y="2213267"/>
                <a:ext cx="691515" cy="399288"/>
              </a:xfrm>
              <a:custGeom>
                <a:avLst/>
                <a:gdLst>
                  <a:gd name="csX0" fmla="*/ 691515 w 691515"/>
                  <a:gd name="csY0" fmla="*/ 199644 h 399288"/>
                  <a:gd name="csX1" fmla="*/ 345758 w 691515"/>
                  <a:gd name="csY1" fmla="*/ 399288 h 399288"/>
                  <a:gd name="csX2" fmla="*/ 0 w 691515"/>
                  <a:gd name="csY2" fmla="*/ 199644 h 399288"/>
                  <a:gd name="csX3" fmla="*/ 345758 w 691515"/>
                  <a:gd name="csY3" fmla="*/ 0 h 399288"/>
                  <a:gd name="csX4" fmla="*/ 691515 w 691515"/>
                  <a:gd name="csY4" fmla="*/ 199644 h 3992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91515" h="399288">
                    <a:moveTo>
                      <a:pt x="691515" y="199644"/>
                    </a:moveTo>
                    <a:cubicBezTo>
                      <a:pt x="691515" y="309904"/>
                      <a:pt x="536714" y="399288"/>
                      <a:pt x="345758" y="399288"/>
                    </a:cubicBezTo>
                    <a:cubicBezTo>
                      <a:pt x="154801" y="399288"/>
                      <a:pt x="0" y="309904"/>
                      <a:pt x="0" y="199644"/>
                    </a:cubicBezTo>
                    <a:cubicBezTo>
                      <a:pt x="0" y="89384"/>
                      <a:pt x="154801" y="0"/>
                      <a:pt x="345758" y="0"/>
                    </a:cubicBezTo>
                    <a:cubicBezTo>
                      <a:pt x="536714" y="0"/>
                      <a:pt x="691515" y="89384"/>
                      <a:pt x="691515" y="1996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AA41415-9914-E539-69CB-9EDE724C757F}"/>
                  </a:ext>
                </a:extLst>
              </p:cNvPr>
              <p:cNvSpPr/>
              <p:nvPr/>
            </p:nvSpPr>
            <p:spPr>
              <a:xfrm rot="-3600000">
                <a:off x="4526136" y="2308993"/>
                <a:ext cx="349948" cy="202120"/>
              </a:xfrm>
              <a:custGeom>
                <a:avLst/>
                <a:gdLst>
                  <a:gd name="csX0" fmla="*/ 349949 w 349948"/>
                  <a:gd name="csY0" fmla="*/ 101060 h 202120"/>
                  <a:gd name="csX1" fmla="*/ 174974 w 349948"/>
                  <a:gd name="csY1" fmla="*/ 202120 h 202120"/>
                  <a:gd name="csX2" fmla="*/ 0 w 349948"/>
                  <a:gd name="csY2" fmla="*/ 101060 h 202120"/>
                  <a:gd name="csX3" fmla="*/ 174974 w 349948"/>
                  <a:gd name="csY3" fmla="*/ 0 h 202120"/>
                  <a:gd name="csX4" fmla="*/ 349949 w 349948"/>
                  <a:gd name="csY4" fmla="*/ 101060 h 202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49948" h="202120">
                    <a:moveTo>
                      <a:pt x="349949" y="101060"/>
                    </a:moveTo>
                    <a:cubicBezTo>
                      <a:pt x="349949" y="156874"/>
                      <a:pt x="271610" y="202120"/>
                      <a:pt x="174974" y="202120"/>
                    </a:cubicBezTo>
                    <a:cubicBezTo>
                      <a:pt x="78339" y="202120"/>
                      <a:pt x="0" y="156874"/>
                      <a:pt x="0" y="101060"/>
                    </a:cubicBezTo>
                    <a:cubicBezTo>
                      <a:pt x="0" y="45246"/>
                      <a:pt x="78339" y="0"/>
                      <a:pt x="174974" y="0"/>
                    </a:cubicBezTo>
                    <a:cubicBezTo>
                      <a:pt x="271610" y="0"/>
                      <a:pt x="349949" y="45246"/>
                      <a:pt x="349949" y="10106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5B239D2-8673-91B8-01A6-FBF822E1E168}"/>
                  </a:ext>
                </a:extLst>
              </p:cNvPr>
              <p:cNvSpPr/>
              <p:nvPr/>
            </p:nvSpPr>
            <p:spPr>
              <a:xfrm rot="-3600000">
                <a:off x="4526136" y="2308993"/>
                <a:ext cx="349948" cy="202120"/>
              </a:xfrm>
              <a:custGeom>
                <a:avLst/>
                <a:gdLst>
                  <a:gd name="csX0" fmla="*/ 349949 w 349948"/>
                  <a:gd name="csY0" fmla="*/ 101060 h 202120"/>
                  <a:gd name="csX1" fmla="*/ 174974 w 349948"/>
                  <a:gd name="csY1" fmla="*/ 202120 h 202120"/>
                  <a:gd name="csX2" fmla="*/ 0 w 349948"/>
                  <a:gd name="csY2" fmla="*/ 101060 h 202120"/>
                  <a:gd name="csX3" fmla="*/ 174974 w 349948"/>
                  <a:gd name="csY3" fmla="*/ 0 h 202120"/>
                  <a:gd name="csX4" fmla="*/ 349949 w 349948"/>
                  <a:gd name="csY4" fmla="*/ 101060 h 202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49948" h="202120">
                    <a:moveTo>
                      <a:pt x="349949" y="101060"/>
                    </a:moveTo>
                    <a:cubicBezTo>
                      <a:pt x="349949" y="156874"/>
                      <a:pt x="271610" y="202120"/>
                      <a:pt x="174974" y="202120"/>
                    </a:cubicBezTo>
                    <a:cubicBezTo>
                      <a:pt x="78339" y="202120"/>
                      <a:pt x="0" y="156874"/>
                      <a:pt x="0" y="101060"/>
                    </a:cubicBezTo>
                    <a:cubicBezTo>
                      <a:pt x="0" y="45246"/>
                      <a:pt x="78339" y="0"/>
                      <a:pt x="174974" y="0"/>
                    </a:cubicBezTo>
                    <a:cubicBezTo>
                      <a:pt x="271610" y="0"/>
                      <a:pt x="349949" y="45246"/>
                      <a:pt x="349949" y="10106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5F7D136-F6CA-82B3-E05E-13964A59A816}"/>
                  </a:ext>
                </a:extLst>
              </p:cNvPr>
              <p:cNvSpPr/>
              <p:nvPr/>
            </p:nvSpPr>
            <p:spPr>
              <a:xfrm>
                <a:off x="5252761" y="1666298"/>
                <a:ext cx="873186" cy="484915"/>
              </a:xfrm>
              <a:custGeom>
                <a:avLst/>
                <a:gdLst>
                  <a:gd name="csX0" fmla="*/ 540820 w 873186"/>
                  <a:gd name="csY0" fmla="*/ 38676 h 484915"/>
                  <a:gd name="csX1" fmla="*/ 427949 w 873186"/>
                  <a:gd name="csY1" fmla="*/ 7434 h 484915"/>
                  <a:gd name="csX2" fmla="*/ 345177 w 873186"/>
                  <a:gd name="csY2" fmla="*/ 1910 h 484915"/>
                  <a:gd name="csX3" fmla="*/ 58093 w 873186"/>
                  <a:gd name="csY3" fmla="*/ 40962 h 484915"/>
                  <a:gd name="csX4" fmla="*/ 16564 w 873186"/>
                  <a:gd name="csY4" fmla="*/ 171074 h 484915"/>
                  <a:gd name="csX5" fmla="*/ 393278 w 873186"/>
                  <a:gd name="csY5" fmla="*/ 283373 h 484915"/>
                  <a:gd name="csX6" fmla="*/ 834381 w 873186"/>
                  <a:gd name="csY6" fmla="*/ 430154 h 484915"/>
                  <a:gd name="csX7" fmla="*/ 540820 w 873186"/>
                  <a:gd name="csY7" fmla="*/ 38676 h 484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73186" h="484915">
                    <a:moveTo>
                      <a:pt x="540820" y="38676"/>
                    </a:moveTo>
                    <a:lnTo>
                      <a:pt x="427949" y="7434"/>
                    </a:lnTo>
                    <a:cubicBezTo>
                      <a:pt x="401019" y="-8"/>
                      <a:pt x="372856" y="-1888"/>
                      <a:pt x="345177" y="1910"/>
                    </a:cubicBezTo>
                    <a:cubicBezTo>
                      <a:pt x="265643" y="12959"/>
                      <a:pt x="97527" y="36200"/>
                      <a:pt x="58093" y="40962"/>
                    </a:cubicBezTo>
                    <a:cubicBezTo>
                      <a:pt x="6658" y="47249"/>
                      <a:pt x="-19155" y="115162"/>
                      <a:pt x="16564" y="171074"/>
                    </a:cubicBezTo>
                    <a:cubicBezTo>
                      <a:pt x="52283" y="226985"/>
                      <a:pt x="135912" y="302042"/>
                      <a:pt x="393278" y="283373"/>
                    </a:cubicBezTo>
                    <a:cubicBezTo>
                      <a:pt x="393278" y="283373"/>
                      <a:pt x="519675" y="611795"/>
                      <a:pt x="834381" y="430154"/>
                    </a:cubicBezTo>
                    <a:cubicBezTo>
                      <a:pt x="927345" y="376718"/>
                      <a:pt x="862289" y="143451"/>
                      <a:pt x="540820" y="38676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08C950A-DDA1-3612-E568-E73298642973}"/>
                  </a:ext>
                </a:extLst>
              </p:cNvPr>
              <p:cNvSpPr/>
              <p:nvPr/>
            </p:nvSpPr>
            <p:spPr>
              <a:xfrm>
                <a:off x="5714683" y="1672521"/>
                <a:ext cx="168237" cy="75601"/>
              </a:xfrm>
              <a:custGeom>
                <a:avLst/>
                <a:gdLst>
                  <a:gd name="csX0" fmla="*/ 153955 w 168237"/>
                  <a:gd name="csY0" fmla="*/ 75602 h 75601"/>
                  <a:gd name="csX1" fmla="*/ 148144 w 168237"/>
                  <a:gd name="csY1" fmla="*/ 74364 h 75601"/>
                  <a:gd name="csX2" fmla="*/ 74421 w 168237"/>
                  <a:gd name="csY2" fmla="*/ 45789 h 75601"/>
                  <a:gd name="csX3" fmla="*/ 10889 w 168237"/>
                  <a:gd name="csY3" fmla="*/ 28167 h 75601"/>
                  <a:gd name="csX4" fmla="*/ 414 w 168237"/>
                  <a:gd name="csY4" fmla="*/ 10889 h 75601"/>
                  <a:gd name="csX5" fmla="*/ 17693 w 168237"/>
                  <a:gd name="csY5" fmla="*/ 414 h 75601"/>
                  <a:gd name="csX6" fmla="*/ 18509 w 168237"/>
                  <a:gd name="csY6" fmla="*/ 640 h 75601"/>
                  <a:gd name="csX7" fmla="*/ 82707 w 168237"/>
                  <a:gd name="csY7" fmla="*/ 18452 h 75601"/>
                  <a:gd name="csX8" fmla="*/ 159765 w 168237"/>
                  <a:gd name="csY8" fmla="*/ 47789 h 75601"/>
                  <a:gd name="csX9" fmla="*/ 166996 w 168237"/>
                  <a:gd name="csY9" fmla="*/ 66656 h 75601"/>
                  <a:gd name="csX10" fmla="*/ 153955 w 168237"/>
                  <a:gd name="csY10" fmla="*/ 75126 h 756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68237" h="75601">
                    <a:moveTo>
                      <a:pt x="153955" y="75602"/>
                    </a:moveTo>
                    <a:cubicBezTo>
                      <a:pt x="151952" y="75604"/>
                      <a:pt x="149972" y="75182"/>
                      <a:pt x="148144" y="74364"/>
                    </a:cubicBezTo>
                    <a:cubicBezTo>
                      <a:pt x="124903" y="64077"/>
                      <a:pt x="100519" y="54647"/>
                      <a:pt x="74421" y="45789"/>
                    </a:cubicBezTo>
                    <a:lnTo>
                      <a:pt x="10889" y="28167"/>
                    </a:lnTo>
                    <a:cubicBezTo>
                      <a:pt x="3225" y="26288"/>
                      <a:pt x="-1464" y="18553"/>
                      <a:pt x="414" y="10889"/>
                    </a:cubicBezTo>
                    <a:cubicBezTo>
                      <a:pt x="2293" y="3225"/>
                      <a:pt x="10029" y="-1465"/>
                      <a:pt x="17693" y="414"/>
                    </a:cubicBezTo>
                    <a:cubicBezTo>
                      <a:pt x="17967" y="481"/>
                      <a:pt x="18239" y="557"/>
                      <a:pt x="18509" y="640"/>
                    </a:cubicBezTo>
                    <a:lnTo>
                      <a:pt x="82707" y="18452"/>
                    </a:lnTo>
                    <a:cubicBezTo>
                      <a:pt x="108880" y="26901"/>
                      <a:pt x="134600" y="36693"/>
                      <a:pt x="159765" y="47789"/>
                    </a:cubicBezTo>
                    <a:cubicBezTo>
                      <a:pt x="166971" y="51002"/>
                      <a:pt x="170209" y="59449"/>
                      <a:pt x="166996" y="66656"/>
                    </a:cubicBezTo>
                    <a:cubicBezTo>
                      <a:pt x="164700" y="71805"/>
                      <a:pt x="159592" y="75123"/>
                      <a:pt x="153955" y="75126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5D805A7-91AB-1FD3-C8A9-5793515058B5}"/>
                  </a:ext>
                </a:extLst>
              </p:cNvPr>
              <p:cNvSpPr/>
              <p:nvPr/>
            </p:nvSpPr>
            <p:spPr>
              <a:xfrm>
                <a:off x="5687975" y="2029480"/>
                <a:ext cx="334547" cy="136409"/>
              </a:xfrm>
              <a:custGeom>
                <a:avLst/>
                <a:gdLst>
                  <a:gd name="csX0" fmla="*/ 219906 w 334547"/>
                  <a:gd name="csY0" fmla="*/ 136410 h 136409"/>
                  <a:gd name="csX1" fmla="*/ 3117 w 334547"/>
                  <a:gd name="csY1" fmla="*/ 23253 h 136409"/>
                  <a:gd name="csX2" fmla="*/ 5307 w 334547"/>
                  <a:gd name="csY2" fmla="*/ 3155 h 136409"/>
                  <a:gd name="csX3" fmla="*/ 25395 w 334547"/>
                  <a:gd name="csY3" fmla="*/ 5333 h 136409"/>
                  <a:gd name="csX4" fmla="*/ 25405 w 334547"/>
                  <a:gd name="csY4" fmla="*/ 5346 h 136409"/>
                  <a:gd name="csX5" fmla="*/ 315441 w 334547"/>
                  <a:gd name="csY5" fmla="*/ 90404 h 136409"/>
                  <a:gd name="csX6" fmla="*/ 333730 w 334547"/>
                  <a:gd name="csY6" fmla="*/ 99167 h 136409"/>
                  <a:gd name="csX7" fmla="*/ 324966 w 334547"/>
                  <a:gd name="csY7" fmla="*/ 117455 h 136409"/>
                  <a:gd name="csX8" fmla="*/ 219906 w 334547"/>
                  <a:gd name="csY8" fmla="*/ 136410 h 1364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34547" h="136409">
                    <a:moveTo>
                      <a:pt x="219906" y="136410"/>
                    </a:moveTo>
                    <a:cubicBezTo>
                      <a:pt x="118750" y="136410"/>
                      <a:pt x="48456" y="79260"/>
                      <a:pt x="3117" y="23253"/>
                    </a:cubicBezTo>
                    <a:cubicBezTo>
                      <a:pt x="-1779" y="17083"/>
                      <a:pt x="-802" y="8124"/>
                      <a:pt x="5307" y="3155"/>
                    </a:cubicBezTo>
                    <a:cubicBezTo>
                      <a:pt x="11456" y="-1791"/>
                      <a:pt x="20450" y="-815"/>
                      <a:pt x="25395" y="5333"/>
                    </a:cubicBezTo>
                    <a:cubicBezTo>
                      <a:pt x="25398" y="5337"/>
                      <a:pt x="25402" y="5342"/>
                      <a:pt x="25405" y="5346"/>
                    </a:cubicBezTo>
                    <a:cubicBezTo>
                      <a:pt x="78745" y="72021"/>
                      <a:pt x="172281" y="140220"/>
                      <a:pt x="315441" y="90404"/>
                    </a:cubicBezTo>
                    <a:cubicBezTo>
                      <a:pt x="322911" y="87774"/>
                      <a:pt x="331099" y="91697"/>
                      <a:pt x="333730" y="99167"/>
                    </a:cubicBezTo>
                    <a:cubicBezTo>
                      <a:pt x="336360" y="106637"/>
                      <a:pt x="332437" y="114825"/>
                      <a:pt x="324966" y="117455"/>
                    </a:cubicBezTo>
                    <a:cubicBezTo>
                      <a:pt x="291262" y="129639"/>
                      <a:pt x="255743" y="136047"/>
                      <a:pt x="219906" y="13641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3E94697-CFB6-8814-0F0E-762FAD624A62}"/>
                  </a:ext>
                </a:extLst>
              </p:cNvPr>
              <p:cNvSpPr/>
              <p:nvPr/>
            </p:nvSpPr>
            <p:spPr>
              <a:xfrm>
                <a:off x="6081712" y="1707641"/>
                <a:ext cx="481012" cy="841248"/>
              </a:xfrm>
              <a:custGeom>
                <a:avLst/>
                <a:gdLst>
                  <a:gd name="csX0" fmla="*/ 165163 w 481012"/>
                  <a:gd name="csY0" fmla="*/ 87058 h 841248"/>
                  <a:gd name="csX1" fmla="*/ 114871 w 481012"/>
                  <a:gd name="csY1" fmla="*/ 677609 h 841248"/>
                  <a:gd name="csX2" fmla="*/ 43529 w 481012"/>
                  <a:gd name="csY2" fmla="*/ 708755 h 841248"/>
                  <a:gd name="csX3" fmla="*/ 0 w 481012"/>
                  <a:gd name="csY3" fmla="*/ 702183 h 841248"/>
                  <a:gd name="csX4" fmla="*/ 0 w 481012"/>
                  <a:gd name="csY4" fmla="*/ 702183 h 841248"/>
                  <a:gd name="csX5" fmla="*/ 32956 w 481012"/>
                  <a:gd name="csY5" fmla="*/ 743045 h 841248"/>
                  <a:gd name="csX6" fmla="*/ 481013 w 481012"/>
                  <a:gd name="csY6" fmla="*/ 841248 h 841248"/>
                  <a:gd name="csX7" fmla="*/ 481013 w 481012"/>
                  <a:gd name="csY7" fmla="*/ 0 h 841248"/>
                  <a:gd name="csX8" fmla="*/ 71438 w 481012"/>
                  <a:gd name="csY8" fmla="*/ 26289 h 841248"/>
                  <a:gd name="csX9" fmla="*/ 97631 w 481012"/>
                  <a:gd name="csY9" fmla="*/ 37719 h 841248"/>
                  <a:gd name="csX10" fmla="*/ 120587 w 481012"/>
                  <a:gd name="csY10" fmla="*/ 45434 h 841248"/>
                  <a:gd name="csX11" fmla="*/ 120587 w 481012"/>
                  <a:gd name="csY11" fmla="*/ 45434 h 841248"/>
                  <a:gd name="csX12" fmla="*/ 165163 w 481012"/>
                  <a:gd name="csY12" fmla="*/ 87058 h 8412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81012" h="841248">
                    <a:moveTo>
                      <a:pt x="165163" y="87058"/>
                    </a:moveTo>
                    <a:cubicBezTo>
                      <a:pt x="193072" y="183547"/>
                      <a:pt x="256508" y="466725"/>
                      <a:pt x="114871" y="677609"/>
                    </a:cubicBezTo>
                    <a:cubicBezTo>
                      <a:pt x="99156" y="700963"/>
                      <a:pt x="71340" y="713107"/>
                      <a:pt x="43529" y="708755"/>
                    </a:cubicBezTo>
                    <a:lnTo>
                      <a:pt x="0" y="702183"/>
                    </a:lnTo>
                    <a:lnTo>
                      <a:pt x="0" y="702183"/>
                    </a:lnTo>
                    <a:cubicBezTo>
                      <a:pt x="37" y="721849"/>
                      <a:pt x="13745" y="738844"/>
                      <a:pt x="32956" y="743045"/>
                    </a:cubicBezTo>
                    <a:lnTo>
                      <a:pt x="481013" y="841248"/>
                    </a:lnTo>
                    <a:lnTo>
                      <a:pt x="481013" y="0"/>
                    </a:lnTo>
                    <a:lnTo>
                      <a:pt x="71438" y="26289"/>
                    </a:lnTo>
                    <a:lnTo>
                      <a:pt x="97631" y="37719"/>
                    </a:lnTo>
                    <a:cubicBezTo>
                      <a:pt x="105026" y="40999"/>
                      <a:pt x="112711" y="43582"/>
                      <a:pt x="120587" y="45434"/>
                    </a:cubicBezTo>
                    <a:lnTo>
                      <a:pt x="120587" y="45434"/>
                    </a:lnTo>
                    <a:cubicBezTo>
                      <a:pt x="141914" y="50161"/>
                      <a:pt x="158989" y="66104"/>
                      <a:pt x="165163" y="87058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0FFCF62-887F-84BD-08A1-BAB8E87CAF09}"/>
                  </a:ext>
                </a:extLst>
              </p:cNvPr>
              <p:cNvSpPr/>
              <p:nvPr/>
            </p:nvSpPr>
            <p:spPr>
              <a:xfrm>
                <a:off x="6257941" y="1674209"/>
                <a:ext cx="610059" cy="910018"/>
              </a:xfrm>
              <a:custGeom>
                <a:avLst/>
                <a:gdLst>
                  <a:gd name="csX0" fmla="*/ 160099 w 610059"/>
                  <a:gd name="csY0" fmla="*/ 97441 h 910018"/>
                  <a:gd name="csX1" fmla="*/ 113045 w 610059"/>
                  <a:gd name="csY1" fmla="*/ 776383 h 910018"/>
                  <a:gd name="csX2" fmla="*/ 30940 w 610059"/>
                  <a:gd name="csY2" fmla="*/ 815054 h 910018"/>
                  <a:gd name="csX3" fmla="*/ 269 w 610059"/>
                  <a:gd name="csY3" fmla="*/ 808387 h 910018"/>
                  <a:gd name="csX4" fmla="*/ 269 w 610059"/>
                  <a:gd name="csY4" fmla="*/ 808387 h 910018"/>
                  <a:gd name="csX5" fmla="*/ 40443 w 610059"/>
                  <a:gd name="csY5" fmla="*/ 858361 h 910018"/>
                  <a:gd name="csX6" fmla="*/ 40751 w 610059"/>
                  <a:gd name="csY6" fmla="*/ 858393 h 910018"/>
                  <a:gd name="csX7" fmla="*/ 539003 w 610059"/>
                  <a:gd name="csY7" fmla="*/ 910018 h 910018"/>
                  <a:gd name="csX8" fmla="*/ 610060 w 610059"/>
                  <a:gd name="csY8" fmla="*/ 433102 h 910018"/>
                  <a:gd name="csX9" fmla="*/ 507190 w 610059"/>
                  <a:gd name="csY9" fmla="*/ 0 h 910018"/>
                  <a:gd name="csX10" fmla="*/ 98186 w 610059"/>
                  <a:gd name="csY10" fmla="*/ 14288 h 910018"/>
                  <a:gd name="csX11" fmla="*/ 64468 w 610059"/>
                  <a:gd name="csY11" fmla="*/ 49149 h 910018"/>
                  <a:gd name="csX12" fmla="*/ 64468 w 610059"/>
                  <a:gd name="csY12" fmla="*/ 49149 h 910018"/>
                  <a:gd name="csX13" fmla="*/ 86471 w 610059"/>
                  <a:gd name="csY13" fmla="*/ 47720 h 910018"/>
                  <a:gd name="csX14" fmla="*/ 160099 w 610059"/>
                  <a:gd name="csY14" fmla="*/ 97441 h 9100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610059" h="910018">
                    <a:moveTo>
                      <a:pt x="160099" y="97441"/>
                    </a:moveTo>
                    <a:cubicBezTo>
                      <a:pt x="197246" y="210026"/>
                      <a:pt x="260016" y="486156"/>
                      <a:pt x="113045" y="776383"/>
                    </a:cubicBezTo>
                    <a:cubicBezTo>
                      <a:pt x="97670" y="806460"/>
                      <a:pt x="63921" y="822356"/>
                      <a:pt x="30940" y="815054"/>
                    </a:cubicBezTo>
                    <a:lnTo>
                      <a:pt x="269" y="808387"/>
                    </a:lnTo>
                    <a:lnTo>
                      <a:pt x="269" y="808387"/>
                    </a:lnTo>
                    <a:cubicBezTo>
                      <a:pt x="-2437" y="833280"/>
                      <a:pt x="15549" y="855654"/>
                      <a:pt x="40443" y="858361"/>
                    </a:cubicBezTo>
                    <a:cubicBezTo>
                      <a:pt x="40545" y="858372"/>
                      <a:pt x="40648" y="858383"/>
                      <a:pt x="40751" y="858393"/>
                    </a:cubicBezTo>
                    <a:lnTo>
                      <a:pt x="539003" y="910018"/>
                    </a:lnTo>
                    <a:cubicBezTo>
                      <a:pt x="539003" y="910018"/>
                      <a:pt x="610060" y="797814"/>
                      <a:pt x="610060" y="433102"/>
                    </a:cubicBezTo>
                    <a:cubicBezTo>
                      <a:pt x="610060" y="68389"/>
                      <a:pt x="507190" y="0"/>
                      <a:pt x="507190" y="0"/>
                    </a:cubicBezTo>
                    <a:lnTo>
                      <a:pt x="98186" y="14288"/>
                    </a:lnTo>
                    <a:cubicBezTo>
                      <a:pt x="79381" y="14904"/>
                      <a:pt x="64458" y="30333"/>
                      <a:pt x="64468" y="49149"/>
                    </a:cubicBezTo>
                    <a:lnTo>
                      <a:pt x="64468" y="49149"/>
                    </a:lnTo>
                    <a:lnTo>
                      <a:pt x="86471" y="47720"/>
                    </a:lnTo>
                    <a:cubicBezTo>
                      <a:pt x="119484" y="45548"/>
                      <a:pt x="149780" y="66006"/>
                      <a:pt x="160099" y="9744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30992AB9-6E45-68B8-E8C0-2092DE05B9A1}"/>
                  </a:ext>
                </a:extLst>
              </p:cNvPr>
              <p:cNvSpPr/>
              <p:nvPr/>
            </p:nvSpPr>
            <p:spPr>
              <a:xfrm>
                <a:off x="6481572" y="2384964"/>
                <a:ext cx="119253" cy="119252"/>
              </a:xfrm>
              <a:custGeom>
                <a:avLst/>
                <a:gdLst>
                  <a:gd name="csX0" fmla="*/ 119253 w 119253"/>
                  <a:gd name="csY0" fmla="*/ 59531 h 119252"/>
                  <a:gd name="csX1" fmla="*/ 59722 w 119253"/>
                  <a:gd name="csY1" fmla="*/ 119253 h 119252"/>
                  <a:gd name="csX2" fmla="*/ 0 w 119253"/>
                  <a:gd name="csY2" fmla="*/ 59722 h 119252"/>
                  <a:gd name="csX3" fmla="*/ 59531 w 119253"/>
                  <a:gd name="csY3" fmla="*/ 0 h 119252"/>
                  <a:gd name="csX4" fmla="*/ 59626 w 119253"/>
                  <a:gd name="csY4" fmla="*/ 0 h 119252"/>
                  <a:gd name="csX5" fmla="*/ 119253 w 119253"/>
                  <a:gd name="csY5" fmla="*/ 59531 h 119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19253" h="119252">
                    <a:moveTo>
                      <a:pt x="119253" y="59531"/>
                    </a:moveTo>
                    <a:cubicBezTo>
                      <a:pt x="119306" y="92462"/>
                      <a:pt x="92653" y="119200"/>
                      <a:pt x="59722" y="119253"/>
                    </a:cubicBezTo>
                    <a:cubicBezTo>
                      <a:pt x="26791" y="119306"/>
                      <a:pt x="53" y="92652"/>
                      <a:pt x="0" y="59722"/>
                    </a:cubicBezTo>
                    <a:cubicBezTo>
                      <a:pt x="-53" y="26791"/>
                      <a:pt x="26600" y="53"/>
                      <a:pt x="59531" y="0"/>
                    </a:cubicBezTo>
                    <a:cubicBezTo>
                      <a:pt x="59563" y="0"/>
                      <a:pt x="59595" y="0"/>
                      <a:pt x="59626" y="0"/>
                    </a:cubicBezTo>
                    <a:cubicBezTo>
                      <a:pt x="92520" y="0"/>
                      <a:pt x="119200" y="26638"/>
                      <a:pt x="119253" y="59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5E88CDE5-3DA1-938F-794E-19B0E441CE44}"/>
                  </a:ext>
                </a:extLst>
              </p:cNvPr>
              <p:cNvSpPr/>
              <p:nvPr/>
            </p:nvSpPr>
            <p:spPr>
              <a:xfrm>
                <a:off x="5802488" y="1627988"/>
                <a:ext cx="39309" cy="92614"/>
              </a:xfrm>
              <a:custGeom>
                <a:avLst/>
                <a:gdLst>
                  <a:gd name="csX0" fmla="*/ 22621 w 39309"/>
                  <a:gd name="csY0" fmla="*/ 92513 h 92614"/>
                  <a:gd name="csX1" fmla="*/ 19097 w 39309"/>
                  <a:gd name="csY1" fmla="*/ 92513 h 92614"/>
                  <a:gd name="csX2" fmla="*/ 8714 w 39309"/>
                  <a:gd name="csY2" fmla="*/ 75082 h 92614"/>
                  <a:gd name="csX3" fmla="*/ 1666 w 39309"/>
                  <a:gd name="csY3" fmla="*/ 20980 h 92614"/>
                  <a:gd name="csX4" fmla="*/ 7600 w 39309"/>
                  <a:gd name="csY4" fmla="*/ 1665 h 92614"/>
                  <a:gd name="csX5" fmla="*/ 26621 w 39309"/>
                  <a:gd name="csY5" fmla="*/ 7073 h 92614"/>
                  <a:gd name="csX6" fmla="*/ 36146 w 39309"/>
                  <a:gd name="csY6" fmla="*/ 82130 h 92614"/>
                  <a:gd name="csX7" fmla="*/ 22621 w 39309"/>
                  <a:gd name="csY7" fmla="*/ 92513 h 92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9309" h="92614">
                    <a:moveTo>
                      <a:pt x="22621" y="92513"/>
                    </a:moveTo>
                    <a:cubicBezTo>
                      <a:pt x="21450" y="92648"/>
                      <a:pt x="20267" y="92648"/>
                      <a:pt x="19097" y="92513"/>
                    </a:cubicBezTo>
                    <a:cubicBezTo>
                      <a:pt x="11463" y="90504"/>
                      <a:pt x="6845" y="82751"/>
                      <a:pt x="8714" y="75082"/>
                    </a:cubicBezTo>
                    <a:cubicBezTo>
                      <a:pt x="13254" y="56803"/>
                      <a:pt x="10737" y="37485"/>
                      <a:pt x="1666" y="20980"/>
                    </a:cubicBezTo>
                    <a:cubicBezTo>
                      <a:pt x="-2029" y="14008"/>
                      <a:pt x="628" y="5360"/>
                      <a:pt x="7600" y="1665"/>
                    </a:cubicBezTo>
                    <a:cubicBezTo>
                      <a:pt x="14365" y="-1920"/>
                      <a:pt x="22754" y="465"/>
                      <a:pt x="26621" y="7073"/>
                    </a:cubicBezTo>
                    <a:cubicBezTo>
                      <a:pt x="39151" y="29995"/>
                      <a:pt x="42554" y="56806"/>
                      <a:pt x="36146" y="82130"/>
                    </a:cubicBezTo>
                    <a:cubicBezTo>
                      <a:pt x="34451" y="88216"/>
                      <a:pt x="28938" y="92448"/>
                      <a:pt x="22621" y="92513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020DFC02-BC22-CA1C-8687-B032214BD310}"/>
                  </a:ext>
                </a:extLst>
              </p:cNvPr>
              <p:cNvSpPr/>
              <p:nvPr/>
            </p:nvSpPr>
            <p:spPr>
              <a:xfrm>
                <a:off x="5873423" y="2245870"/>
                <a:ext cx="104925" cy="141666"/>
              </a:xfrm>
              <a:custGeom>
                <a:avLst/>
                <a:gdLst>
                  <a:gd name="csX0" fmla="*/ 14170 w 104925"/>
                  <a:gd name="csY0" fmla="*/ 141666 h 141666"/>
                  <a:gd name="csX1" fmla="*/ 0 w 104925"/>
                  <a:gd name="csY1" fmla="*/ 127261 h 141666"/>
                  <a:gd name="csX2" fmla="*/ 7502 w 104925"/>
                  <a:gd name="csY2" fmla="*/ 114806 h 141666"/>
                  <a:gd name="csX3" fmla="*/ 76273 w 104925"/>
                  <a:gd name="csY3" fmla="*/ 12888 h 141666"/>
                  <a:gd name="csX4" fmla="*/ 92037 w 104925"/>
                  <a:gd name="csY4" fmla="*/ 77 h 141666"/>
                  <a:gd name="csX5" fmla="*/ 104848 w 104925"/>
                  <a:gd name="csY5" fmla="*/ 15841 h 141666"/>
                  <a:gd name="csX6" fmla="*/ 21123 w 104925"/>
                  <a:gd name="csY6" fmla="*/ 139666 h 141666"/>
                  <a:gd name="csX7" fmla="*/ 14170 w 104925"/>
                  <a:gd name="csY7" fmla="*/ 141666 h 141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04925" h="141666">
                    <a:moveTo>
                      <a:pt x="14170" y="141666"/>
                    </a:moveTo>
                    <a:cubicBezTo>
                      <a:pt x="6279" y="141601"/>
                      <a:pt x="-65" y="135152"/>
                      <a:pt x="0" y="127261"/>
                    </a:cubicBezTo>
                    <a:cubicBezTo>
                      <a:pt x="44" y="122052"/>
                      <a:pt x="2918" y="117280"/>
                      <a:pt x="7502" y="114806"/>
                    </a:cubicBezTo>
                    <a:cubicBezTo>
                      <a:pt x="45499" y="93889"/>
                      <a:pt x="71098" y="55952"/>
                      <a:pt x="76273" y="12888"/>
                    </a:cubicBezTo>
                    <a:cubicBezTo>
                      <a:pt x="77088" y="4998"/>
                      <a:pt x="84146" y="-738"/>
                      <a:pt x="92037" y="77"/>
                    </a:cubicBezTo>
                    <a:cubicBezTo>
                      <a:pt x="99928" y="893"/>
                      <a:pt x="105663" y="7950"/>
                      <a:pt x="104848" y="15841"/>
                    </a:cubicBezTo>
                    <a:cubicBezTo>
                      <a:pt x="98799" y="68299"/>
                      <a:pt x="67552" y="114512"/>
                      <a:pt x="21123" y="139666"/>
                    </a:cubicBezTo>
                    <a:cubicBezTo>
                      <a:pt x="19014" y="140914"/>
                      <a:pt x="16620" y="141603"/>
                      <a:pt x="14170" y="141666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901921AC-E079-0DC1-65B9-0E9658F07953}"/>
                  </a:ext>
                </a:extLst>
              </p:cNvPr>
              <p:cNvSpPr/>
              <p:nvPr/>
            </p:nvSpPr>
            <p:spPr>
              <a:xfrm>
                <a:off x="5293286" y="1698625"/>
                <a:ext cx="204067" cy="103599"/>
              </a:xfrm>
              <a:custGeom>
                <a:avLst/>
                <a:gdLst>
                  <a:gd name="csX0" fmla="*/ 91958 w 204067"/>
                  <a:gd name="csY0" fmla="*/ 103600 h 103599"/>
                  <a:gd name="csX1" fmla="*/ 81575 w 204067"/>
                  <a:gd name="csY1" fmla="*/ 103600 h 103599"/>
                  <a:gd name="csX2" fmla="*/ 994 w 204067"/>
                  <a:gd name="csY2" fmla="*/ 56641 h 103599"/>
                  <a:gd name="csX3" fmla="*/ 5296 w 204067"/>
                  <a:gd name="csY3" fmla="*/ 43876 h 103599"/>
                  <a:gd name="csX4" fmla="*/ 17853 w 204067"/>
                  <a:gd name="csY4" fmla="*/ 47783 h 103599"/>
                  <a:gd name="csX5" fmla="*/ 83004 w 204067"/>
                  <a:gd name="csY5" fmla="*/ 84645 h 103599"/>
                  <a:gd name="csX6" fmla="*/ 166062 w 204067"/>
                  <a:gd name="csY6" fmla="*/ 71500 h 103599"/>
                  <a:gd name="csX7" fmla="*/ 184064 w 204067"/>
                  <a:gd name="csY7" fmla="*/ 61975 h 103599"/>
                  <a:gd name="csX8" fmla="*/ 184064 w 204067"/>
                  <a:gd name="csY8" fmla="*/ 50069 h 103599"/>
                  <a:gd name="csX9" fmla="*/ 170443 w 204067"/>
                  <a:gd name="csY9" fmla="*/ 14636 h 103599"/>
                  <a:gd name="csX10" fmla="*/ 173372 w 204067"/>
                  <a:gd name="csY10" fmla="*/ 1488 h 103599"/>
                  <a:gd name="csX11" fmla="*/ 186520 w 204067"/>
                  <a:gd name="csY11" fmla="*/ 4416 h 103599"/>
                  <a:gd name="csX12" fmla="*/ 186922 w 204067"/>
                  <a:gd name="csY12" fmla="*/ 5111 h 103599"/>
                  <a:gd name="csX13" fmla="*/ 202638 w 204067"/>
                  <a:gd name="csY13" fmla="*/ 45402 h 103599"/>
                  <a:gd name="csX14" fmla="*/ 201781 w 204067"/>
                  <a:gd name="csY14" fmla="*/ 68738 h 103599"/>
                  <a:gd name="csX15" fmla="*/ 171206 w 204067"/>
                  <a:gd name="csY15" fmla="*/ 89503 h 103599"/>
                  <a:gd name="csX16" fmla="*/ 91958 w 204067"/>
                  <a:gd name="csY16" fmla="*/ 103600 h 103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04067" h="103599">
                    <a:moveTo>
                      <a:pt x="91958" y="103600"/>
                    </a:moveTo>
                    <a:cubicBezTo>
                      <a:pt x="88528" y="103600"/>
                      <a:pt x="85004" y="103600"/>
                      <a:pt x="81575" y="103600"/>
                    </a:cubicBezTo>
                    <a:cubicBezTo>
                      <a:pt x="45761" y="101028"/>
                      <a:pt x="14900" y="83026"/>
                      <a:pt x="994" y="56641"/>
                    </a:cubicBezTo>
                    <a:cubicBezTo>
                      <a:pt x="-1343" y="51928"/>
                      <a:pt x="583" y="46213"/>
                      <a:pt x="5296" y="43876"/>
                    </a:cubicBezTo>
                    <a:cubicBezTo>
                      <a:pt x="9853" y="41617"/>
                      <a:pt x="15382" y="43337"/>
                      <a:pt x="17853" y="47783"/>
                    </a:cubicBezTo>
                    <a:cubicBezTo>
                      <a:pt x="30807" y="72453"/>
                      <a:pt x="59953" y="82930"/>
                      <a:pt x="83004" y="84645"/>
                    </a:cubicBezTo>
                    <a:cubicBezTo>
                      <a:pt x="110817" y="86645"/>
                      <a:pt x="138916" y="78930"/>
                      <a:pt x="166062" y="71500"/>
                    </a:cubicBezTo>
                    <a:cubicBezTo>
                      <a:pt x="174158" y="69310"/>
                      <a:pt x="181874" y="66547"/>
                      <a:pt x="184064" y="61975"/>
                    </a:cubicBezTo>
                    <a:cubicBezTo>
                      <a:pt x="185153" y="58081"/>
                      <a:pt x="185153" y="53963"/>
                      <a:pt x="184064" y="50069"/>
                    </a:cubicBezTo>
                    <a:cubicBezTo>
                      <a:pt x="181409" y="37617"/>
                      <a:pt x="176813" y="25660"/>
                      <a:pt x="170443" y="14636"/>
                    </a:cubicBezTo>
                    <a:cubicBezTo>
                      <a:pt x="167621" y="10197"/>
                      <a:pt x="168933" y="4310"/>
                      <a:pt x="173372" y="1488"/>
                    </a:cubicBezTo>
                    <a:cubicBezTo>
                      <a:pt x="177811" y="-1334"/>
                      <a:pt x="183698" y="-23"/>
                      <a:pt x="186520" y="4416"/>
                    </a:cubicBezTo>
                    <a:cubicBezTo>
                      <a:pt x="186664" y="4642"/>
                      <a:pt x="186798" y="4874"/>
                      <a:pt x="186922" y="5111"/>
                    </a:cubicBezTo>
                    <a:cubicBezTo>
                      <a:pt x="194264" y="17623"/>
                      <a:pt x="199569" y="31223"/>
                      <a:pt x="202638" y="45402"/>
                    </a:cubicBezTo>
                    <a:cubicBezTo>
                      <a:pt x="204802" y="53078"/>
                      <a:pt x="204502" y="61241"/>
                      <a:pt x="201781" y="68738"/>
                    </a:cubicBezTo>
                    <a:cubicBezTo>
                      <a:pt x="195685" y="82835"/>
                      <a:pt x="179778" y="87217"/>
                      <a:pt x="171206" y="89503"/>
                    </a:cubicBezTo>
                    <a:cubicBezTo>
                      <a:pt x="145537" y="97717"/>
                      <a:pt x="118884" y="102458"/>
                      <a:pt x="91958" y="10360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6" name="Graphic 37">
              <a:extLst>
                <a:ext uri="{FF2B5EF4-FFF2-40B4-BE49-F238E27FC236}">
                  <a16:creationId xmlns:a16="http://schemas.microsoft.com/office/drawing/2014/main" id="{336C5F94-C70A-5BF5-5978-21119134DAA7}"/>
                </a:ext>
              </a:extLst>
            </p:cNvPr>
            <p:cNvGrpSpPr/>
            <p:nvPr/>
          </p:nvGrpSpPr>
          <p:grpSpPr>
            <a:xfrm>
              <a:off x="2277432" y="1142142"/>
              <a:ext cx="2282756" cy="3503961"/>
              <a:chOff x="2277432" y="1142142"/>
              <a:chExt cx="2282756" cy="3503961"/>
            </a:xfrm>
          </p:grpSpPr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2A6EDECD-55F0-B15E-DCC4-435FBC619D2F}"/>
                  </a:ext>
                </a:extLst>
              </p:cNvPr>
              <p:cNvSpPr/>
              <p:nvPr/>
            </p:nvSpPr>
            <p:spPr>
              <a:xfrm>
                <a:off x="2765488" y="2720244"/>
                <a:ext cx="610171" cy="1154144"/>
              </a:xfrm>
              <a:custGeom>
                <a:avLst/>
                <a:gdLst>
                  <a:gd name="csX0" fmla="*/ 555974 w 610171"/>
                  <a:gd name="csY0" fmla="*/ 0 h 1154144"/>
                  <a:gd name="csX1" fmla="*/ 281749 w 610171"/>
                  <a:gd name="csY1" fmla="*/ 165830 h 1154144"/>
                  <a:gd name="csX2" fmla="*/ 146304 w 610171"/>
                  <a:gd name="csY2" fmla="*/ 665893 h 1154144"/>
                  <a:gd name="csX3" fmla="*/ 0 w 610171"/>
                  <a:gd name="csY3" fmla="*/ 979646 h 1154144"/>
                  <a:gd name="csX4" fmla="*/ 180022 w 610171"/>
                  <a:gd name="csY4" fmla="*/ 1154144 h 1154144"/>
                  <a:gd name="csX5" fmla="*/ 610172 w 610171"/>
                  <a:gd name="csY5" fmla="*/ 302038 h 11541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10171" h="1154144">
                    <a:moveTo>
                      <a:pt x="555974" y="0"/>
                    </a:moveTo>
                    <a:cubicBezTo>
                      <a:pt x="555974" y="0"/>
                      <a:pt x="326326" y="93345"/>
                      <a:pt x="281749" y="165830"/>
                    </a:cubicBezTo>
                    <a:cubicBezTo>
                      <a:pt x="237172" y="238315"/>
                      <a:pt x="176022" y="491490"/>
                      <a:pt x="146304" y="665893"/>
                    </a:cubicBezTo>
                    <a:cubicBezTo>
                      <a:pt x="116586" y="840296"/>
                      <a:pt x="0" y="979646"/>
                      <a:pt x="0" y="979646"/>
                    </a:cubicBezTo>
                    <a:lnTo>
                      <a:pt x="180022" y="1154144"/>
                    </a:lnTo>
                    <a:lnTo>
                      <a:pt x="610172" y="302038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0FB17AF-5E97-F046-E6A2-7C157EC3912C}"/>
                  </a:ext>
                </a:extLst>
              </p:cNvPr>
              <p:cNvSpPr/>
              <p:nvPr/>
            </p:nvSpPr>
            <p:spPr>
              <a:xfrm>
                <a:off x="3285267" y="1142142"/>
                <a:ext cx="1274825" cy="2619660"/>
              </a:xfrm>
              <a:custGeom>
                <a:avLst/>
                <a:gdLst>
                  <a:gd name="csX0" fmla="*/ 229457 w 1274825"/>
                  <a:gd name="csY0" fmla="*/ 1943957 h 2619660"/>
                  <a:gd name="csX1" fmla="*/ 1274826 w 1274825"/>
                  <a:gd name="csY1" fmla="*/ 133350 h 2619660"/>
                  <a:gd name="csX2" fmla="*/ 1044226 w 1274825"/>
                  <a:gd name="csY2" fmla="*/ 0 h 2619660"/>
                  <a:gd name="csX3" fmla="*/ 0 w 1274825"/>
                  <a:gd name="csY3" fmla="*/ 1810607 h 2619660"/>
                  <a:gd name="csX4" fmla="*/ 330613 w 1274825"/>
                  <a:gd name="csY4" fmla="*/ 2500408 h 2619660"/>
                  <a:gd name="csX5" fmla="*/ 330613 w 1274825"/>
                  <a:gd name="csY5" fmla="*/ 2500408 h 2619660"/>
                  <a:gd name="csX6" fmla="*/ 534257 w 1274825"/>
                  <a:gd name="csY6" fmla="*/ 2619661 h 2619660"/>
                  <a:gd name="csX7" fmla="*/ 534257 w 1274825"/>
                  <a:gd name="csY7" fmla="*/ 2619661 h 2619660"/>
                  <a:gd name="csX8" fmla="*/ 229457 w 1274825"/>
                  <a:gd name="csY8" fmla="*/ 1943957 h 26196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74825" h="2619660">
                    <a:moveTo>
                      <a:pt x="229457" y="1943957"/>
                    </a:moveTo>
                    <a:cubicBezTo>
                      <a:pt x="229457" y="1277207"/>
                      <a:pt x="697516" y="466630"/>
                      <a:pt x="1274826" y="133350"/>
                    </a:cubicBezTo>
                    <a:lnTo>
                      <a:pt x="1044226" y="0"/>
                    </a:lnTo>
                    <a:cubicBezTo>
                      <a:pt x="467582" y="334232"/>
                      <a:pt x="0" y="1143857"/>
                      <a:pt x="0" y="1810607"/>
                    </a:cubicBezTo>
                    <a:cubicBezTo>
                      <a:pt x="0" y="2157984"/>
                      <a:pt x="127159" y="2397633"/>
                      <a:pt x="330613" y="2500408"/>
                    </a:cubicBezTo>
                    <a:lnTo>
                      <a:pt x="330613" y="2500408"/>
                    </a:lnTo>
                    <a:lnTo>
                      <a:pt x="534257" y="2619661"/>
                    </a:lnTo>
                    <a:lnTo>
                      <a:pt x="534257" y="2619661"/>
                    </a:lnTo>
                    <a:cubicBezTo>
                      <a:pt x="345758" y="2509933"/>
                      <a:pt x="229457" y="2276189"/>
                      <a:pt x="229457" y="1943957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7826DDA9-A9C7-E664-60AA-BE28AC36FF2F}"/>
                  </a:ext>
                </a:extLst>
              </p:cNvPr>
              <p:cNvSpPr/>
              <p:nvPr/>
            </p:nvSpPr>
            <p:spPr>
              <a:xfrm>
                <a:off x="3285267" y="1142142"/>
                <a:ext cx="1274825" cy="2619660"/>
              </a:xfrm>
              <a:custGeom>
                <a:avLst/>
                <a:gdLst>
                  <a:gd name="csX0" fmla="*/ 229457 w 1274825"/>
                  <a:gd name="csY0" fmla="*/ 1943957 h 2619660"/>
                  <a:gd name="csX1" fmla="*/ 1274826 w 1274825"/>
                  <a:gd name="csY1" fmla="*/ 133350 h 2619660"/>
                  <a:gd name="csX2" fmla="*/ 1044226 w 1274825"/>
                  <a:gd name="csY2" fmla="*/ 0 h 2619660"/>
                  <a:gd name="csX3" fmla="*/ 0 w 1274825"/>
                  <a:gd name="csY3" fmla="*/ 1810607 h 2619660"/>
                  <a:gd name="csX4" fmla="*/ 330613 w 1274825"/>
                  <a:gd name="csY4" fmla="*/ 2500408 h 2619660"/>
                  <a:gd name="csX5" fmla="*/ 330613 w 1274825"/>
                  <a:gd name="csY5" fmla="*/ 2500408 h 2619660"/>
                  <a:gd name="csX6" fmla="*/ 534257 w 1274825"/>
                  <a:gd name="csY6" fmla="*/ 2619661 h 2619660"/>
                  <a:gd name="csX7" fmla="*/ 534257 w 1274825"/>
                  <a:gd name="csY7" fmla="*/ 2619661 h 2619660"/>
                  <a:gd name="csX8" fmla="*/ 229457 w 1274825"/>
                  <a:gd name="csY8" fmla="*/ 1943957 h 26196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74825" h="2619660">
                    <a:moveTo>
                      <a:pt x="229457" y="1943957"/>
                    </a:moveTo>
                    <a:cubicBezTo>
                      <a:pt x="229457" y="1277207"/>
                      <a:pt x="697516" y="466630"/>
                      <a:pt x="1274826" y="133350"/>
                    </a:cubicBezTo>
                    <a:lnTo>
                      <a:pt x="1044226" y="0"/>
                    </a:lnTo>
                    <a:cubicBezTo>
                      <a:pt x="467582" y="334232"/>
                      <a:pt x="0" y="1143857"/>
                      <a:pt x="0" y="1810607"/>
                    </a:cubicBezTo>
                    <a:cubicBezTo>
                      <a:pt x="0" y="2157984"/>
                      <a:pt x="127159" y="2397633"/>
                      <a:pt x="330613" y="2500408"/>
                    </a:cubicBezTo>
                    <a:lnTo>
                      <a:pt x="330613" y="2500408"/>
                    </a:lnTo>
                    <a:lnTo>
                      <a:pt x="534257" y="2619661"/>
                    </a:lnTo>
                    <a:lnTo>
                      <a:pt x="534257" y="2619661"/>
                    </a:lnTo>
                    <a:cubicBezTo>
                      <a:pt x="345758" y="2509933"/>
                      <a:pt x="229457" y="2276189"/>
                      <a:pt x="229457" y="1943957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15C22CC2-ABBF-8099-5F42-ED9C2B2DDF88}"/>
                  </a:ext>
                </a:extLst>
              </p:cNvPr>
              <p:cNvSpPr/>
              <p:nvPr/>
            </p:nvSpPr>
            <p:spPr>
              <a:xfrm>
                <a:off x="3514725" y="1275587"/>
                <a:ext cx="1045368" cy="2556531"/>
              </a:xfrm>
              <a:custGeom>
                <a:avLst/>
                <a:gdLst>
                  <a:gd name="csX0" fmla="*/ 0 w 1045368"/>
                  <a:gd name="csY0" fmla="*/ 1810512 h 2556531"/>
                  <a:gd name="csX1" fmla="*/ 304229 w 1045368"/>
                  <a:gd name="csY1" fmla="*/ 2486120 h 2556531"/>
                  <a:gd name="csX2" fmla="*/ 1045369 w 1045368"/>
                  <a:gd name="csY2" fmla="*/ 2414111 h 2556531"/>
                  <a:gd name="csX3" fmla="*/ 1045369 w 1045368"/>
                  <a:gd name="csY3" fmla="*/ 1488948 h 2556531"/>
                  <a:gd name="csX4" fmla="*/ 801243 w 1045368"/>
                  <a:gd name="csY4" fmla="*/ 1348073 h 2556531"/>
                  <a:gd name="csX5" fmla="*/ 1045369 w 1045368"/>
                  <a:gd name="csY5" fmla="*/ 925163 h 2556531"/>
                  <a:gd name="csX6" fmla="*/ 1045369 w 1045368"/>
                  <a:gd name="csY6" fmla="*/ 0 h 2556531"/>
                  <a:gd name="csX7" fmla="*/ 0 w 1045368"/>
                  <a:gd name="csY7" fmla="*/ 1810512 h 25565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045368" h="2556531">
                    <a:moveTo>
                      <a:pt x="0" y="1810512"/>
                    </a:moveTo>
                    <a:cubicBezTo>
                      <a:pt x="0" y="2142649"/>
                      <a:pt x="116205" y="2376392"/>
                      <a:pt x="304229" y="2486120"/>
                    </a:cubicBezTo>
                    <a:cubicBezTo>
                      <a:pt x="492252" y="2595849"/>
                      <a:pt x="755713" y="2581370"/>
                      <a:pt x="1045369" y="2414111"/>
                    </a:cubicBezTo>
                    <a:lnTo>
                      <a:pt x="1045369" y="1488948"/>
                    </a:lnTo>
                    <a:cubicBezTo>
                      <a:pt x="910590" y="1566863"/>
                      <a:pt x="801243" y="1503712"/>
                      <a:pt x="801243" y="1348073"/>
                    </a:cubicBezTo>
                    <a:cubicBezTo>
                      <a:pt x="801243" y="1192435"/>
                      <a:pt x="910590" y="1002983"/>
                      <a:pt x="1045369" y="925163"/>
                    </a:cubicBezTo>
                    <a:lnTo>
                      <a:pt x="1045369" y="0"/>
                    </a:lnTo>
                    <a:cubicBezTo>
                      <a:pt x="468154" y="333280"/>
                      <a:pt x="0" y="1143762"/>
                      <a:pt x="0" y="1810512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42E2C90E-B23F-3B88-33B4-9655FF9CE394}"/>
                  </a:ext>
                </a:extLst>
              </p:cNvPr>
              <p:cNvSpPr/>
              <p:nvPr/>
            </p:nvSpPr>
            <p:spPr>
              <a:xfrm>
                <a:off x="3671982" y="1457325"/>
                <a:ext cx="888206" cy="2159447"/>
              </a:xfrm>
              <a:custGeom>
                <a:avLst/>
                <a:gdLst>
                  <a:gd name="csX0" fmla="*/ 888206 w 888206"/>
                  <a:gd name="csY0" fmla="*/ 99346 h 2159447"/>
                  <a:gd name="csX1" fmla="*/ 888206 w 888206"/>
                  <a:gd name="csY1" fmla="*/ 0 h 2159447"/>
                  <a:gd name="csX2" fmla="*/ 866775 w 888206"/>
                  <a:gd name="csY2" fmla="*/ 12001 h 2159447"/>
                  <a:gd name="csX3" fmla="*/ 0 w 888206"/>
                  <a:gd name="csY3" fmla="*/ 1512856 h 2159447"/>
                  <a:gd name="csX4" fmla="*/ 268986 w 888206"/>
                  <a:gd name="csY4" fmla="*/ 2097119 h 2159447"/>
                  <a:gd name="csX5" fmla="*/ 510445 w 888206"/>
                  <a:gd name="csY5" fmla="*/ 2159413 h 2159447"/>
                  <a:gd name="csX6" fmla="*/ 540734 w 888206"/>
                  <a:gd name="csY6" fmla="*/ 2158556 h 2159447"/>
                  <a:gd name="csX7" fmla="*/ 887921 w 888206"/>
                  <a:gd name="csY7" fmla="*/ 2049875 h 2159447"/>
                  <a:gd name="csX8" fmla="*/ 887921 w 888206"/>
                  <a:gd name="csY8" fmla="*/ 1951291 h 2159447"/>
                  <a:gd name="csX9" fmla="*/ 866489 w 888206"/>
                  <a:gd name="csY9" fmla="*/ 1964055 h 2159447"/>
                  <a:gd name="csX10" fmla="*/ 826484 w 888206"/>
                  <a:gd name="csY10" fmla="*/ 1985963 h 2159447"/>
                  <a:gd name="csX11" fmla="*/ 312134 w 888206"/>
                  <a:gd name="csY11" fmla="*/ 2023205 h 2159447"/>
                  <a:gd name="csX12" fmla="*/ 86011 w 888206"/>
                  <a:gd name="csY12" fmla="*/ 1513237 h 2159447"/>
                  <a:gd name="csX13" fmla="*/ 888206 w 888206"/>
                  <a:gd name="csY13" fmla="*/ 99346 h 21594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88206" h="2159447">
                    <a:moveTo>
                      <a:pt x="888206" y="99346"/>
                    </a:moveTo>
                    <a:lnTo>
                      <a:pt x="888206" y="0"/>
                    </a:lnTo>
                    <a:cubicBezTo>
                      <a:pt x="881094" y="3873"/>
                      <a:pt x="873951" y="7874"/>
                      <a:pt x="866775" y="12001"/>
                    </a:cubicBezTo>
                    <a:cubicBezTo>
                      <a:pt x="389001" y="288226"/>
                      <a:pt x="0" y="961168"/>
                      <a:pt x="0" y="1512856"/>
                    </a:cubicBezTo>
                    <a:cubicBezTo>
                      <a:pt x="0" y="1789081"/>
                      <a:pt x="95250" y="1996916"/>
                      <a:pt x="268986" y="2097119"/>
                    </a:cubicBezTo>
                    <a:cubicBezTo>
                      <a:pt x="342522" y="2138935"/>
                      <a:pt x="425858" y="2160435"/>
                      <a:pt x="510445" y="2159413"/>
                    </a:cubicBezTo>
                    <a:cubicBezTo>
                      <a:pt x="520446" y="2159413"/>
                      <a:pt x="530543" y="2159413"/>
                      <a:pt x="540734" y="2158556"/>
                    </a:cubicBezTo>
                    <a:cubicBezTo>
                      <a:pt x="649415" y="2152745"/>
                      <a:pt x="766953" y="2116455"/>
                      <a:pt x="887921" y="2049875"/>
                    </a:cubicBezTo>
                    <a:lnTo>
                      <a:pt x="887921" y="1951291"/>
                    </a:lnTo>
                    <a:cubicBezTo>
                      <a:pt x="880872" y="1955673"/>
                      <a:pt x="873728" y="1959864"/>
                      <a:pt x="866489" y="1964055"/>
                    </a:cubicBezTo>
                    <a:cubicBezTo>
                      <a:pt x="853154" y="1971739"/>
                      <a:pt x="839819" y="1979041"/>
                      <a:pt x="826484" y="1985963"/>
                    </a:cubicBezTo>
                    <a:cubicBezTo>
                      <a:pt x="629888" y="2088642"/>
                      <a:pt x="448342" y="2102072"/>
                      <a:pt x="312134" y="2023205"/>
                    </a:cubicBezTo>
                    <a:cubicBezTo>
                      <a:pt x="166307" y="1939004"/>
                      <a:pt x="86011" y="1757934"/>
                      <a:pt x="86011" y="1513237"/>
                    </a:cubicBezTo>
                    <a:cubicBezTo>
                      <a:pt x="86011" y="997077"/>
                      <a:pt x="443960" y="368999"/>
                      <a:pt x="888206" y="993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862B89A5-EA4C-E946-64F6-378C27E25A58}"/>
                  </a:ext>
                </a:extLst>
              </p:cNvPr>
              <p:cNvSpPr/>
              <p:nvPr/>
            </p:nvSpPr>
            <p:spPr>
              <a:xfrm>
                <a:off x="3872579" y="1689068"/>
                <a:ext cx="687609" cy="1669376"/>
              </a:xfrm>
              <a:custGeom>
                <a:avLst/>
                <a:gdLst>
                  <a:gd name="csX0" fmla="*/ 666178 w 687609"/>
                  <a:gd name="csY0" fmla="*/ 1500950 h 1669376"/>
                  <a:gd name="csX1" fmla="*/ 253174 w 687609"/>
                  <a:gd name="csY1" fmla="*/ 1546098 h 1669376"/>
                  <a:gd name="csX2" fmla="*/ 85725 w 687609"/>
                  <a:gd name="csY2" fmla="*/ 1165860 h 1669376"/>
                  <a:gd name="csX3" fmla="*/ 687610 w 687609"/>
                  <a:gd name="csY3" fmla="*/ 99060 h 1669376"/>
                  <a:gd name="csX4" fmla="*/ 687610 w 687609"/>
                  <a:gd name="csY4" fmla="*/ 0 h 1669376"/>
                  <a:gd name="csX5" fmla="*/ 666178 w 687609"/>
                  <a:gd name="csY5" fmla="*/ 12001 h 1669376"/>
                  <a:gd name="csX6" fmla="*/ 0 w 687609"/>
                  <a:gd name="csY6" fmla="*/ 1165860 h 1669376"/>
                  <a:gd name="csX7" fmla="*/ 210312 w 687609"/>
                  <a:gd name="csY7" fmla="*/ 1620393 h 1669376"/>
                  <a:gd name="csX8" fmla="*/ 399574 w 687609"/>
                  <a:gd name="csY8" fmla="*/ 1669352 h 1669376"/>
                  <a:gd name="csX9" fmla="*/ 687610 w 687609"/>
                  <a:gd name="csY9" fmla="*/ 1587151 h 1669376"/>
                  <a:gd name="csX10" fmla="*/ 687610 w 687609"/>
                  <a:gd name="csY10" fmla="*/ 1487995 h 1669376"/>
                  <a:gd name="csX11" fmla="*/ 666178 w 687609"/>
                  <a:gd name="csY11" fmla="*/ 1500950 h 1669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87609" h="1669376">
                    <a:moveTo>
                      <a:pt x="666178" y="1500950"/>
                    </a:moveTo>
                    <a:cubicBezTo>
                      <a:pt x="507778" y="1592485"/>
                      <a:pt x="361378" y="1608487"/>
                      <a:pt x="253174" y="1546098"/>
                    </a:cubicBezTo>
                    <a:cubicBezTo>
                      <a:pt x="144970" y="1483709"/>
                      <a:pt x="85725" y="1348740"/>
                      <a:pt x="85725" y="1165860"/>
                    </a:cubicBezTo>
                    <a:cubicBezTo>
                      <a:pt x="85725" y="777240"/>
                      <a:pt x="353854" y="305086"/>
                      <a:pt x="687610" y="99060"/>
                    </a:cubicBezTo>
                    <a:lnTo>
                      <a:pt x="687610" y="0"/>
                    </a:lnTo>
                    <a:cubicBezTo>
                      <a:pt x="680466" y="3905"/>
                      <a:pt x="673322" y="7810"/>
                      <a:pt x="666178" y="12001"/>
                    </a:cubicBezTo>
                    <a:cubicBezTo>
                      <a:pt x="299371" y="224028"/>
                      <a:pt x="0" y="741712"/>
                      <a:pt x="0" y="1165860"/>
                    </a:cubicBezTo>
                    <a:cubicBezTo>
                      <a:pt x="0" y="1380649"/>
                      <a:pt x="74676" y="1542098"/>
                      <a:pt x="210312" y="1620393"/>
                    </a:cubicBezTo>
                    <a:cubicBezTo>
                      <a:pt x="267938" y="1653214"/>
                      <a:pt x="333260" y="1670112"/>
                      <a:pt x="399574" y="1669352"/>
                    </a:cubicBezTo>
                    <a:cubicBezTo>
                      <a:pt x="489109" y="1669352"/>
                      <a:pt x="586835" y="1641824"/>
                      <a:pt x="687610" y="1587151"/>
                    </a:cubicBezTo>
                    <a:lnTo>
                      <a:pt x="687610" y="1487995"/>
                    </a:lnTo>
                    <a:cubicBezTo>
                      <a:pt x="680371" y="1492282"/>
                      <a:pt x="673418" y="1496854"/>
                      <a:pt x="666178" y="15009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A2C932FA-0D63-DDF9-4AB0-715CA2B487C0}"/>
                  </a:ext>
                </a:extLst>
              </p:cNvPr>
              <p:cNvSpPr/>
              <p:nvPr/>
            </p:nvSpPr>
            <p:spPr>
              <a:xfrm>
                <a:off x="4072890" y="1920620"/>
                <a:ext cx="487298" cy="1179116"/>
              </a:xfrm>
              <a:custGeom>
                <a:avLst/>
                <a:gdLst>
                  <a:gd name="csX0" fmla="*/ 465868 w 487298"/>
                  <a:gd name="csY0" fmla="*/ 1038130 h 1179116"/>
                  <a:gd name="csX1" fmla="*/ 194500 w 487298"/>
                  <a:gd name="csY1" fmla="*/ 1069277 h 1179116"/>
                  <a:gd name="csX2" fmla="*/ 85725 w 487298"/>
                  <a:gd name="csY2" fmla="*/ 818674 h 1179116"/>
                  <a:gd name="csX3" fmla="*/ 487299 w 487298"/>
                  <a:gd name="csY3" fmla="*/ 98965 h 1179116"/>
                  <a:gd name="csX4" fmla="*/ 487299 w 487298"/>
                  <a:gd name="csY4" fmla="*/ 0 h 1179116"/>
                  <a:gd name="csX5" fmla="*/ 465868 w 487298"/>
                  <a:gd name="csY5" fmla="*/ 11716 h 1179116"/>
                  <a:gd name="csX6" fmla="*/ 0 w 487298"/>
                  <a:gd name="csY6" fmla="*/ 818674 h 1179116"/>
                  <a:gd name="csX7" fmla="*/ 151638 w 487298"/>
                  <a:gd name="csY7" fmla="*/ 1143476 h 1179116"/>
                  <a:gd name="csX8" fmla="*/ 288703 w 487298"/>
                  <a:gd name="csY8" fmla="*/ 1179100 h 1179116"/>
                  <a:gd name="csX9" fmla="*/ 487299 w 487298"/>
                  <a:gd name="csY9" fmla="*/ 1124045 h 1179116"/>
                  <a:gd name="csX10" fmla="*/ 487299 w 487298"/>
                  <a:gd name="csY10" fmla="*/ 1025176 h 1179116"/>
                  <a:gd name="csX11" fmla="*/ 465868 w 487298"/>
                  <a:gd name="csY11" fmla="*/ 1038130 h 1179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87298" h="1179116">
                    <a:moveTo>
                      <a:pt x="465868" y="1038130"/>
                    </a:moveTo>
                    <a:cubicBezTo>
                      <a:pt x="361093" y="1098709"/>
                      <a:pt x="264605" y="1109758"/>
                      <a:pt x="194500" y="1069277"/>
                    </a:cubicBezTo>
                    <a:cubicBezTo>
                      <a:pt x="124396" y="1028795"/>
                      <a:pt x="85725" y="939736"/>
                      <a:pt x="85725" y="818674"/>
                    </a:cubicBezTo>
                    <a:cubicBezTo>
                      <a:pt x="85725" y="557593"/>
                      <a:pt x="263938" y="240792"/>
                      <a:pt x="487299" y="98965"/>
                    </a:cubicBezTo>
                    <a:lnTo>
                      <a:pt x="487299" y="0"/>
                    </a:lnTo>
                    <a:cubicBezTo>
                      <a:pt x="480155" y="3715"/>
                      <a:pt x="473107" y="7525"/>
                      <a:pt x="465868" y="11716"/>
                    </a:cubicBezTo>
                    <a:cubicBezTo>
                      <a:pt x="208693" y="160020"/>
                      <a:pt x="0" y="521970"/>
                      <a:pt x="0" y="818674"/>
                    </a:cubicBezTo>
                    <a:cubicBezTo>
                      <a:pt x="0" y="971645"/>
                      <a:pt x="53816" y="1087088"/>
                      <a:pt x="151638" y="1143476"/>
                    </a:cubicBezTo>
                    <a:cubicBezTo>
                      <a:pt x="193342" y="1167338"/>
                      <a:pt x="240658" y="1179635"/>
                      <a:pt x="288703" y="1179100"/>
                    </a:cubicBezTo>
                    <a:cubicBezTo>
                      <a:pt x="350710" y="1179100"/>
                      <a:pt x="418052" y="1160050"/>
                      <a:pt x="487299" y="1124045"/>
                    </a:cubicBezTo>
                    <a:lnTo>
                      <a:pt x="487299" y="1025176"/>
                    </a:lnTo>
                    <a:cubicBezTo>
                      <a:pt x="480060" y="1029652"/>
                      <a:pt x="473107" y="1033939"/>
                      <a:pt x="465868" y="10381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0F255EF-CD71-D8FC-DD95-CE23D2653063}"/>
                  </a:ext>
                </a:extLst>
              </p:cNvPr>
              <p:cNvSpPr/>
              <p:nvPr/>
            </p:nvSpPr>
            <p:spPr>
              <a:xfrm>
                <a:off x="3514725" y="1275587"/>
                <a:ext cx="1045368" cy="2556531"/>
              </a:xfrm>
              <a:custGeom>
                <a:avLst/>
                <a:gdLst>
                  <a:gd name="csX0" fmla="*/ 0 w 1045368"/>
                  <a:gd name="csY0" fmla="*/ 1810512 h 2556531"/>
                  <a:gd name="csX1" fmla="*/ 304229 w 1045368"/>
                  <a:gd name="csY1" fmla="*/ 2486120 h 2556531"/>
                  <a:gd name="csX2" fmla="*/ 1045369 w 1045368"/>
                  <a:gd name="csY2" fmla="*/ 2414111 h 2556531"/>
                  <a:gd name="csX3" fmla="*/ 1045369 w 1045368"/>
                  <a:gd name="csY3" fmla="*/ 1488948 h 2556531"/>
                  <a:gd name="csX4" fmla="*/ 801243 w 1045368"/>
                  <a:gd name="csY4" fmla="*/ 1348073 h 2556531"/>
                  <a:gd name="csX5" fmla="*/ 1045369 w 1045368"/>
                  <a:gd name="csY5" fmla="*/ 925163 h 2556531"/>
                  <a:gd name="csX6" fmla="*/ 1045369 w 1045368"/>
                  <a:gd name="csY6" fmla="*/ 0 h 2556531"/>
                  <a:gd name="csX7" fmla="*/ 0 w 1045368"/>
                  <a:gd name="csY7" fmla="*/ 1810512 h 25565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045368" h="2556531">
                    <a:moveTo>
                      <a:pt x="0" y="1810512"/>
                    </a:moveTo>
                    <a:cubicBezTo>
                      <a:pt x="0" y="2142649"/>
                      <a:pt x="116205" y="2376392"/>
                      <a:pt x="304229" y="2486120"/>
                    </a:cubicBezTo>
                    <a:cubicBezTo>
                      <a:pt x="492252" y="2595849"/>
                      <a:pt x="755713" y="2581370"/>
                      <a:pt x="1045369" y="2414111"/>
                    </a:cubicBezTo>
                    <a:lnTo>
                      <a:pt x="1045369" y="1488948"/>
                    </a:lnTo>
                    <a:cubicBezTo>
                      <a:pt x="910590" y="1566863"/>
                      <a:pt x="801243" y="1503712"/>
                      <a:pt x="801243" y="1348073"/>
                    </a:cubicBezTo>
                    <a:cubicBezTo>
                      <a:pt x="801243" y="1192435"/>
                      <a:pt x="910590" y="1002983"/>
                      <a:pt x="1045369" y="925163"/>
                    </a:cubicBezTo>
                    <a:lnTo>
                      <a:pt x="1045369" y="0"/>
                    </a:lnTo>
                    <a:cubicBezTo>
                      <a:pt x="468154" y="333280"/>
                      <a:pt x="0" y="1143762"/>
                      <a:pt x="0" y="181051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79DA6B4-B31E-5C71-570B-9CAAC2ABBE21}"/>
                  </a:ext>
                </a:extLst>
              </p:cNvPr>
              <p:cNvSpPr/>
              <p:nvPr/>
            </p:nvSpPr>
            <p:spPr>
              <a:xfrm>
                <a:off x="3678858" y="2950882"/>
                <a:ext cx="499441" cy="829780"/>
              </a:xfrm>
              <a:custGeom>
                <a:avLst/>
                <a:gdLst>
                  <a:gd name="csX0" fmla="*/ 32653 w 499441"/>
                  <a:gd name="csY0" fmla="*/ 519074 h 829780"/>
                  <a:gd name="csX1" fmla="*/ 221057 w 499441"/>
                  <a:gd name="csY1" fmla="*/ 363817 h 829780"/>
                  <a:gd name="csX2" fmla="*/ 452039 w 499441"/>
                  <a:gd name="csY2" fmla="*/ 57 h 829780"/>
                  <a:gd name="csX3" fmla="*/ 499390 w 499441"/>
                  <a:gd name="csY3" fmla="*/ 51856 h 829780"/>
                  <a:gd name="csX4" fmla="*/ 499187 w 499441"/>
                  <a:gd name="csY4" fmla="*/ 54636 h 829780"/>
                  <a:gd name="csX5" fmla="*/ 395270 w 499441"/>
                  <a:gd name="csY5" fmla="*/ 472402 h 829780"/>
                  <a:gd name="csX6" fmla="*/ 106376 w 499441"/>
                  <a:gd name="csY6" fmla="*/ 829780 h 829780"/>
                  <a:gd name="csX7" fmla="*/ 32653 w 499441"/>
                  <a:gd name="csY7" fmla="*/ 519074 h 8297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99441" h="829780">
                    <a:moveTo>
                      <a:pt x="32653" y="519074"/>
                    </a:moveTo>
                    <a:cubicBezTo>
                      <a:pt x="136761" y="493643"/>
                      <a:pt x="221057" y="363817"/>
                      <a:pt x="221057" y="363817"/>
                    </a:cubicBezTo>
                    <a:cubicBezTo>
                      <a:pt x="221057" y="363817"/>
                      <a:pt x="312402" y="-5277"/>
                      <a:pt x="452039" y="57"/>
                    </a:cubicBezTo>
                    <a:cubicBezTo>
                      <a:pt x="479418" y="1285"/>
                      <a:pt x="500619" y="24477"/>
                      <a:pt x="499390" y="51856"/>
                    </a:cubicBezTo>
                    <a:cubicBezTo>
                      <a:pt x="499349" y="52785"/>
                      <a:pt x="499281" y="53711"/>
                      <a:pt x="499187" y="54636"/>
                    </a:cubicBezTo>
                    <a:cubicBezTo>
                      <a:pt x="493187" y="115119"/>
                      <a:pt x="429274" y="356388"/>
                      <a:pt x="395270" y="472402"/>
                    </a:cubicBezTo>
                    <a:cubicBezTo>
                      <a:pt x="353931" y="613658"/>
                      <a:pt x="106376" y="829780"/>
                      <a:pt x="106376" y="829780"/>
                    </a:cubicBezTo>
                    <a:cubicBezTo>
                      <a:pt x="106376" y="829780"/>
                      <a:pt x="-71360" y="544792"/>
                      <a:pt x="32653" y="519074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504372E6-37A8-99DA-9BCF-F59D3BCA3CBC}"/>
                  </a:ext>
                </a:extLst>
              </p:cNvPr>
              <p:cNvSpPr/>
              <p:nvPr/>
            </p:nvSpPr>
            <p:spPr>
              <a:xfrm>
                <a:off x="3621687" y="2762059"/>
                <a:ext cx="478145" cy="842962"/>
              </a:xfrm>
              <a:custGeom>
                <a:avLst/>
                <a:gdLst>
                  <a:gd name="csX0" fmla="*/ 30674 w 478145"/>
                  <a:gd name="csY0" fmla="*/ 535496 h 842962"/>
                  <a:gd name="csX1" fmla="*/ 212697 w 478145"/>
                  <a:gd name="csY1" fmla="*/ 372713 h 842962"/>
                  <a:gd name="csX2" fmla="*/ 428724 w 478145"/>
                  <a:gd name="csY2" fmla="*/ 0 h 842962"/>
                  <a:gd name="csX3" fmla="*/ 478145 w 478145"/>
                  <a:gd name="csY3" fmla="*/ 49828 h 842962"/>
                  <a:gd name="csX4" fmla="*/ 478063 w 478145"/>
                  <a:gd name="csY4" fmla="*/ 52483 h 842962"/>
                  <a:gd name="csX5" fmla="*/ 391100 w 478145"/>
                  <a:gd name="csY5" fmla="*/ 474155 h 842962"/>
                  <a:gd name="csX6" fmla="*/ 116970 w 478145"/>
                  <a:gd name="csY6" fmla="*/ 842963 h 842962"/>
                  <a:gd name="csX7" fmla="*/ 30674 w 478145"/>
                  <a:gd name="csY7" fmla="*/ 535496 h 8429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8145" h="842962">
                    <a:moveTo>
                      <a:pt x="30674" y="535496"/>
                    </a:moveTo>
                    <a:cubicBezTo>
                      <a:pt x="133735" y="505873"/>
                      <a:pt x="212697" y="372713"/>
                      <a:pt x="212697" y="372713"/>
                    </a:cubicBezTo>
                    <a:cubicBezTo>
                      <a:pt x="212697" y="372713"/>
                      <a:pt x="288897" y="286"/>
                      <a:pt x="428724" y="0"/>
                    </a:cubicBezTo>
                    <a:cubicBezTo>
                      <a:pt x="456131" y="112"/>
                      <a:pt x="478258" y="22421"/>
                      <a:pt x="478145" y="49828"/>
                    </a:cubicBezTo>
                    <a:cubicBezTo>
                      <a:pt x="478142" y="50714"/>
                      <a:pt x="478114" y="51599"/>
                      <a:pt x="478063" y="52483"/>
                    </a:cubicBezTo>
                    <a:cubicBezTo>
                      <a:pt x="474539" y="113252"/>
                      <a:pt x="420913" y="356806"/>
                      <a:pt x="391100" y="474155"/>
                    </a:cubicBezTo>
                    <a:cubicBezTo>
                      <a:pt x="355477" y="617030"/>
                      <a:pt x="116970" y="842963"/>
                      <a:pt x="116970" y="842963"/>
                    </a:cubicBezTo>
                    <a:cubicBezTo>
                      <a:pt x="116970" y="842963"/>
                      <a:pt x="-72291" y="565213"/>
                      <a:pt x="30674" y="535496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A08AE81-6BEF-B5EF-6EC5-0064A9277C9E}"/>
                  </a:ext>
                </a:extLst>
              </p:cNvPr>
              <p:cNvSpPr/>
              <p:nvPr/>
            </p:nvSpPr>
            <p:spPr>
              <a:xfrm>
                <a:off x="3845261" y="2975797"/>
                <a:ext cx="238873" cy="554167"/>
              </a:xfrm>
              <a:custGeom>
                <a:avLst/>
                <a:gdLst>
                  <a:gd name="csX0" fmla="*/ 15507 w 238873"/>
                  <a:gd name="csY0" fmla="*/ 554167 h 554167"/>
                  <a:gd name="csX1" fmla="*/ 0 w 238873"/>
                  <a:gd name="csY1" fmla="*/ 538623 h 554167"/>
                  <a:gd name="csX2" fmla="*/ 3982 w 238873"/>
                  <a:gd name="csY2" fmla="*/ 528259 h 554167"/>
                  <a:gd name="csX3" fmla="*/ 152477 w 238873"/>
                  <a:gd name="csY3" fmla="*/ 256701 h 554167"/>
                  <a:gd name="csX4" fmla="*/ 208103 w 238873"/>
                  <a:gd name="csY4" fmla="*/ 12575 h 554167"/>
                  <a:gd name="csX5" fmla="*/ 226298 w 238873"/>
                  <a:gd name="csY5" fmla="*/ 286 h 554167"/>
                  <a:gd name="csX6" fmla="*/ 238587 w 238873"/>
                  <a:gd name="csY6" fmla="*/ 18482 h 554167"/>
                  <a:gd name="csX7" fmla="*/ 238487 w 238873"/>
                  <a:gd name="csY7" fmla="*/ 18957 h 554167"/>
                  <a:gd name="csX8" fmla="*/ 182671 w 238873"/>
                  <a:gd name="csY8" fmla="*/ 264226 h 554167"/>
                  <a:gd name="csX9" fmla="*/ 27032 w 238873"/>
                  <a:gd name="csY9" fmla="*/ 549024 h 554167"/>
                  <a:gd name="csX10" fmla="*/ 15507 w 238873"/>
                  <a:gd name="csY10" fmla="*/ 554167 h 5541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38873" h="554167">
                    <a:moveTo>
                      <a:pt x="15507" y="554167"/>
                    </a:moveTo>
                    <a:cubicBezTo>
                      <a:pt x="6933" y="554157"/>
                      <a:pt x="-10" y="547197"/>
                      <a:pt x="0" y="538623"/>
                    </a:cubicBezTo>
                    <a:cubicBezTo>
                      <a:pt x="5" y="534796"/>
                      <a:pt x="1423" y="531105"/>
                      <a:pt x="3982" y="528259"/>
                    </a:cubicBezTo>
                    <a:cubicBezTo>
                      <a:pt x="67704" y="457203"/>
                      <a:pt x="131617" y="340521"/>
                      <a:pt x="152477" y="256701"/>
                    </a:cubicBezTo>
                    <a:cubicBezTo>
                      <a:pt x="166383" y="201075"/>
                      <a:pt x="188957" y="104301"/>
                      <a:pt x="208103" y="12575"/>
                    </a:cubicBezTo>
                    <a:cubicBezTo>
                      <a:pt x="209734" y="4157"/>
                      <a:pt x="217880" y="-1345"/>
                      <a:pt x="226298" y="286"/>
                    </a:cubicBezTo>
                    <a:cubicBezTo>
                      <a:pt x="234716" y="1917"/>
                      <a:pt x="240218" y="10064"/>
                      <a:pt x="238587" y="18482"/>
                    </a:cubicBezTo>
                    <a:cubicBezTo>
                      <a:pt x="238557" y="18641"/>
                      <a:pt x="238523" y="18799"/>
                      <a:pt x="238487" y="18957"/>
                    </a:cubicBezTo>
                    <a:cubicBezTo>
                      <a:pt x="221819" y="98491"/>
                      <a:pt x="199340" y="197075"/>
                      <a:pt x="182671" y="264226"/>
                    </a:cubicBezTo>
                    <a:cubicBezTo>
                      <a:pt x="160287" y="353761"/>
                      <a:pt x="94850" y="473776"/>
                      <a:pt x="27032" y="549024"/>
                    </a:cubicBezTo>
                    <a:cubicBezTo>
                      <a:pt x="24114" y="552323"/>
                      <a:pt x="19912" y="554199"/>
                      <a:pt x="15507" y="554167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1D08DA4E-3128-6BAC-E230-D1C1BB2C6805}"/>
                  </a:ext>
                </a:extLst>
              </p:cNvPr>
              <p:cNvSpPr/>
              <p:nvPr/>
            </p:nvSpPr>
            <p:spPr>
              <a:xfrm>
                <a:off x="3541822" y="2614136"/>
                <a:ext cx="477833" cy="843343"/>
              </a:xfrm>
              <a:custGeom>
                <a:avLst/>
                <a:gdLst>
                  <a:gd name="csX0" fmla="*/ 30719 w 477833"/>
                  <a:gd name="csY0" fmla="*/ 535591 h 843343"/>
                  <a:gd name="csX1" fmla="*/ 212646 w 477833"/>
                  <a:gd name="csY1" fmla="*/ 372713 h 843343"/>
                  <a:gd name="csX2" fmla="*/ 428673 w 477833"/>
                  <a:gd name="csY2" fmla="*/ 0 h 843343"/>
                  <a:gd name="csX3" fmla="*/ 477831 w 477833"/>
                  <a:gd name="csY3" fmla="*/ 50089 h 843343"/>
                  <a:gd name="csX4" fmla="*/ 477727 w 477833"/>
                  <a:gd name="csY4" fmla="*/ 52864 h 843343"/>
                  <a:gd name="csX5" fmla="*/ 390859 w 477833"/>
                  <a:gd name="csY5" fmla="*/ 474535 h 843343"/>
                  <a:gd name="csX6" fmla="*/ 116634 w 477833"/>
                  <a:gd name="csY6" fmla="*/ 843343 h 843343"/>
                  <a:gd name="csX7" fmla="*/ 30719 w 477833"/>
                  <a:gd name="csY7" fmla="*/ 535591 h 8433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7833" h="843343">
                    <a:moveTo>
                      <a:pt x="30719" y="535591"/>
                    </a:moveTo>
                    <a:cubicBezTo>
                      <a:pt x="133684" y="505873"/>
                      <a:pt x="212646" y="372713"/>
                      <a:pt x="212646" y="372713"/>
                    </a:cubicBezTo>
                    <a:cubicBezTo>
                      <a:pt x="212646" y="372713"/>
                      <a:pt x="288846" y="286"/>
                      <a:pt x="428673" y="0"/>
                    </a:cubicBezTo>
                    <a:cubicBezTo>
                      <a:pt x="456079" y="257"/>
                      <a:pt x="478088" y="22682"/>
                      <a:pt x="477831" y="50089"/>
                    </a:cubicBezTo>
                    <a:cubicBezTo>
                      <a:pt x="477822" y="51014"/>
                      <a:pt x="477788" y="51940"/>
                      <a:pt x="477727" y="52864"/>
                    </a:cubicBezTo>
                    <a:cubicBezTo>
                      <a:pt x="474203" y="113538"/>
                      <a:pt x="420101" y="357188"/>
                      <a:pt x="390859" y="474535"/>
                    </a:cubicBezTo>
                    <a:cubicBezTo>
                      <a:pt x="355236" y="617410"/>
                      <a:pt x="116634" y="843343"/>
                      <a:pt x="116634" y="843343"/>
                    </a:cubicBezTo>
                    <a:cubicBezTo>
                      <a:pt x="116634" y="843343"/>
                      <a:pt x="-72246" y="565214"/>
                      <a:pt x="30719" y="535591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39A65003-FD15-380F-98AB-ED1B185D44BC}"/>
                  </a:ext>
                </a:extLst>
              </p:cNvPr>
              <p:cNvSpPr/>
              <p:nvPr/>
            </p:nvSpPr>
            <p:spPr>
              <a:xfrm>
                <a:off x="3179064" y="2597276"/>
                <a:ext cx="691317" cy="843057"/>
              </a:xfrm>
              <a:custGeom>
                <a:avLst/>
                <a:gdLst>
                  <a:gd name="csX0" fmla="*/ 65818 w 691317"/>
                  <a:gd name="csY0" fmla="*/ 475774 h 843057"/>
                  <a:gd name="csX1" fmla="*/ 243935 w 691317"/>
                  <a:gd name="csY1" fmla="*/ 535591 h 843057"/>
                  <a:gd name="csX2" fmla="*/ 425863 w 691317"/>
                  <a:gd name="csY2" fmla="*/ 372713 h 843057"/>
                  <a:gd name="csX3" fmla="*/ 641890 w 691317"/>
                  <a:gd name="csY3" fmla="*/ 0 h 843057"/>
                  <a:gd name="csX4" fmla="*/ 691317 w 691317"/>
                  <a:gd name="csY4" fmla="*/ 49823 h 843057"/>
                  <a:gd name="csX5" fmla="*/ 691229 w 691317"/>
                  <a:gd name="csY5" fmla="*/ 52578 h 843057"/>
                  <a:gd name="csX6" fmla="*/ 604361 w 691317"/>
                  <a:gd name="csY6" fmla="*/ 474250 h 843057"/>
                  <a:gd name="csX7" fmla="*/ 330136 w 691317"/>
                  <a:gd name="csY7" fmla="*/ 843058 h 843057"/>
                  <a:gd name="csX8" fmla="*/ 0 w 691317"/>
                  <a:gd name="csY8" fmla="*/ 643700 h 8430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91317" h="843057">
                    <a:moveTo>
                      <a:pt x="65818" y="475774"/>
                    </a:moveTo>
                    <a:cubicBezTo>
                      <a:pt x="65818" y="475774"/>
                      <a:pt x="140970" y="565213"/>
                      <a:pt x="243935" y="535591"/>
                    </a:cubicBezTo>
                    <a:cubicBezTo>
                      <a:pt x="346900" y="505968"/>
                      <a:pt x="425863" y="372713"/>
                      <a:pt x="425863" y="372713"/>
                    </a:cubicBezTo>
                    <a:cubicBezTo>
                      <a:pt x="425863" y="372713"/>
                      <a:pt x="502063" y="286"/>
                      <a:pt x="641890" y="0"/>
                    </a:cubicBezTo>
                    <a:cubicBezTo>
                      <a:pt x="669297" y="109"/>
                      <a:pt x="691426" y="22416"/>
                      <a:pt x="691317" y="49823"/>
                    </a:cubicBezTo>
                    <a:cubicBezTo>
                      <a:pt x="691313" y="50742"/>
                      <a:pt x="691284" y="51661"/>
                      <a:pt x="691229" y="52578"/>
                    </a:cubicBezTo>
                    <a:cubicBezTo>
                      <a:pt x="687705" y="113252"/>
                      <a:pt x="633603" y="356902"/>
                      <a:pt x="604361" y="474250"/>
                    </a:cubicBezTo>
                    <a:cubicBezTo>
                      <a:pt x="568738" y="617125"/>
                      <a:pt x="330136" y="843058"/>
                      <a:pt x="330136" y="843058"/>
                    </a:cubicBezTo>
                    <a:lnTo>
                      <a:pt x="0" y="643700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3E55594-B692-B9A2-500E-577EF6246856}"/>
                  </a:ext>
                </a:extLst>
              </p:cNvPr>
              <p:cNvSpPr/>
              <p:nvPr/>
            </p:nvSpPr>
            <p:spPr>
              <a:xfrm>
                <a:off x="2945606" y="3209925"/>
                <a:ext cx="861616" cy="939831"/>
              </a:xfrm>
              <a:custGeom>
                <a:avLst/>
                <a:gdLst>
                  <a:gd name="csX0" fmla="*/ 839629 w 861616"/>
                  <a:gd name="csY0" fmla="*/ 570738 h 939831"/>
                  <a:gd name="csX1" fmla="*/ 220504 w 861616"/>
                  <a:gd name="csY1" fmla="*/ 939832 h 939831"/>
                  <a:gd name="csX2" fmla="*/ 0 w 861616"/>
                  <a:gd name="csY2" fmla="*/ 663607 h 939831"/>
                  <a:gd name="csX3" fmla="*/ 233458 w 861616"/>
                  <a:gd name="csY3" fmla="*/ 0 h 939831"/>
                  <a:gd name="csX4" fmla="*/ 608267 w 861616"/>
                  <a:gd name="csY4" fmla="*/ 47625 h 939831"/>
                  <a:gd name="csX5" fmla="*/ 839629 w 861616"/>
                  <a:gd name="csY5" fmla="*/ 570738 h 9398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61616" h="939831">
                    <a:moveTo>
                      <a:pt x="839629" y="570738"/>
                    </a:moveTo>
                    <a:cubicBezTo>
                      <a:pt x="839629" y="570738"/>
                      <a:pt x="635508" y="791623"/>
                      <a:pt x="220504" y="939832"/>
                    </a:cubicBezTo>
                    <a:lnTo>
                      <a:pt x="0" y="663607"/>
                    </a:lnTo>
                    <a:lnTo>
                      <a:pt x="233458" y="0"/>
                    </a:lnTo>
                    <a:lnTo>
                      <a:pt x="608267" y="47625"/>
                    </a:lnTo>
                    <a:cubicBezTo>
                      <a:pt x="608267" y="47625"/>
                      <a:pt x="950119" y="230505"/>
                      <a:pt x="839629" y="57073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8B44171-7DBC-D984-F42E-36D43CF63CDB}"/>
                  </a:ext>
                </a:extLst>
              </p:cNvPr>
              <p:cNvSpPr/>
              <p:nvPr/>
            </p:nvSpPr>
            <p:spPr>
              <a:xfrm>
                <a:off x="3596796" y="2634804"/>
                <a:ext cx="289022" cy="713710"/>
              </a:xfrm>
              <a:custGeom>
                <a:avLst/>
                <a:gdLst>
                  <a:gd name="csX0" fmla="*/ 15559 w 289022"/>
                  <a:gd name="csY0" fmla="*/ 713709 h 713710"/>
                  <a:gd name="csX1" fmla="*/ 5177 w 289022"/>
                  <a:gd name="csY1" fmla="*/ 709804 h 713710"/>
                  <a:gd name="csX2" fmla="*/ 3939 w 289022"/>
                  <a:gd name="csY2" fmla="*/ 687897 h 713710"/>
                  <a:gd name="csX3" fmla="*/ 171579 w 289022"/>
                  <a:gd name="csY3" fmla="*/ 432913 h 713710"/>
                  <a:gd name="csX4" fmla="*/ 258066 w 289022"/>
                  <a:gd name="csY4" fmla="*/ 13813 h 713710"/>
                  <a:gd name="csX5" fmla="*/ 275211 w 289022"/>
                  <a:gd name="csY5" fmla="*/ 96 h 713710"/>
                  <a:gd name="csX6" fmla="*/ 289022 w 289022"/>
                  <a:gd name="csY6" fmla="*/ 15622 h 713710"/>
                  <a:gd name="csX7" fmla="*/ 201678 w 289022"/>
                  <a:gd name="csY7" fmla="*/ 440151 h 713710"/>
                  <a:gd name="csX8" fmla="*/ 27085 w 289022"/>
                  <a:gd name="csY8" fmla="*/ 708280 h 713710"/>
                  <a:gd name="csX9" fmla="*/ 15559 w 289022"/>
                  <a:gd name="csY9" fmla="*/ 713710 h 7137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89022" h="713710">
                    <a:moveTo>
                      <a:pt x="15559" y="713709"/>
                    </a:moveTo>
                    <a:cubicBezTo>
                      <a:pt x="11732" y="713749"/>
                      <a:pt x="8029" y="712356"/>
                      <a:pt x="5177" y="709804"/>
                    </a:cubicBezTo>
                    <a:cubicBezTo>
                      <a:pt x="-1209" y="704094"/>
                      <a:pt x="-1763" y="694290"/>
                      <a:pt x="3939" y="687897"/>
                    </a:cubicBezTo>
                    <a:cubicBezTo>
                      <a:pt x="98427" y="581979"/>
                      <a:pt x="156339" y="493873"/>
                      <a:pt x="171579" y="432913"/>
                    </a:cubicBezTo>
                    <a:cubicBezTo>
                      <a:pt x="203773" y="303658"/>
                      <a:pt x="254732" y="70963"/>
                      <a:pt x="258066" y="13813"/>
                    </a:cubicBezTo>
                    <a:cubicBezTo>
                      <a:pt x="259013" y="5290"/>
                      <a:pt x="266689" y="-850"/>
                      <a:pt x="275211" y="96"/>
                    </a:cubicBezTo>
                    <a:cubicBezTo>
                      <a:pt x="283110" y="974"/>
                      <a:pt x="289071" y="7675"/>
                      <a:pt x="289022" y="15622"/>
                    </a:cubicBezTo>
                    <a:cubicBezTo>
                      <a:pt x="285307" y="79345"/>
                      <a:pt x="230158" y="325851"/>
                      <a:pt x="201678" y="440151"/>
                    </a:cubicBezTo>
                    <a:cubicBezTo>
                      <a:pt x="180913" y="523305"/>
                      <a:pt x="95283" y="631795"/>
                      <a:pt x="27085" y="708280"/>
                    </a:cubicBezTo>
                    <a:cubicBezTo>
                      <a:pt x="24204" y="711666"/>
                      <a:pt x="20004" y="713644"/>
                      <a:pt x="15559" y="71371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CF08353-C223-FFEF-AB8A-2928E5EFDB89}"/>
                  </a:ext>
                </a:extLst>
              </p:cNvPr>
              <p:cNvSpPr/>
              <p:nvPr/>
            </p:nvSpPr>
            <p:spPr>
              <a:xfrm>
                <a:off x="3727751" y="2756258"/>
                <a:ext cx="290932" cy="672741"/>
              </a:xfrm>
              <a:custGeom>
                <a:avLst/>
                <a:gdLst>
                  <a:gd name="csX0" fmla="*/ 15574 w 290932"/>
                  <a:gd name="csY0" fmla="*/ 672741 h 672741"/>
                  <a:gd name="csX1" fmla="*/ 4906 w 290932"/>
                  <a:gd name="csY1" fmla="*/ 668455 h 672741"/>
                  <a:gd name="csX2" fmla="*/ 4146 w 290932"/>
                  <a:gd name="csY2" fmla="*/ 646646 h 672741"/>
                  <a:gd name="csX3" fmla="*/ 4239 w 290932"/>
                  <a:gd name="csY3" fmla="*/ 646547 h 672741"/>
                  <a:gd name="csX4" fmla="*/ 189977 w 290932"/>
                  <a:gd name="csY4" fmla="*/ 328603 h 672741"/>
                  <a:gd name="csX5" fmla="*/ 260081 w 290932"/>
                  <a:gd name="csY5" fmla="*/ 12659 h 672741"/>
                  <a:gd name="csX6" fmla="*/ 278273 w 290932"/>
                  <a:gd name="csY6" fmla="*/ 276 h 672741"/>
                  <a:gd name="csX7" fmla="*/ 290656 w 290932"/>
                  <a:gd name="csY7" fmla="*/ 18469 h 672741"/>
                  <a:gd name="csX8" fmla="*/ 220076 w 290932"/>
                  <a:gd name="csY8" fmla="*/ 336128 h 672741"/>
                  <a:gd name="csX9" fmla="*/ 26813 w 290932"/>
                  <a:gd name="csY9" fmla="*/ 667788 h 672741"/>
                  <a:gd name="csX10" fmla="*/ 15574 w 290932"/>
                  <a:gd name="csY10" fmla="*/ 672741 h 6727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90932" h="672741">
                    <a:moveTo>
                      <a:pt x="15574" y="672741"/>
                    </a:moveTo>
                    <a:cubicBezTo>
                      <a:pt x="11595" y="672760"/>
                      <a:pt x="7766" y="671222"/>
                      <a:pt x="4906" y="668455"/>
                    </a:cubicBezTo>
                    <a:cubicBezTo>
                      <a:pt x="-1326" y="662642"/>
                      <a:pt x="-1666" y="652878"/>
                      <a:pt x="4146" y="646646"/>
                    </a:cubicBezTo>
                    <a:cubicBezTo>
                      <a:pt x="4177" y="646613"/>
                      <a:pt x="4208" y="646580"/>
                      <a:pt x="4239" y="646547"/>
                    </a:cubicBezTo>
                    <a:cubicBezTo>
                      <a:pt x="72629" y="573872"/>
                      <a:pt x="166164" y="422520"/>
                      <a:pt x="189977" y="328603"/>
                    </a:cubicBezTo>
                    <a:cubicBezTo>
                      <a:pt x="209598" y="249831"/>
                      <a:pt x="240840" y="112290"/>
                      <a:pt x="260081" y="12659"/>
                    </a:cubicBezTo>
                    <a:cubicBezTo>
                      <a:pt x="261685" y="4216"/>
                      <a:pt x="269830" y="-1328"/>
                      <a:pt x="278273" y="276"/>
                    </a:cubicBezTo>
                    <a:cubicBezTo>
                      <a:pt x="286717" y="1881"/>
                      <a:pt x="292260" y="10026"/>
                      <a:pt x="290656" y="18469"/>
                    </a:cubicBezTo>
                    <a:cubicBezTo>
                      <a:pt x="271606" y="118672"/>
                      <a:pt x="239792" y="256594"/>
                      <a:pt x="220076" y="336128"/>
                    </a:cubicBezTo>
                    <a:cubicBezTo>
                      <a:pt x="194834" y="437379"/>
                      <a:pt x="97965" y="592255"/>
                      <a:pt x="26813" y="667788"/>
                    </a:cubicBezTo>
                    <a:cubicBezTo>
                      <a:pt x="23907" y="670914"/>
                      <a:pt x="19842" y="672705"/>
                      <a:pt x="15574" y="672741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7A21EBC-7F6D-8C67-C5E2-C533530E8EED}"/>
                  </a:ext>
                </a:extLst>
              </p:cNvPr>
              <p:cNvSpPr/>
              <p:nvPr/>
            </p:nvSpPr>
            <p:spPr>
              <a:xfrm>
                <a:off x="2626613" y="3669601"/>
                <a:ext cx="578167" cy="595693"/>
              </a:xfrm>
              <a:custGeom>
                <a:avLst/>
                <a:gdLst>
                  <a:gd name="csX0" fmla="*/ 0 w 578167"/>
                  <a:gd name="csY0" fmla="*/ 142875 h 595693"/>
                  <a:gd name="csX1" fmla="*/ 149543 w 578167"/>
                  <a:gd name="csY1" fmla="*/ 0 h 595693"/>
                  <a:gd name="csX2" fmla="*/ 578168 w 578167"/>
                  <a:gd name="csY2" fmla="*/ 501301 h 595693"/>
                  <a:gd name="csX3" fmla="*/ 445961 w 578167"/>
                  <a:gd name="csY3" fmla="*/ 595693 h 595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8167" h="595693">
                    <a:moveTo>
                      <a:pt x="0" y="142875"/>
                    </a:moveTo>
                    <a:lnTo>
                      <a:pt x="149543" y="0"/>
                    </a:lnTo>
                    <a:cubicBezTo>
                      <a:pt x="149543" y="0"/>
                      <a:pt x="556641" y="120967"/>
                      <a:pt x="578168" y="501301"/>
                    </a:cubicBezTo>
                    <a:lnTo>
                      <a:pt x="445961" y="595693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31727B0A-66A8-2C0E-21B6-2DB519FC08E7}"/>
                  </a:ext>
                </a:extLst>
              </p:cNvPr>
              <p:cNvSpPr/>
              <p:nvPr/>
            </p:nvSpPr>
            <p:spPr>
              <a:xfrm>
                <a:off x="2626613" y="3669601"/>
                <a:ext cx="578167" cy="595693"/>
              </a:xfrm>
              <a:custGeom>
                <a:avLst/>
                <a:gdLst>
                  <a:gd name="csX0" fmla="*/ 0 w 578167"/>
                  <a:gd name="csY0" fmla="*/ 142875 h 595693"/>
                  <a:gd name="csX1" fmla="*/ 149543 w 578167"/>
                  <a:gd name="csY1" fmla="*/ 0 h 595693"/>
                  <a:gd name="csX2" fmla="*/ 578168 w 578167"/>
                  <a:gd name="csY2" fmla="*/ 501301 h 595693"/>
                  <a:gd name="csX3" fmla="*/ 445961 w 578167"/>
                  <a:gd name="csY3" fmla="*/ 595693 h 595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8167" h="595693">
                    <a:moveTo>
                      <a:pt x="0" y="142875"/>
                    </a:moveTo>
                    <a:lnTo>
                      <a:pt x="149543" y="0"/>
                    </a:lnTo>
                    <a:cubicBezTo>
                      <a:pt x="149543" y="0"/>
                      <a:pt x="556641" y="120967"/>
                      <a:pt x="578168" y="501301"/>
                    </a:cubicBezTo>
                    <a:lnTo>
                      <a:pt x="445961" y="595693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23243EB5-3F78-5037-7F4C-4C6888F2CCEB}"/>
                  </a:ext>
                </a:extLst>
              </p:cNvPr>
              <p:cNvSpPr/>
              <p:nvPr/>
            </p:nvSpPr>
            <p:spPr>
              <a:xfrm>
                <a:off x="2277432" y="3746675"/>
                <a:ext cx="838949" cy="899428"/>
              </a:xfrm>
              <a:custGeom>
                <a:avLst/>
                <a:gdLst>
                  <a:gd name="csX0" fmla="*/ 350230 w 838949"/>
                  <a:gd name="csY0" fmla="*/ 1317 h 899428"/>
                  <a:gd name="csX1" fmla="*/ 838767 w 838949"/>
                  <a:gd name="csY1" fmla="*/ 578913 h 899428"/>
                  <a:gd name="csX2" fmla="*/ 826956 w 838949"/>
                  <a:gd name="csY2" fmla="*/ 612346 h 899428"/>
                  <a:gd name="csX3" fmla="*/ 550731 w 838949"/>
                  <a:gd name="csY3" fmla="*/ 899429 h 899428"/>
                  <a:gd name="csX4" fmla="*/ 9806 w 838949"/>
                  <a:gd name="csY4" fmla="*/ 227440 h 899428"/>
                  <a:gd name="csX5" fmla="*/ 316892 w 838949"/>
                  <a:gd name="csY5" fmla="*/ 7508 h 899428"/>
                  <a:gd name="csX6" fmla="*/ 350230 w 838949"/>
                  <a:gd name="csY6" fmla="*/ 1317 h 8994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38949" h="899428">
                    <a:moveTo>
                      <a:pt x="350230" y="1317"/>
                    </a:moveTo>
                    <a:cubicBezTo>
                      <a:pt x="436621" y="23796"/>
                      <a:pt x="796952" y="143525"/>
                      <a:pt x="838767" y="578913"/>
                    </a:cubicBezTo>
                    <a:cubicBezTo>
                      <a:pt x="839917" y="591249"/>
                      <a:pt x="835600" y="603469"/>
                      <a:pt x="826956" y="612346"/>
                    </a:cubicBezTo>
                    <a:lnTo>
                      <a:pt x="550731" y="899429"/>
                    </a:lnTo>
                    <a:cubicBezTo>
                      <a:pt x="550731" y="899429"/>
                      <a:pt x="-85920" y="703500"/>
                      <a:pt x="9806" y="227440"/>
                    </a:cubicBezTo>
                    <a:lnTo>
                      <a:pt x="316892" y="7508"/>
                    </a:lnTo>
                    <a:cubicBezTo>
                      <a:pt x="326516" y="554"/>
                      <a:pt x="338751" y="-1718"/>
                      <a:pt x="350230" y="1317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5C8A43B8-98D2-90BE-71CB-ACC43CFFFEA7}"/>
                  </a:ext>
                </a:extLst>
              </p:cNvPr>
              <p:cNvSpPr/>
              <p:nvPr/>
            </p:nvSpPr>
            <p:spPr>
              <a:xfrm>
                <a:off x="2915792" y="4245387"/>
                <a:ext cx="108966" cy="108966"/>
              </a:xfrm>
              <a:custGeom>
                <a:avLst/>
                <a:gdLst>
                  <a:gd name="csX0" fmla="*/ 108966 w 108966"/>
                  <a:gd name="csY0" fmla="*/ 54483 h 108966"/>
                  <a:gd name="csX1" fmla="*/ 54483 w 108966"/>
                  <a:gd name="csY1" fmla="*/ 108966 h 108966"/>
                  <a:gd name="csX2" fmla="*/ 0 w 108966"/>
                  <a:gd name="csY2" fmla="*/ 54483 h 108966"/>
                  <a:gd name="csX3" fmla="*/ 54483 w 108966"/>
                  <a:gd name="csY3" fmla="*/ 0 h 108966"/>
                  <a:gd name="csX4" fmla="*/ 108966 w 108966"/>
                  <a:gd name="csY4" fmla="*/ 54483 h 1089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8966" h="108966">
                    <a:moveTo>
                      <a:pt x="108966" y="54483"/>
                    </a:moveTo>
                    <a:cubicBezTo>
                      <a:pt x="108966" y="84573"/>
                      <a:pt x="84573" y="108966"/>
                      <a:pt x="54483" y="108966"/>
                    </a:cubicBezTo>
                    <a:cubicBezTo>
                      <a:pt x="24393" y="108966"/>
                      <a:pt x="0" y="84573"/>
                      <a:pt x="0" y="54483"/>
                    </a:cubicBezTo>
                    <a:cubicBezTo>
                      <a:pt x="0" y="24393"/>
                      <a:pt x="24393" y="0"/>
                      <a:pt x="54483" y="0"/>
                    </a:cubicBezTo>
                    <a:cubicBezTo>
                      <a:pt x="84573" y="0"/>
                      <a:pt x="108966" y="24393"/>
                      <a:pt x="108966" y="544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B9212E96-60CC-366B-06D9-71130B5B7C10}"/>
                  </a:ext>
                </a:extLst>
              </p:cNvPr>
              <p:cNvSpPr/>
              <p:nvPr/>
            </p:nvSpPr>
            <p:spPr>
              <a:xfrm>
                <a:off x="3205940" y="2976054"/>
                <a:ext cx="162364" cy="172815"/>
              </a:xfrm>
              <a:custGeom>
                <a:avLst/>
                <a:gdLst>
                  <a:gd name="csX0" fmla="*/ 146859 w 162364"/>
                  <a:gd name="csY0" fmla="*/ 172815 h 172815"/>
                  <a:gd name="csX1" fmla="*/ 142383 w 162364"/>
                  <a:gd name="csY1" fmla="*/ 172244 h 172815"/>
                  <a:gd name="csX2" fmla="*/ 365 w 162364"/>
                  <a:gd name="csY2" fmla="*/ 18891 h 172815"/>
                  <a:gd name="csX3" fmla="*/ 12223 w 162364"/>
                  <a:gd name="csY3" fmla="*/ 365 h 172815"/>
                  <a:gd name="csX4" fmla="*/ 30750 w 162364"/>
                  <a:gd name="csY4" fmla="*/ 12223 h 172815"/>
                  <a:gd name="csX5" fmla="*/ 151336 w 162364"/>
                  <a:gd name="csY5" fmla="*/ 142430 h 172815"/>
                  <a:gd name="csX6" fmla="*/ 161694 w 162364"/>
                  <a:gd name="csY6" fmla="*/ 161790 h 172815"/>
                  <a:gd name="csX7" fmla="*/ 146859 w 162364"/>
                  <a:gd name="csY7" fmla="*/ 172815 h 1728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62364" h="172815">
                    <a:moveTo>
                      <a:pt x="146859" y="172815"/>
                    </a:moveTo>
                    <a:cubicBezTo>
                      <a:pt x="145349" y="172818"/>
                      <a:pt x="143844" y="172626"/>
                      <a:pt x="142383" y="172244"/>
                    </a:cubicBezTo>
                    <a:cubicBezTo>
                      <a:pt x="71045" y="150171"/>
                      <a:pt x="16905" y="91711"/>
                      <a:pt x="365" y="18891"/>
                    </a:cubicBezTo>
                    <a:cubicBezTo>
                      <a:pt x="-1476" y="10500"/>
                      <a:pt x="3833" y="2206"/>
                      <a:pt x="12223" y="365"/>
                    </a:cubicBezTo>
                    <a:cubicBezTo>
                      <a:pt x="20614" y="-1476"/>
                      <a:pt x="28908" y="3833"/>
                      <a:pt x="30750" y="12223"/>
                    </a:cubicBezTo>
                    <a:cubicBezTo>
                      <a:pt x="45186" y="73845"/>
                      <a:pt x="91001" y="123315"/>
                      <a:pt x="151336" y="142430"/>
                    </a:cubicBezTo>
                    <a:cubicBezTo>
                      <a:pt x="159542" y="144916"/>
                      <a:pt x="164180" y="153584"/>
                      <a:pt x="161694" y="161790"/>
                    </a:cubicBezTo>
                    <a:cubicBezTo>
                      <a:pt x="159714" y="168329"/>
                      <a:pt x="153691" y="172804"/>
                      <a:pt x="146859" y="172815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3" name="Graphic 37">
              <a:extLst>
                <a:ext uri="{FF2B5EF4-FFF2-40B4-BE49-F238E27FC236}">
                  <a16:creationId xmlns:a16="http://schemas.microsoft.com/office/drawing/2014/main" id="{EE06AE23-6EBC-7A63-EFF0-4AF081C387A0}"/>
                </a:ext>
              </a:extLst>
            </p:cNvPr>
            <p:cNvGrpSpPr/>
            <p:nvPr/>
          </p:nvGrpSpPr>
          <p:grpSpPr>
            <a:xfrm>
              <a:off x="2874264" y="541496"/>
              <a:ext cx="3144963" cy="3512343"/>
              <a:chOff x="2874264" y="541496"/>
              <a:chExt cx="3144963" cy="3512343"/>
            </a:xfrm>
          </p:grpSpPr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F7BDCD43-7259-504B-62E1-E828A25FE937}"/>
                  </a:ext>
                </a:extLst>
              </p:cNvPr>
              <p:cNvSpPr/>
              <p:nvPr/>
            </p:nvSpPr>
            <p:spPr>
              <a:xfrm>
                <a:off x="3614166" y="1188434"/>
                <a:ext cx="116204" cy="116204"/>
              </a:xfrm>
              <a:custGeom>
                <a:avLst/>
                <a:gdLst>
                  <a:gd name="csX0" fmla="*/ 116205 w 116204"/>
                  <a:gd name="csY0" fmla="*/ 58103 h 116204"/>
                  <a:gd name="csX1" fmla="*/ 58102 w 116204"/>
                  <a:gd name="csY1" fmla="*/ 116205 h 116204"/>
                  <a:gd name="csX2" fmla="*/ 0 w 116204"/>
                  <a:gd name="csY2" fmla="*/ 58103 h 116204"/>
                  <a:gd name="csX3" fmla="*/ 58102 w 116204"/>
                  <a:gd name="csY3" fmla="*/ 0 h 116204"/>
                  <a:gd name="csX4" fmla="*/ 116205 w 116204"/>
                  <a:gd name="csY4" fmla="*/ 58103 h 11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6204" h="116204">
                    <a:moveTo>
                      <a:pt x="116205" y="58103"/>
                    </a:moveTo>
                    <a:cubicBezTo>
                      <a:pt x="116205" y="90192"/>
                      <a:pt x="90192" y="116205"/>
                      <a:pt x="58102" y="116205"/>
                    </a:cubicBezTo>
                    <a:cubicBezTo>
                      <a:pt x="26013" y="116205"/>
                      <a:pt x="0" y="90192"/>
                      <a:pt x="0" y="58103"/>
                    </a:cubicBezTo>
                    <a:cubicBezTo>
                      <a:pt x="0" y="26013"/>
                      <a:pt x="26013" y="0"/>
                      <a:pt x="58102" y="0"/>
                    </a:cubicBezTo>
                    <a:cubicBezTo>
                      <a:pt x="90192" y="0"/>
                      <a:pt x="116205" y="26013"/>
                      <a:pt x="116205" y="58103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9B06C11E-57C7-2721-5153-A52C7BB0ACBD}"/>
                  </a:ext>
                </a:extLst>
              </p:cNvPr>
              <p:cNvSpPr/>
              <p:nvPr/>
            </p:nvSpPr>
            <p:spPr>
              <a:xfrm>
                <a:off x="5330571" y="3722560"/>
                <a:ext cx="116205" cy="116205"/>
              </a:xfrm>
              <a:custGeom>
                <a:avLst/>
                <a:gdLst>
                  <a:gd name="csX0" fmla="*/ 116205 w 116205"/>
                  <a:gd name="csY0" fmla="*/ 58103 h 116205"/>
                  <a:gd name="csX1" fmla="*/ 58102 w 116205"/>
                  <a:gd name="csY1" fmla="*/ 116205 h 116205"/>
                  <a:gd name="csX2" fmla="*/ 0 w 116205"/>
                  <a:gd name="csY2" fmla="*/ 58103 h 116205"/>
                  <a:gd name="csX3" fmla="*/ 58102 w 116205"/>
                  <a:gd name="csY3" fmla="*/ 0 h 116205"/>
                  <a:gd name="csX4" fmla="*/ 116205 w 116205"/>
                  <a:gd name="csY4" fmla="*/ 58103 h 1162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6205" h="116205">
                    <a:moveTo>
                      <a:pt x="116205" y="58103"/>
                    </a:moveTo>
                    <a:cubicBezTo>
                      <a:pt x="116205" y="90192"/>
                      <a:pt x="90192" y="116205"/>
                      <a:pt x="58102" y="116205"/>
                    </a:cubicBezTo>
                    <a:cubicBezTo>
                      <a:pt x="26013" y="116205"/>
                      <a:pt x="0" y="90192"/>
                      <a:pt x="0" y="58103"/>
                    </a:cubicBezTo>
                    <a:cubicBezTo>
                      <a:pt x="0" y="26014"/>
                      <a:pt x="26013" y="0"/>
                      <a:pt x="58102" y="0"/>
                    </a:cubicBezTo>
                    <a:cubicBezTo>
                      <a:pt x="90191" y="0"/>
                      <a:pt x="116205" y="26013"/>
                      <a:pt x="116205" y="58103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C0149C8-47D4-4555-3AF3-2480427DD68F}"/>
                  </a:ext>
                </a:extLst>
              </p:cNvPr>
              <p:cNvSpPr/>
              <p:nvPr/>
            </p:nvSpPr>
            <p:spPr>
              <a:xfrm>
                <a:off x="2874264" y="2495549"/>
                <a:ext cx="83058" cy="83057"/>
              </a:xfrm>
              <a:custGeom>
                <a:avLst/>
                <a:gdLst>
                  <a:gd name="csX0" fmla="*/ 83057 w 83058"/>
                  <a:gd name="csY0" fmla="*/ 41815 h 83057"/>
                  <a:gd name="csX1" fmla="*/ 41243 w 83058"/>
                  <a:gd name="csY1" fmla="*/ 83057 h 83057"/>
                  <a:gd name="csX2" fmla="*/ 1 w 83058"/>
                  <a:gd name="csY2" fmla="*/ 41243 h 83057"/>
                  <a:gd name="csX3" fmla="*/ 41623 w 83058"/>
                  <a:gd name="csY3" fmla="*/ 0 h 83057"/>
                  <a:gd name="csX4" fmla="*/ 83058 w 83058"/>
                  <a:gd name="csY4" fmla="*/ 41623 h 83057"/>
                  <a:gd name="csX5" fmla="*/ 83057 w 83058"/>
                  <a:gd name="csY5" fmla="*/ 41815 h 830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3058" h="83057">
                    <a:moveTo>
                      <a:pt x="83057" y="41815"/>
                    </a:moveTo>
                    <a:cubicBezTo>
                      <a:pt x="82899" y="64750"/>
                      <a:pt x="64178" y="83215"/>
                      <a:pt x="41243" y="83057"/>
                    </a:cubicBezTo>
                    <a:cubicBezTo>
                      <a:pt x="18308" y="82899"/>
                      <a:pt x="-157" y="64178"/>
                      <a:pt x="1" y="41243"/>
                    </a:cubicBezTo>
                    <a:cubicBezTo>
                      <a:pt x="158" y="18383"/>
                      <a:pt x="18762" y="-52"/>
                      <a:pt x="41623" y="0"/>
                    </a:cubicBezTo>
                    <a:cubicBezTo>
                      <a:pt x="64559" y="52"/>
                      <a:pt x="83110" y="18687"/>
                      <a:pt x="83058" y="41623"/>
                    </a:cubicBezTo>
                    <a:cubicBezTo>
                      <a:pt x="83058" y="41687"/>
                      <a:pt x="83057" y="41751"/>
                      <a:pt x="83057" y="41815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9E1B7106-F9B6-CAC5-08A4-6B8999E07919}"/>
                  </a:ext>
                </a:extLst>
              </p:cNvPr>
              <p:cNvSpPr/>
              <p:nvPr/>
            </p:nvSpPr>
            <p:spPr>
              <a:xfrm>
                <a:off x="5613939" y="979646"/>
                <a:ext cx="82867" cy="82867"/>
              </a:xfrm>
              <a:custGeom>
                <a:avLst/>
                <a:gdLst>
                  <a:gd name="csX0" fmla="*/ 82867 w 82867"/>
                  <a:gd name="csY0" fmla="*/ 41434 h 82867"/>
                  <a:gd name="csX1" fmla="*/ 41434 w 82867"/>
                  <a:gd name="csY1" fmla="*/ 82867 h 82867"/>
                  <a:gd name="csX2" fmla="*/ 0 w 82867"/>
                  <a:gd name="csY2" fmla="*/ 41434 h 82867"/>
                  <a:gd name="csX3" fmla="*/ 41434 w 82867"/>
                  <a:gd name="csY3" fmla="*/ 0 h 82867"/>
                  <a:gd name="csX4" fmla="*/ 82867 w 82867"/>
                  <a:gd name="csY4" fmla="*/ 41434 h 82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2867" h="82867">
                    <a:moveTo>
                      <a:pt x="82867" y="41434"/>
                    </a:moveTo>
                    <a:cubicBezTo>
                      <a:pt x="82867" y="64317"/>
                      <a:pt x="64317" y="82867"/>
                      <a:pt x="41434" y="82867"/>
                    </a:cubicBezTo>
                    <a:cubicBezTo>
                      <a:pt x="18550" y="82867"/>
                      <a:pt x="0" y="64317"/>
                      <a:pt x="0" y="41434"/>
                    </a:cubicBezTo>
                    <a:cubicBezTo>
                      <a:pt x="0" y="18551"/>
                      <a:pt x="18550" y="0"/>
                      <a:pt x="41434" y="0"/>
                    </a:cubicBezTo>
                    <a:cubicBezTo>
                      <a:pt x="64317" y="0"/>
                      <a:pt x="82867" y="18551"/>
                      <a:pt x="82867" y="41434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65715130-F517-BD67-8C40-7F6812654107}"/>
                  </a:ext>
                </a:extLst>
              </p:cNvPr>
              <p:cNvSpPr/>
              <p:nvPr/>
            </p:nvSpPr>
            <p:spPr>
              <a:xfrm>
                <a:off x="3355470" y="1755076"/>
                <a:ext cx="57146" cy="57149"/>
              </a:xfrm>
              <a:custGeom>
                <a:avLst/>
                <a:gdLst>
                  <a:gd name="csX0" fmla="*/ 57146 w 57146"/>
                  <a:gd name="csY0" fmla="*/ 29051 h 57149"/>
                  <a:gd name="csX1" fmla="*/ 28099 w 57146"/>
                  <a:gd name="csY1" fmla="*/ 57146 h 57149"/>
                  <a:gd name="csX2" fmla="*/ 4 w 57146"/>
                  <a:gd name="csY2" fmla="*/ 28099 h 57149"/>
                  <a:gd name="csX3" fmla="*/ 28571 w 57146"/>
                  <a:gd name="csY3" fmla="*/ 0 h 57149"/>
                  <a:gd name="csX4" fmla="*/ 57146 w 57146"/>
                  <a:gd name="csY4" fmla="*/ 29051 h 571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7146" h="57149">
                    <a:moveTo>
                      <a:pt x="57146" y="29051"/>
                    </a:moveTo>
                    <a:cubicBezTo>
                      <a:pt x="56883" y="44831"/>
                      <a:pt x="43878" y="57409"/>
                      <a:pt x="28099" y="57146"/>
                    </a:cubicBezTo>
                    <a:cubicBezTo>
                      <a:pt x="12320" y="56883"/>
                      <a:pt x="-259" y="43878"/>
                      <a:pt x="4" y="28099"/>
                    </a:cubicBezTo>
                    <a:cubicBezTo>
                      <a:pt x="264" y="12507"/>
                      <a:pt x="12977" y="2"/>
                      <a:pt x="28571" y="0"/>
                    </a:cubicBezTo>
                    <a:cubicBezTo>
                      <a:pt x="44408" y="310"/>
                      <a:pt x="57097" y="13212"/>
                      <a:pt x="57146" y="2905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85DAAAEA-18A2-1C35-4A15-DFFACF34DEBA}"/>
                  </a:ext>
                </a:extLst>
              </p:cNvPr>
              <p:cNvSpPr/>
              <p:nvPr/>
            </p:nvSpPr>
            <p:spPr>
              <a:xfrm>
                <a:off x="5160268" y="3650928"/>
                <a:ext cx="57150" cy="57150"/>
              </a:xfrm>
              <a:custGeom>
                <a:avLst/>
                <a:gdLst>
                  <a:gd name="csX0" fmla="*/ 57146 w 57150"/>
                  <a:gd name="csY0" fmla="*/ 29055 h 57150"/>
                  <a:gd name="csX1" fmla="*/ 28095 w 57150"/>
                  <a:gd name="csY1" fmla="*/ 57146 h 57150"/>
                  <a:gd name="csX2" fmla="*/ 4 w 57150"/>
                  <a:gd name="csY2" fmla="*/ 28095 h 57150"/>
                  <a:gd name="csX3" fmla="*/ 28095 w 57150"/>
                  <a:gd name="csY3" fmla="*/ 4 h 57150"/>
                  <a:gd name="csX4" fmla="*/ 57146 w 57150"/>
                  <a:gd name="csY4" fmla="*/ 28095 h 57150"/>
                  <a:gd name="csX5" fmla="*/ 57146 w 57150"/>
                  <a:gd name="csY5" fmla="*/ 29056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57150" h="57150">
                    <a:moveTo>
                      <a:pt x="57146" y="29055"/>
                    </a:moveTo>
                    <a:cubicBezTo>
                      <a:pt x="56881" y="44835"/>
                      <a:pt x="43874" y="57411"/>
                      <a:pt x="28095" y="57146"/>
                    </a:cubicBezTo>
                    <a:cubicBezTo>
                      <a:pt x="12316" y="56881"/>
                      <a:pt x="-261" y="43874"/>
                      <a:pt x="4" y="28095"/>
                    </a:cubicBezTo>
                    <a:cubicBezTo>
                      <a:pt x="263" y="12689"/>
                      <a:pt x="12689" y="263"/>
                      <a:pt x="28095" y="4"/>
                    </a:cubicBezTo>
                    <a:cubicBezTo>
                      <a:pt x="43874" y="-261"/>
                      <a:pt x="56881" y="12316"/>
                      <a:pt x="57146" y="28095"/>
                    </a:cubicBezTo>
                    <a:cubicBezTo>
                      <a:pt x="57152" y="28415"/>
                      <a:pt x="57152" y="28735"/>
                      <a:pt x="57146" y="29056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D4D3711-B08C-6CEC-9ABD-96BEB8DB8421}"/>
                  </a:ext>
                </a:extLst>
              </p:cNvPr>
              <p:cNvSpPr/>
              <p:nvPr/>
            </p:nvSpPr>
            <p:spPr>
              <a:xfrm>
                <a:off x="3800097" y="1247008"/>
                <a:ext cx="58102" cy="58106"/>
              </a:xfrm>
              <a:custGeom>
                <a:avLst/>
                <a:gdLst>
                  <a:gd name="csX0" fmla="*/ 58099 w 58102"/>
                  <a:gd name="csY0" fmla="*/ 28579 h 58106"/>
                  <a:gd name="csX1" fmla="*/ 29528 w 58102"/>
                  <a:gd name="csY1" fmla="*/ 58103 h 58106"/>
                  <a:gd name="csX2" fmla="*/ 4 w 58102"/>
                  <a:gd name="csY2" fmla="*/ 29532 h 58106"/>
                  <a:gd name="csX3" fmla="*/ 28575 w 58102"/>
                  <a:gd name="csY3" fmla="*/ 8 h 58106"/>
                  <a:gd name="csX4" fmla="*/ 29047 w 58102"/>
                  <a:gd name="csY4" fmla="*/ 4 h 58106"/>
                  <a:gd name="csX5" fmla="*/ 58095 w 58102"/>
                  <a:gd name="csY5" fmla="*/ 28099 h 58106"/>
                  <a:gd name="csX6" fmla="*/ 58099 w 58102"/>
                  <a:gd name="csY6" fmla="*/ 28579 h 581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8102" h="58106">
                    <a:moveTo>
                      <a:pt x="58099" y="28579"/>
                    </a:moveTo>
                    <a:cubicBezTo>
                      <a:pt x="58362" y="44621"/>
                      <a:pt x="45570" y="57840"/>
                      <a:pt x="29528" y="58103"/>
                    </a:cubicBezTo>
                    <a:cubicBezTo>
                      <a:pt x="13485" y="58366"/>
                      <a:pt x="267" y="45574"/>
                      <a:pt x="4" y="29532"/>
                    </a:cubicBezTo>
                    <a:cubicBezTo>
                      <a:pt x="-259" y="13489"/>
                      <a:pt x="12533" y="271"/>
                      <a:pt x="28575" y="8"/>
                    </a:cubicBezTo>
                    <a:cubicBezTo>
                      <a:pt x="28732" y="5"/>
                      <a:pt x="28890" y="4"/>
                      <a:pt x="29047" y="4"/>
                    </a:cubicBezTo>
                    <a:cubicBezTo>
                      <a:pt x="44827" y="-259"/>
                      <a:pt x="57832" y="12320"/>
                      <a:pt x="58095" y="28099"/>
                    </a:cubicBezTo>
                    <a:cubicBezTo>
                      <a:pt x="58097" y="28259"/>
                      <a:pt x="58099" y="28419"/>
                      <a:pt x="58099" y="28579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F74E12CC-D707-A2D7-84BB-A70BC254F14F}"/>
                  </a:ext>
                </a:extLst>
              </p:cNvPr>
              <p:cNvSpPr/>
              <p:nvPr/>
            </p:nvSpPr>
            <p:spPr>
              <a:xfrm>
                <a:off x="5581364" y="3485673"/>
                <a:ext cx="58102" cy="58102"/>
              </a:xfrm>
              <a:custGeom>
                <a:avLst/>
                <a:gdLst>
                  <a:gd name="csX0" fmla="*/ 58102 w 58102"/>
                  <a:gd name="csY0" fmla="*/ 29051 h 58102"/>
                  <a:gd name="csX1" fmla="*/ 29051 w 58102"/>
                  <a:gd name="csY1" fmla="*/ 58102 h 58102"/>
                  <a:gd name="csX2" fmla="*/ 0 w 58102"/>
                  <a:gd name="csY2" fmla="*/ 29051 h 58102"/>
                  <a:gd name="csX3" fmla="*/ 29051 w 58102"/>
                  <a:gd name="csY3" fmla="*/ 0 h 58102"/>
                  <a:gd name="csX4" fmla="*/ 58102 w 58102"/>
                  <a:gd name="csY4" fmla="*/ 29051 h 58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8102" h="58102">
                    <a:moveTo>
                      <a:pt x="58102" y="29051"/>
                    </a:moveTo>
                    <a:cubicBezTo>
                      <a:pt x="58102" y="45096"/>
                      <a:pt x="45096" y="58102"/>
                      <a:pt x="29051" y="58102"/>
                    </a:cubicBezTo>
                    <a:cubicBezTo>
                      <a:pt x="13006" y="58102"/>
                      <a:pt x="0" y="45096"/>
                      <a:pt x="0" y="29051"/>
                    </a:cubicBezTo>
                    <a:cubicBezTo>
                      <a:pt x="0" y="13006"/>
                      <a:pt x="13007" y="0"/>
                      <a:pt x="29051" y="0"/>
                    </a:cubicBezTo>
                    <a:cubicBezTo>
                      <a:pt x="45074" y="52"/>
                      <a:pt x="58050" y="13028"/>
                      <a:pt x="58102" y="2905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D4091EB-EB03-8F16-3206-9AE2F5F173A4}"/>
                  </a:ext>
                </a:extLst>
              </p:cNvPr>
              <p:cNvSpPr/>
              <p:nvPr/>
            </p:nvSpPr>
            <p:spPr>
              <a:xfrm>
                <a:off x="3150016" y="2508785"/>
                <a:ext cx="58102" cy="58102"/>
              </a:xfrm>
              <a:custGeom>
                <a:avLst/>
                <a:gdLst>
                  <a:gd name="csX0" fmla="*/ 58099 w 58102"/>
                  <a:gd name="csY0" fmla="*/ 28579 h 58102"/>
                  <a:gd name="csX1" fmla="*/ 29524 w 58102"/>
                  <a:gd name="csY1" fmla="*/ 58099 h 58102"/>
                  <a:gd name="csX2" fmla="*/ 4 w 58102"/>
                  <a:gd name="csY2" fmla="*/ 29524 h 58102"/>
                  <a:gd name="csX3" fmla="*/ 28579 w 58102"/>
                  <a:gd name="csY3" fmla="*/ 4 h 58102"/>
                  <a:gd name="csX4" fmla="*/ 29524 w 58102"/>
                  <a:gd name="csY4" fmla="*/ 4 h 58102"/>
                  <a:gd name="csX5" fmla="*/ 58099 w 58102"/>
                  <a:gd name="csY5" fmla="*/ 28579 h 581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58102" h="58102">
                    <a:moveTo>
                      <a:pt x="58099" y="28579"/>
                    </a:moveTo>
                    <a:cubicBezTo>
                      <a:pt x="58360" y="44621"/>
                      <a:pt x="45566" y="57838"/>
                      <a:pt x="29524" y="58099"/>
                    </a:cubicBezTo>
                    <a:cubicBezTo>
                      <a:pt x="13481" y="58360"/>
                      <a:pt x="265" y="45566"/>
                      <a:pt x="4" y="29524"/>
                    </a:cubicBezTo>
                    <a:cubicBezTo>
                      <a:pt x="-257" y="13481"/>
                      <a:pt x="12537" y="265"/>
                      <a:pt x="28579" y="4"/>
                    </a:cubicBezTo>
                    <a:cubicBezTo>
                      <a:pt x="28894" y="-1"/>
                      <a:pt x="29209" y="-1"/>
                      <a:pt x="29524" y="4"/>
                    </a:cubicBezTo>
                    <a:cubicBezTo>
                      <a:pt x="45305" y="4"/>
                      <a:pt x="58099" y="12797"/>
                      <a:pt x="58099" y="28579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3EA1D2A-C57C-8176-3A39-0852A034051D}"/>
                  </a:ext>
                </a:extLst>
              </p:cNvPr>
              <p:cNvSpPr/>
              <p:nvPr/>
            </p:nvSpPr>
            <p:spPr>
              <a:xfrm>
                <a:off x="5823588" y="1285398"/>
                <a:ext cx="57146" cy="57150"/>
              </a:xfrm>
              <a:custGeom>
                <a:avLst/>
                <a:gdLst>
                  <a:gd name="csX0" fmla="*/ 57146 w 57146"/>
                  <a:gd name="csY0" fmla="*/ 29051 h 57150"/>
                  <a:gd name="csX1" fmla="*/ 28099 w 57146"/>
                  <a:gd name="csY1" fmla="*/ 57146 h 57150"/>
                  <a:gd name="csX2" fmla="*/ 4 w 57146"/>
                  <a:gd name="csY2" fmla="*/ 28099 h 57150"/>
                  <a:gd name="csX3" fmla="*/ 28571 w 57146"/>
                  <a:gd name="csY3" fmla="*/ 0 h 57150"/>
                  <a:gd name="csX4" fmla="*/ 57146 w 57146"/>
                  <a:gd name="csY4" fmla="*/ 29051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7146" h="57150">
                    <a:moveTo>
                      <a:pt x="57146" y="29051"/>
                    </a:moveTo>
                    <a:cubicBezTo>
                      <a:pt x="56883" y="44831"/>
                      <a:pt x="43878" y="57409"/>
                      <a:pt x="28099" y="57146"/>
                    </a:cubicBezTo>
                    <a:cubicBezTo>
                      <a:pt x="12320" y="56883"/>
                      <a:pt x="-259" y="43878"/>
                      <a:pt x="4" y="28099"/>
                    </a:cubicBezTo>
                    <a:cubicBezTo>
                      <a:pt x="264" y="12507"/>
                      <a:pt x="12977" y="2"/>
                      <a:pt x="28571" y="0"/>
                    </a:cubicBezTo>
                    <a:cubicBezTo>
                      <a:pt x="44408" y="311"/>
                      <a:pt x="57097" y="13212"/>
                      <a:pt x="57146" y="2905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45444D43-74CB-5813-2959-11F0BC28DE13}"/>
                  </a:ext>
                </a:extLst>
              </p:cNvPr>
              <p:cNvSpPr/>
              <p:nvPr/>
            </p:nvSpPr>
            <p:spPr>
              <a:xfrm>
                <a:off x="2928842" y="2097595"/>
                <a:ext cx="221361" cy="221361"/>
              </a:xfrm>
              <a:custGeom>
                <a:avLst/>
                <a:gdLst>
                  <a:gd name="csX0" fmla="*/ 149828 w 221361"/>
                  <a:gd name="csY0" fmla="*/ 71533 h 221361"/>
                  <a:gd name="csX1" fmla="*/ 221361 w 221361"/>
                  <a:gd name="csY1" fmla="*/ 110680 h 221361"/>
                  <a:gd name="csX2" fmla="*/ 149828 w 221361"/>
                  <a:gd name="csY2" fmla="*/ 149733 h 221361"/>
                  <a:gd name="csX3" fmla="*/ 110681 w 221361"/>
                  <a:gd name="csY3" fmla="*/ 221361 h 221361"/>
                  <a:gd name="csX4" fmla="*/ 71533 w 221361"/>
                  <a:gd name="csY4" fmla="*/ 149733 h 221361"/>
                  <a:gd name="csX5" fmla="*/ 0 w 221361"/>
                  <a:gd name="csY5" fmla="*/ 110680 h 221361"/>
                  <a:gd name="csX6" fmla="*/ 71533 w 221361"/>
                  <a:gd name="csY6" fmla="*/ 71533 h 221361"/>
                  <a:gd name="csX7" fmla="*/ 110681 w 221361"/>
                  <a:gd name="csY7" fmla="*/ 0 h 221361"/>
                  <a:gd name="csX8" fmla="*/ 149828 w 221361"/>
                  <a:gd name="csY8" fmla="*/ 71533 h 221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21361" h="221361">
                    <a:moveTo>
                      <a:pt x="149828" y="71533"/>
                    </a:moveTo>
                    <a:lnTo>
                      <a:pt x="221361" y="110680"/>
                    </a:lnTo>
                    <a:lnTo>
                      <a:pt x="149828" y="149733"/>
                    </a:lnTo>
                    <a:lnTo>
                      <a:pt x="110681" y="221361"/>
                    </a:lnTo>
                    <a:lnTo>
                      <a:pt x="71533" y="149733"/>
                    </a:lnTo>
                    <a:lnTo>
                      <a:pt x="0" y="110680"/>
                    </a:lnTo>
                    <a:lnTo>
                      <a:pt x="71533" y="71533"/>
                    </a:lnTo>
                    <a:lnTo>
                      <a:pt x="110681" y="0"/>
                    </a:lnTo>
                    <a:lnTo>
                      <a:pt x="149828" y="71533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9BCA3DB4-72E0-3D9F-90FF-6DBEA9536803}"/>
                  </a:ext>
                </a:extLst>
              </p:cNvPr>
              <p:cNvSpPr/>
              <p:nvPr/>
            </p:nvSpPr>
            <p:spPr>
              <a:xfrm>
                <a:off x="4841843" y="3832478"/>
                <a:ext cx="221361" cy="221361"/>
              </a:xfrm>
              <a:custGeom>
                <a:avLst/>
                <a:gdLst>
                  <a:gd name="csX0" fmla="*/ 149828 w 221361"/>
                  <a:gd name="csY0" fmla="*/ 71533 h 221361"/>
                  <a:gd name="csX1" fmla="*/ 221361 w 221361"/>
                  <a:gd name="csY1" fmla="*/ 110681 h 221361"/>
                  <a:gd name="csX2" fmla="*/ 149828 w 221361"/>
                  <a:gd name="csY2" fmla="*/ 149828 h 221361"/>
                  <a:gd name="csX3" fmla="*/ 110681 w 221361"/>
                  <a:gd name="csY3" fmla="*/ 221361 h 221361"/>
                  <a:gd name="csX4" fmla="*/ 71533 w 221361"/>
                  <a:gd name="csY4" fmla="*/ 149828 h 221361"/>
                  <a:gd name="csX5" fmla="*/ 0 w 221361"/>
                  <a:gd name="csY5" fmla="*/ 110681 h 221361"/>
                  <a:gd name="csX6" fmla="*/ 71533 w 221361"/>
                  <a:gd name="csY6" fmla="*/ 71533 h 221361"/>
                  <a:gd name="csX7" fmla="*/ 110681 w 221361"/>
                  <a:gd name="csY7" fmla="*/ 0 h 221361"/>
                  <a:gd name="csX8" fmla="*/ 149828 w 221361"/>
                  <a:gd name="csY8" fmla="*/ 71533 h 221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21361" h="221361">
                    <a:moveTo>
                      <a:pt x="149828" y="71533"/>
                    </a:moveTo>
                    <a:lnTo>
                      <a:pt x="221361" y="110681"/>
                    </a:lnTo>
                    <a:lnTo>
                      <a:pt x="149828" y="149828"/>
                    </a:lnTo>
                    <a:lnTo>
                      <a:pt x="110681" y="221361"/>
                    </a:lnTo>
                    <a:lnTo>
                      <a:pt x="71533" y="149828"/>
                    </a:lnTo>
                    <a:lnTo>
                      <a:pt x="0" y="110681"/>
                    </a:lnTo>
                    <a:lnTo>
                      <a:pt x="71533" y="71533"/>
                    </a:lnTo>
                    <a:lnTo>
                      <a:pt x="110681" y="0"/>
                    </a:lnTo>
                    <a:lnTo>
                      <a:pt x="149828" y="71533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CBFA8E9E-797F-4B14-7E1B-EAC6E6DC1F55}"/>
                  </a:ext>
                </a:extLst>
              </p:cNvPr>
              <p:cNvSpPr/>
              <p:nvPr/>
            </p:nvSpPr>
            <p:spPr>
              <a:xfrm>
                <a:off x="5077682" y="541496"/>
                <a:ext cx="221360" cy="221361"/>
              </a:xfrm>
              <a:custGeom>
                <a:avLst/>
                <a:gdLst>
                  <a:gd name="csX0" fmla="*/ 149828 w 221360"/>
                  <a:gd name="csY0" fmla="*/ 71533 h 221361"/>
                  <a:gd name="csX1" fmla="*/ 221361 w 221360"/>
                  <a:gd name="csY1" fmla="*/ 110681 h 221361"/>
                  <a:gd name="csX2" fmla="*/ 149828 w 221360"/>
                  <a:gd name="csY2" fmla="*/ 149828 h 221361"/>
                  <a:gd name="csX3" fmla="*/ 110680 w 221360"/>
                  <a:gd name="csY3" fmla="*/ 221361 h 221361"/>
                  <a:gd name="csX4" fmla="*/ 71533 w 221360"/>
                  <a:gd name="csY4" fmla="*/ 149828 h 221361"/>
                  <a:gd name="csX5" fmla="*/ 0 w 221360"/>
                  <a:gd name="csY5" fmla="*/ 110681 h 221361"/>
                  <a:gd name="csX6" fmla="*/ 71533 w 221360"/>
                  <a:gd name="csY6" fmla="*/ 71533 h 221361"/>
                  <a:gd name="csX7" fmla="*/ 110680 w 221360"/>
                  <a:gd name="csY7" fmla="*/ 0 h 221361"/>
                  <a:gd name="csX8" fmla="*/ 149828 w 221360"/>
                  <a:gd name="csY8" fmla="*/ 71533 h 221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21360" h="221361">
                    <a:moveTo>
                      <a:pt x="149828" y="71533"/>
                    </a:moveTo>
                    <a:lnTo>
                      <a:pt x="221361" y="110681"/>
                    </a:lnTo>
                    <a:lnTo>
                      <a:pt x="149828" y="149828"/>
                    </a:lnTo>
                    <a:lnTo>
                      <a:pt x="110680" y="221361"/>
                    </a:lnTo>
                    <a:lnTo>
                      <a:pt x="71533" y="149828"/>
                    </a:lnTo>
                    <a:lnTo>
                      <a:pt x="0" y="110681"/>
                    </a:lnTo>
                    <a:lnTo>
                      <a:pt x="71533" y="71533"/>
                    </a:lnTo>
                    <a:lnTo>
                      <a:pt x="110680" y="0"/>
                    </a:lnTo>
                    <a:lnTo>
                      <a:pt x="149828" y="71533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EF400474-1AEA-0CC0-51D3-2ED9D418BF16}"/>
                  </a:ext>
                </a:extLst>
              </p:cNvPr>
              <p:cNvSpPr/>
              <p:nvPr/>
            </p:nvSpPr>
            <p:spPr>
              <a:xfrm>
                <a:off x="5339810" y="762857"/>
                <a:ext cx="110680" cy="110585"/>
              </a:xfrm>
              <a:custGeom>
                <a:avLst/>
                <a:gdLst>
                  <a:gd name="csX0" fmla="*/ 74962 w 110680"/>
                  <a:gd name="csY0" fmla="*/ 35719 h 110585"/>
                  <a:gd name="csX1" fmla="*/ 110681 w 110680"/>
                  <a:gd name="csY1" fmla="*/ 55245 h 110585"/>
                  <a:gd name="csX2" fmla="*/ 74962 w 110680"/>
                  <a:gd name="csY2" fmla="*/ 74866 h 110585"/>
                  <a:gd name="csX3" fmla="*/ 55341 w 110680"/>
                  <a:gd name="csY3" fmla="*/ 110585 h 110585"/>
                  <a:gd name="csX4" fmla="*/ 35814 w 110680"/>
                  <a:gd name="csY4" fmla="*/ 74866 h 110585"/>
                  <a:gd name="csX5" fmla="*/ 0 w 110680"/>
                  <a:gd name="csY5" fmla="*/ 55245 h 110585"/>
                  <a:gd name="csX6" fmla="*/ 35814 w 110680"/>
                  <a:gd name="csY6" fmla="*/ 35719 h 110585"/>
                  <a:gd name="csX7" fmla="*/ 55341 w 110680"/>
                  <a:gd name="csY7" fmla="*/ 0 h 110585"/>
                  <a:gd name="csX8" fmla="*/ 74962 w 110680"/>
                  <a:gd name="csY8" fmla="*/ 35719 h 1105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0680" h="110585">
                    <a:moveTo>
                      <a:pt x="74962" y="35719"/>
                    </a:moveTo>
                    <a:lnTo>
                      <a:pt x="110681" y="55245"/>
                    </a:lnTo>
                    <a:lnTo>
                      <a:pt x="74962" y="74866"/>
                    </a:lnTo>
                    <a:lnTo>
                      <a:pt x="55341" y="110585"/>
                    </a:lnTo>
                    <a:lnTo>
                      <a:pt x="35814" y="74866"/>
                    </a:lnTo>
                    <a:lnTo>
                      <a:pt x="0" y="55245"/>
                    </a:lnTo>
                    <a:lnTo>
                      <a:pt x="35814" y="35719"/>
                    </a:lnTo>
                    <a:lnTo>
                      <a:pt x="55341" y="0"/>
                    </a:lnTo>
                    <a:lnTo>
                      <a:pt x="74962" y="35719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92F85CAA-32DC-F5E4-BDD4-4A98E1DCF1E1}"/>
                  </a:ext>
                </a:extLst>
              </p:cNvPr>
              <p:cNvSpPr/>
              <p:nvPr/>
            </p:nvSpPr>
            <p:spPr>
              <a:xfrm>
                <a:off x="4382166" y="723995"/>
                <a:ext cx="149447" cy="149447"/>
              </a:xfrm>
              <a:custGeom>
                <a:avLst/>
                <a:gdLst>
                  <a:gd name="csX0" fmla="*/ 101155 w 149447"/>
                  <a:gd name="csY0" fmla="*/ 48387 h 149447"/>
                  <a:gd name="csX1" fmla="*/ 149447 w 149447"/>
                  <a:gd name="csY1" fmla="*/ 74771 h 149447"/>
                  <a:gd name="csX2" fmla="*/ 101155 w 149447"/>
                  <a:gd name="csY2" fmla="*/ 101155 h 149447"/>
                  <a:gd name="csX3" fmla="*/ 74676 w 149447"/>
                  <a:gd name="csY3" fmla="*/ 149447 h 149447"/>
                  <a:gd name="csX4" fmla="*/ 48292 w 149447"/>
                  <a:gd name="csY4" fmla="*/ 101155 h 149447"/>
                  <a:gd name="csX5" fmla="*/ 0 w 149447"/>
                  <a:gd name="csY5" fmla="*/ 74771 h 149447"/>
                  <a:gd name="csX6" fmla="*/ 48292 w 149447"/>
                  <a:gd name="csY6" fmla="*/ 48387 h 149447"/>
                  <a:gd name="csX7" fmla="*/ 74676 w 149447"/>
                  <a:gd name="csY7" fmla="*/ 0 h 149447"/>
                  <a:gd name="csX8" fmla="*/ 101155 w 149447"/>
                  <a:gd name="csY8" fmla="*/ 48387 h 1494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9447" h="149447">
                    <a:moveTo>
                      <a:pt x="101155" y="48387"/>
                    </a:moveTo>
                    <a:lnTo>
                      <a:pt x="149447" y="74771"/>
                    </a:lnTo>
                    <a:lnTo>
                      <a:pt x="101155" y="101155"/>
                    </a:lnTo>
                    <a:lnTo>
                      <a:pt x="74676" y="149447"/>
                    </a:lnTo>
                    <a:lnTo>
                      <a:pt x="48292" y="101155"/>
                    </a:lnTo>
                    <a:lnTo>
                      <a:pt x="0" y="74771"/>
                    </a:lnTo>
                    <a:lnTo>
                      <a:pt x="48292" y="48387"/>
                    </a:lnTo>
                    <a:lnTo>
                      <a:pt x="74676" y="0"/>
                    </a:lnTo>
                    <a:lnTo>
                      <a:pt x="101155" y="48387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88EC243-81A4-13CF-259E-ADA88BDE8093}"/>
                  </a:ext>
                </a:extLst>
              </p:cNvPr>
              <p:cNvSpPr/>
              <p:nvPr/>
            </p:nvSpPr>
            <p:spPr>
              <a:xfrm>
                <a:off x="4401502" y="3887819"/>
                <a:ext cx="110680" cy="110680"/>
              </a:xfrm>
              <a:custGeom>
                <a:avLst/>
                <a:gdLst>
                  <a:gd name="csX0" fmla="*/ 74962 w 110680"/>
                  <a:gd name="csY0" fmla="*/ 35814 h 110680"/>
                  <a:gd name="csX1" fmla="*/ 110680 w 110680"/>
                  <a:gd name="csY1" fmla="*/ 55340 h 110680"/>
                  <a:gd name="csX2" fmla="*/ 74962 w 110680"/>
                  <a:gd name="csY2" fmla="*/ 74962 h 110680"/>
                  <a:gd name="csX3" fmla="*/ 55340 w 110680"/>
                  <a:gd name="csY3" fmla="*/ 110680 h 110680"/>
                  <a:gd name="csX4" fmla="*/ 35814 w 110680"/>
                  <a:gd name="csY4" fmla="*/ 74962 h 110680"/>
                  <a:gd name="csX5" fmla="*/ 0 w 110680"/>
                  <a:gd name="csY5" fmla="*/ 55340 h 110680"/>
                  <a:gd name="csX6" fmla="*/ 35814 w 110680"/>
                  <a:gd name="csY6" fmla="*/ 35814 h 110680"/>
                  <a:gd name="csX7" fmla="*/ 55340 w 110680"/>
                  <a:gd name="csY7" fmla="*/ 0 h 110680"/>
                  <a:gd name="csX8" fmla="*/ 74962 w 110680"/>
                  <a:gd name="csY8" fmla="*/ 35814 h 110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0680" h="110680">
                    <a:moveTo>
                      <a:pt x="74962" y="35814"/>
                    </a:moveTo>
                    <a:lnTo>
                      <a:pt x="110680" y="55340"/>
                    </a:lnTo>
                    <a:lnTo>
                      <a:pt x="74962" y="74962"/>
                    </a:lnTo>
                    <a:lnTo>
                      <a:pt x="55340" y="110680"/>
                    </a:lnTo>
                    <a:lnTo>
                      <a:pt x="35814" y="74962"/>
                    </a:lnTo>
                    <a:lnTo>
                      <a:pt x="0" y="55340"/>
                    </a:lnTo>
                    <a:lnTo>
                      <a:pt x="35814" y="35814"/>
                    </a:lnTo>
                    <a:lnTo>
                      <a:pt x="55340" y="0"/>
                    </a:lnTo>
                    <a:lnTo>
                      <a:pt x="74962" y="35814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290D397E-46DC-445B-AF33-79EF3B4C25C0}"/>
                  </a:ext>
                </a:extLst>
              </p:cNvPr>
              <p:cNvSpPr/>
              <p:nvPr/>
            </p:nvSpPr>
            <p:spPr>
              <a:xfrm>
                <a:off x="5908548" y="2572702"/>
                <a:ext cx="110680" cy="110680"/>
              </a:xfrm>
              <a:custGeom>
                <a:avLst/>
                <a:gdLst>
                  <a:gd name="csX0" fmla="*/ 74866 w 110680"/>
                  <a:gd name="csY0" fmla="*/ 35814 h 110680"/>
                  <a:gd name="csX1" fmla="*/ 110680 w 110680"/>
                  <a:gd name="csY1" fmla="*/ 55340 h 110680"/>
                  <a:gd name="csX2" fmla="*/ 74866 w 110680"/>
                  <a:gd name="csY2" fmla="*/ 74866 h 110680"/>
                  <a:gd name="csX3" fmla="*/ 55340 w 110680"/>
                  <a:gd name="csY3" fmla="*/ 110680 h 110680"/>
                  <a:gd name="csX4" fmla="*/ 35719 w 110680"/>
                  <a:gd name="csY4" fmla="*/ 74866 h 110680"/>
                  <a:gd name="csX5" fmla="*/ 0 w 110680"/>
                  <a:gd name="csY5" fmla="*/ 55340 h 110680"/>
                  <a:gd name="csX6" fmla="*/ 35719 w 110680"/>
                  <a:gd name="csY6" fmla="*/ 35814 h 110680"/>
                  <a:gd name="csX7" fmla="*/ 55340 w 110680"/>
                  <a:gd name="csY7" fmla="*/ 0 h 110680"/>
                  <a:gd name="csX8" fmla="*/ 74866 w 110680"/>
                  <a:gd name="csY8" fmla="*/ 35814 h 110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0680" h="110680">
                    <a:moveTo>
                      <a:pt x="74866" y="35814"/>
                    </a:moveTo>
                    <a:lnTo>
                      <a:pt x="110680" y="55340"/>
                    </a:lnTo>
                    <a:lnTo>
                      <a:pt x="74866" y="74866"/>
                    </a:lnTo>
                    <a:lnTo>
                      <a:pt x="55340" y="110680"/>
                    </a:lnTo>
                    <a:lnTo>
                      <a:pt x="35719" y="74866"/>
                    </a:lnTo>
                    <a:lnTo>
                      <a:pt x="0" y="55340"/>
                    </a:lnTo>
                    <a:lnTo>
                      <a:pt x="35719" y="35814"/>
                    </a:lnTo>
                    <a:lnTo>
                      <a:pt x="55340" y="0"/>
                    </a:lnTo>
                    <a:lnTo>
                      <a:pt x="74866" y="35814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61" name="Graphic 37">
              <a:extLst>
                <a:ext uri="{FF2B5EF4-FFF2-40B4-BE49-F238E27FC236}">
                  <a16:creationId xmlns:a16="http://schemas.microsoft.com/office/drawing/2014/main" id="{3AE978B7-38A2-7403-3B5F-3CF450333809}"/>
                </a:ext>
              </a:extLst>
            </p:cNvPr>
            <p:cNvGrpSpPr/>
            <p:nvPr/>
          </p:nvGrpSpPr>
          <p:grpSpPr>
            <a:xfrm>
              <a:off x="4669725" y="2390109"/>
              <a:ext cx="1498093" cy="1019745"/>
              <a:chOff x="4669725" y="2390109"/>
              <a:chExt cx="1498093" cy="1019745"/>
            </a:xfrm>
          </p:grpSpPr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661A3E45-4FD3-4EE8-B397-13717E2113AA}"/>
                  </a:ext>
                </a:extLst>
              </p:cNvPr>
              <p:cNvSpPr/>
              <p:nvPr/>
            </p:nvSpPr>
            <p:spPr>
              <a:xfrm>
                <a:off x="5218366" y="2628042"/>
                <a:ext cx="949452" cy="781811"/>
              </a:xfrm>
              <a:custGeom>
                <a:avLst/>
                <a:gdLst>
                  <a:gd name="csX0" fmla="*/ 949452 w 949452"/>
                  <a:gd name="csY0" fmla="*/ 322231 h 781811"/>
                  <a:gd name="csX1" fmla="*/ 387572 w 949452"/>
                  <a:gd name="csY1" fmla="*/ 0 h 781811"/>
                  <a:gd name="csX2" fmla="*/ 0 w 949452"/>
                  <a:gd name="csY2" fmla="*/ 83153 h 781811"/>
                  <a:gd name="csX3" fmla="*/ 124111 w 949452"/>
                  <a:gd name="csY3" fmla="*/ 459581 h 781811"/>
                  <a:gd name="csX4" fmla="*/ 685991 w 949452"/>
                  <a:gd name="csY4" fmla="*/ 781812 h 781811"/>
                  <a:gd name="csX5" fmla="*/ 561880 w 949452"/>
                  <a:gd name="csY5" fmla="*/ 405289 h 781811"/>
                  <a:gd name="csX6" fmla="*/ 949452 w 949452"/>
                  <a:gd name="csY6" fmla="*/ 322231 h 7818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49452" h="781811">
                    <a:moveTo>
                      <a:pt x="949452" y="322231"/>
                    </a:moveTo>
                    <a:lnTo>
                      <a:pt x="387572" y="0"/>
                    </a:lnTo>
                    <a:lnTo>
                      <a:pt x="0" y="83153"/>
                    </a:lnTo>
                    <a:lnTo>
                      <a:pt x="124111" y="459581"/>
                    </a:lnTo>
                    <a:lnTo>
                      <a:pt x="685991" y="781812"/>
                    </a:lnTo>
                    <a:lnTo>
                      <a:pt x="561880" y="405289"/>
                    </a:lnTo>
                    <a:lnTo>
                      <a:pt x="949452" y="322231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7108C949-9FEA-5D20-137C-C43774EAE666}"/>
                  </a:ext>
                </a:extLst>
              </p:cNvPr>
              <p:cNvSpPr/>
              <p:nvPr/>
            </p:nvSpPr>
            <p:spPr>
              <a:xfrm>
                <a:off x="5218366" y="2628042"/>
                <a:ext cx="949452" cy="781811"/>
              </a:xfrm>
              <a:custGeom>
                <a:avLst/>
                <a:gdLst>
                  <a:gd name="csX0" fmla="*/ 949452 w 949452"/>
                  <a:gd name="csY0" fmla="*/ 322231 h 781811"/>
                  <a:gd name="csX1" fmla="*/ 387572 w 949452"/>
                  <a:gd name="csY1" fmla="*/ 0 h 781811"/>
                  <a:gd name="csX2" fmla="*/ 0 w 949452"/>
                  <a:gd name="csY2" fmla="*/ 83153 h 781811"/>
                  <a:gd name="csX3" fmla="*/ 124111 w 949452"/>
                  <a:gd name="csY3" fmla="*/ 459581 h 781811"/>
                  <a:gd name="csX4" fmla="*/ 685991 w 949452"/>
                  <a:gd name="csY4" fmla="*/ 781812 h 781811"/>
                  <a:gd name="csX5" fmla="*/ 561880 w 949452"/>
                  <a:gd name="csY5" fmla="*/ 405289 h 781811"/>
                  <a:gd name="csX6" fmla="*/ 949452 w 949452"/>
                  <a:gd name="csY6" fmla="*/ 322231 h 7818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49452" h="781811">
                    <a:moveTo>
                      <a:pt x="949452" y="322231"/>
                    </a:moveTo>
                    <a:lnTo>
                      <a:pt x="387572" y="0"/>
                    </a:lnTo>
                    <a:lnTo>
                      <a:pt x="0" y="83153"/>
                    </a:lnTo>
                    <a:lnTo>
                      <a:pt x="124111" y="459581"/>
                    </a:lnTo>
                    <a:lnTo>
                      <a:pt x="685991" y="781812"/>
                    </a:lnTo>
                    <a:lnTo>
                      <a:pt x="561880" y="405289"/>
                    </a:lnTo>
                    <a:lnTo>
                      <a:pt x="949452" y="322231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F276868-5D2F-1EA2-19A0-2D892825AC64}"/>
                  </a:ext>
                </a:extLst>
              </p:cNvPr>
              <p:cNvSpPr/>
              <p:nvPr/>
            </p:nvSpPr>
            <p:spPr>
              <a:xfrm>
                <a:off x="5322474" y="2757364"/>
                <a:ext cx="141930" cy="333402"/>
              </a:xfrm>
              <a:custGeom>
                <a:avLst/>
                <a:gdLst>
                  <a:gd name="csX0" fmla="*/ 107537 w 141930"/>
                  <a:gd name="csY0" fmla="*/ 333402 h 333402"/>
                  <a:gd name="csX1" fmla="*/ 98488 w 141930"/>
                  <a:gd name="csY1" fmla="*/ 326830 h 333402"/>
                  <a:gd name="csX2" fmla="*/ 0 w 141930"/>
                  <a:gd name="csY2" fmla="*/ 28221 h 333402"/>
                  <a:gd name="csX3" fmla="*/ 130397 w 141930"/>
                  <a:gd name="csY3" fmla="*/ 218 h 333402"/>
                  <a:gd name="csX4" fmla="*/ 141723 w 141930"/>
                  <a:gd name="csY4" fmla="*/ 7510 h 333402"/>
                  <a:gd name="csX5" fmla="*/ 141732 w 141930"/>
                  <a:gd name="csY5" fmla="*/ 7552 h 333402"/>
                  <a:gd name="csX6" fmla="*/ 134398 w 141930"/>
                  <a:gd name="csY6" fmla="*/ 18792 h 333402"/>
                  <a:gd name="csX7" fmla="*/ 24765 w 141930"/>
                  <a:gd name="csY7" fmla="*/ 42318 h 333402"/>
                  <a:gd name="csX8" fmla="*/ 116300 w 141930"/>
                  <a:gd name="csY8" fmla="*/ 320925 h 333402"/>
                  <a:gd name="csX9" fmla="*/ 110204 w 141930"/>
                  <a:gd name="csY9" fmla="*/ 332926 h 333402"/>
                  <a:gd name="csX10" fmla="*/ 107537 w 141930"/>
                  <a:gd name="csY10" fmla="*/ 333402 h 3334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41930" h="333402">
                    <a:moveTo>
                      <a:pt x="107537" y="333402"/>
                    </a:moveTo>
                    <a:cubicBezTo>
                      <a:pt x="103417" y="333399"/>
                      <a:pt x="99766" y="330747"/>
                      <a:pt x="98488" y="326830"/>
                    </a:cubicBezTo>
                    <a:lnTo>
                      <a:pt x="0" y="28221"/>
                    </a:lnTo>
                    <a:lnTo>
                      <a:pt x="130397" y="218"/>
                    </a:lnTo>
                    <a:cubicBezTo>
                      <a:pt x="135539" y="-896"/>
                      <a:pt x="140609" y="2369"/>
                      <a:pt x="141723" y="7510"/>
                    </a:cubicBezTo>
                    <a:cubicBezTo>
                      <a:pt x="141726" y="7524"/>
                      <a:pt x="141729" y="7538"/>
                      <a:pt x="141732" y="7552"/>
                    </a:cubicBezTo>
                    <a:cubicBezTo>
                      <a:pt x="142790" y="12677"/>
                      <a:pt x="139515" y="17696"/>
                      <a:pt x="134398" y="18792"/>
                    </a:cubicBezTo>
                    <a:lnTo>
                      <a:pt x="24765" y="42318"/>
                    </a:lnTo>
                    <a:lnTo>
                      <a:pt x="116300" y="320925"/>
                    </a:lnTo>
                    <a:cubicBezTo>
                      <a:pt x="117927" y="325922"/>
                      <a:pt x="115199" y="331292"/>
                      <a:pt x="110204" y="332926"/>
                    </a:cubicBezTo>
                    <a:cubicBezTo>
                      <a:pt x="109338" y="333192"/>
                      <a:pt x="108442" y="333352"/>
                      <a:pt x="107537" y="333402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1FE86C52-2A12-ACD7-6F3B-239FDA4F15BA}"/>
                  </a:ext>
                </a:extLst>
              </p:cNvPr>
              <p:cNvSpPr/>
              <p:nvPr/>
            </p:nvSpPr>
            <p:spPr>
              <a:xfrm>
                <a:off x="5521827" y="2714363"/>
                <a:ext cx="143570" cy="45463"/>
              </a:xfrm>
              <a:custGeom>
                <a:avLst/>
                <a:gdLst>
                  <a:gd name="csX0" fmla="*/ 10578 w 143570"/>
                  <a:gd name="csY0" fmla="*/ 45410 h 45463"/>
                  <a:gd name="csX1" fmla="*/ 53 w 143570"/>
                  <a:gd name="csY1" fmla="*/ 36885 h 45463"/>
                  <a:gd name="csX2" fmla="*/ 8578 w 143570"/>
                  <a:gd name="csY2" fmla="*/ 26360 h 45463"/>
                  <a:gd name="csX3" fmla="*/ 131546 w 143570"/>
                  <a:gd name="csY3" fmla="*/ 262 h 45463"/>
                  <a:gd name="csX4" fmla="*/ 143309 w 143570"/>
                  <a:gd name="csY4" fmla="*/ 7548 h 45463"/>
                  <a:gd name="csX5" fmla="*/ 136022 w 143570"/>
                  <a:gd name="csY5" fmla="*/ 19312 h 45463"/>
                  <a:gd name="csX6" fmla="*/ 12198 w 143570"/>
                  <a:gd name="csY6" fmla="*/ 45220 h 454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43570" h="45463">
                    <a:moveTo>
                      <a:pt x="10578" y="45410"/>
                    </a:moveTo>
                    <a:cubicBezTo>
                      <a:pt x="5318" y="45962"/>
                      <a:pt x="606" y="42146"/>
                      <a:pt x="53" y="36885"/>
                    </a:cubicBezTo>
                    <a:cubicBezTo>
                      <a:pt x="-499" y="31625"/>
                      <a:pt x="3317" y="26913"/>
                      <a:pt x="8578" y="26360"/>
                    </a:cubicBezTo>
                    <a:lnTo>
                      <a:pt x="131546" y="262"/>
                    </a:lnTo>
                    <a:cubicBezTo>
                      <a:pt x="136806" y="-975"/>
                      <a:pt x="142073" y="2288"/>
                      <a:pt x="143309" y="7548"/>
                    </a:cubicBezTo>
                    <a:cubicBezTo>
                      <a:pt x="144545" y="12809"/>
                      <a:pt x="141283" y="18076"/>
                      <a:pt x="136022" y="19312"/>
                    </a:cubicBezTo>
                    <a:lnTo>
                      <a:pt x="12198" y="45220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FA34BBB4-D479-DB52-0750-304D2B5D7294}"/>
                  </a:ext>
                </a:extLst>
              </p:cNvPr>
              <p:cNvSpPr/>
              <p:nvPr/>
            </p:nvSpPr>
            <p:spPr>
              <a:xfrm>
                <a:off x="5432863" y="2767490"/>
                <a:ext cx="242884" cy="66821"/>
              </a:xfrm>
              <a:custGeom>
                <a:avLst/>
                <a:gdLst>
                  <a:gd name="csX0" fmla="*/ 10578 w 242884"/>
                  <a:gd name="csY0" fmla="*/ 66769 h 66821"/>
                  <a:gd name="csX1" fmla="*/ 53 w 242884"/>
                  <a:gd name="csY1" fmla="*/ 58244 h 66821"/>
                  <a:gd name="csX2" fmla="*/ 8578 w 242884"/>
                  <a:gd name="csY2" fmla="*/ 47719 h 66821"/>
                  <a:gd name="csX3" fmla="*/ 232035 w 242884"/>
                  <a:gd name="csY3" fmla="*/ 94 h 66821"/>
                  <a:gd name="csX4" fmla="*/ 242791 w 242884"/>
                  <a:gd name="csY4" fmla="*/ 8202 h 66821"/>
                  <a:gd name="csX5" fmla="*/ 236035 w 242884"/>
                  <a:gd name="csY5" fmla="*/ 18667 h 66821"/>
                  <a:gd name="csX6" fmla="*/ 12579 w 242884"/>
                  <a:gd name="csY6" fmla="*/ 66293 h 66821"/>
                  <a:gd name="csX7" fmla="*/ 10579 w 242884"/>
                  <a:gd name="csY7" fmla="*/ 66769 h 668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42884" h="66821">
                    <a:moveTo>
                      <a:pt x="10578" y="66769"/>
                    </a:moveTo>
                    <a:cubicBezTo>
                      <a:pt x="5318" y="67321"/>
                      <a:pt x="606" y="63504"/>
                      <a:pt x="53" y="58244"/>
                    </a:cubicBezTo>
                    <a:cubicBezTo>
                      <a:pt x="-499" y="52983"/>
                      <a:pt x="3317" y="48271"/>
                      <a:pt x="8578" y="47719"/>
                    </a:cubicBezTo>
                    <a:lnTo>
                      <a:pt x="232035" y="94"/>
                    </a:lnTo>
                    <a:cubicBezTo>
                      <a:pt x="237244" y="-638"/>
                      <a:pt x="242060" y="2993"/>
                      <a:pt x="242791" y="8202"/>
                    </a:cubicBezTo>
                    <a:cubicBezTo>
                      <a:pt x="243448" y="12884"/>
                      <a:pt x="240572" y="17339"/>
                      <a:pt x="236035" y="18667"/>
                    </a:cubicBezTo>
                    <a:lnTo>
                      <a:pt x="12579" y="66293"/>
                    </a:lnTo>
                    <a:cubicBezTo>
                      <a:pt x="11938" y="66546"/>
                      <a:pt x="11265" y="66706"/>
                      <a:pt x="10579" y="66769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41F3148-1C74-AEBE-0CB5-AFEA6377E22A}"/>
                  </a:ext>
                </a:extLst>
              </p:cNvPr>
              <p:cNvSpPr/>
              <p:nvPr/>
            </p:nvSpPr>
            <p:spPr>
              <a:xfrm>
                <a:off x="5456459" y="3001019"/>
                <a:ext cx="55566" cy="130038"/>
              </a:xfrm>
              <a:custGeom>
                <a:avLst/>
                <a:gdLst>
                  <a:gd name="csX0" fmla="*/ 46038 w 55566"/>
                  <a:gd name="csY0" fmla="*/ 130039 h 130038"/>
                  <a:gd name="csX1" fmla="*/ 36989 w 55566"/>
                  <a:gd name="csY1" fmla="*/ 123466 h 130038"/>
                  <a:gd name="csX2" fmla="*/ 508 w 55566"/>
                  <a:gd name="csY2" fmla="*/ 12595 h 130038"/>
                  <a:gd name="csX3" fmla="*/ 6465 w 55566"/>
                  <a:gd name="csY3" fmla="*/ 514 h 130038"/>
                  <a:gd name="csX4" fmla="*/ 6509 w 55566"/>
                  <a:gd name="csY4" fmla="*/ 499 h 130038"/>
                  <a:gd name="csX5" fmla="*/ 18572 w 55566"/>
                  <a:gd name="csY5" fmla="*/ 6493 h 130038"/>
                  <a:gd name="csX6" fmla="*/ 18606 w 55566"/>
                  <a:gd name="csY6" fmla="*/ 6595 h 130038"/>
                  <a:gd name="csX7" fmla="*/ 55087 w 55566"/>
                  <a:gd name="csY7" fmla="*/ 117561 h 130038"/>
                  <a:gd name="csX8" fmla="*/ 49086 w 55566"/>
                  <a:gd name="csY8" fmla="*/ 129562 h 130038"/>
                  <a:gd name="csX9" fmla="*/ 46038 w 55566"/>
                  <a:gd name="csY9" fmla="*/ 130039 h 130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66" h="130038">
                    <a:moveTo>
                      <a:pt x="46038" y="130039"/>
                    </a:moveTo>
                    <a:cubicBezTo>
                      <a:pt x="41918" y="130036"/>
                      <a:pt x="38267" y="127384"/>
                      <a:pt x="36989" y="123466"/>
                    </a:cubicBezTo>
                    <a:lnTo>
                      <a:pt x="508" y="12595"/>
                    </a:lnTo>
                    <a:cubicBezTo>
                      <a:pt x="-1183" y="7614"/>
                      <a:pt x="1484" y="2205"/>
                      <a:pt x="6465" y="514"/>
                    </a:cubicBezTo>
                    <a:cubicBezTo>
                      <a:pt x="6480" y="509"/>
                      <a:pt x="6494" y="504"/>
                      <a:pt x="6509" y="499"/>
                    </a:cubicBezTo>
                    <a:cubicBezTo>
                      <a:pt x="11496" y="-1177"/>
                      <a:pt x="16896" y="1507"/>
                      <a:pt x="18572" y="6493"/>
                    </a:cubicBezTo>
                    <a:cubicBezTo>
                      <a:pt x="18584" y="6527"/>
                      <a:pt x="18595" y="6561"/>
                      <a:pt x="18606" y="6595"/>
                    </a:cubicBezTo>
                    <a:lnTo>
                      <a:pt x="55087" y="117561"/>
                    </a:lnTo>
                    <a:cubicBezTo>
                      <a:pt x="56722" y="122530"/>
                      <a:pt x="54043" y="127889"/>
                      <a:pt x="49086" y="129562"/>
                    </a:cubicBezTo>
                    <a:cubicBezTo>
                      <a:pt x="48097" y="129859"/>
                      <a:pt x="47071" y="130020"/>
                      <a:pt x="46038" y="130039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B7869BF5-9DC2-2918-A8DA-11D7B5C375F1}"/>
                  </a:ext>
                </a:extLst>
              </p:cNvPr>
              <p:cNvSpPr/>
              <p:nvPr/>
            </p:nvSpPr>
            <p:spPr>
              <a:xfrm>
                <a:off x="5797379" y="2879007"/>
                <a:ext cx="115283" cy="39834"/>
              </a:xfrm>
              <a:custGeom>
                <a:avLst/>
                <a:gdLst>
                  <a:gd name="csX0" fmla="*/ 9728 w 115283"/>
                  <a:gd name="csY0" fmla="*/ 39643 h 39834"/>
                  <a:gd name="csX1" fmla="*/ 203 w 115283"/>
                  <a:gd name="csY1" fmla="*/ 32119 h 39834"/>
                  <a:gd name="csX2" fmla="*/ 7442 w 115283"/>
                  <a:gd name="csY2" fmla="*/ 20879 h 39834"/>
                  <a:gd name="csX3" fmla="*/ 103549 w 115283"/>
                  <a:gd name="csY3" fmla="*/ 210 h 39834"/>
                  <a:gd name="csX4" fmla="*/ 115074 w 115283"/>
                  <a:gd name="csY4" fmla="*/ 7735 h 39834"/>
                  <a:gd name="csX5" fmla="*/ 107549 w 115283"/>
                  <a:gd name="csY5" fmla="*/ 19260 h 39834"/>
                  <a:gd name="csX6" fmla="*/ 11442 w 115283"/>
                  <a:gd name="csY6" fmla="*/ 39834 h 39834"/>
                  <a:gd name="csX7" fmla="*/ 9728 w 115283"/>
                  <a:gd name="csY7" fmla="*/ 39643 h 398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15283" h="39834">
                    <a:moveTo>
                      <a:pt x="9728" y="39643"/>
                    </a:moveTo>
                    <a:cubicBezTo>
                      <a:pt x="5158" y="39745"/>
                      <a:pt x="1161" y="36587"/>
                      <a:pt x="203" y="32119"/>
                    </a:cubicBezTo>
                    <a:cubicBezTo>
                      <a:pt x="-860" y="27023"/>
                      <a:pt x="2363" y="22019"/>
                      <a:pt x="7442" y="20879"/>
                    </a:cubicBezTo>
                    <a:lnTo>
                      <a:pt x="103549" y="210"/>
                    </a:lnTo>
                    <a:cubicBezTo>
                      <a:pt x="108809" y="-895"/>
                      <a:pt x="113969" y="2474"/>
                      <a:pt x="115074" y="7735"/>
                    </a:cubicBezTo>
                    <a:cubicBezTo>
                      <a:pt x="116178" y="12995"/>
                      <a:pt x="112810" y="18155"/>
                      <a:pt x="107549" y="19260"/>
                    </a:cubicBezTo>
                    <a:lnTo>
                      <a:pt x="11442" y="39834"/>
                    </a:lnTo>
                    <a:cubicBezTo>
                      <a:pt x="10865" y="39840"/>
                      <a:pt x="10289" y="39776"/>
                      <a:pt x="9728" y="39643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CEEB93F1-8C8E-3BA9-60C4-DA75A3B6ED1D}"/>
                  </a:ext>
                </a:extLst>
              </p:cNvPr>
              <p:cNvSpPr/>
              <p:nvPr/>
            </p:nvSpPr>
            <p:spPr>
              <a:xfrm>
                <a:off x="5543803" y="2948441"/>
                <a:ext cx="100257" cy="265579"/>
              </a:xfrm>
              <a:custGeom>
                <a:avLst/>
                <a:gdLst>
                  <a:gd name="csX0" fmla="*/ 90710 w 100257"/>
                  <a:gd name="csY0" fmla="*/ 265579 h 265579"/>
                  <a:gd name="csX1" fmla="*/ 81661 w 100257"/>
                  <a:gd name="csY1" fmla="*/ 259007 h 265579"/>
                  <a:gd name="csX2" fmla="*/ 508 w 100257"/>
                  <a:gd name="csY2" fmla="*/ 12595 h 265579"/>
                  <a:gd name="csX3" fmla="*/ 6465 w 100257"/>
                  <a:gd name="csY3" fmla="*/ 514 h 265579"/>
                  <a:gd name="csX4" fmla="*/ 6509 w 100257"/>
                  <a:gd name="csY4" fmla="*/ 499 h 265579"/>
                  <a:gd name="csX5" fmla="*/ 18572 w 100257"/>
                  <a:gd name="csY5" fmla="*/ 6493 h 265579"/>
                  <a:gd name="csX6" fmla="*/ 18606 w 100257"/>
                  <a:gd name="csY6" fmla="*/ 6595 h 265579"/>
                  <a:gd name="csX7" fmla="*/ 99759 w 100257"/>
                  <a:gd name="csY7" fmla="*/ 253006 h 265579"/>
                  <a:gd name="csX8" fmla="*/ 93765 w 100257"/>
                  <a:gd name="csY8" fmla="*/ 265070 h 265579"/>
                  <a:gd name="csX9" fmla="*/ 93663 w 100257"/>
                  <a:gd name="csY9" fmla="*/ 265103 h 265579"/>
                  <a:gd name="csX10" fmla="*/ 90710 w 100257"/>
                  <a:gd name="csY10" fmla="*/ 265579 h 2655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0257" h="265579">
                    <a:moveTo>
                      <a:pt x="90710" y="265579"/>
                    </a:moveTo>
                    <a:cubicBezTo>
                      <a:pt x="86590" y="265577"/>
                      <a:pt x="82939" y="262924"/>
                      <a:pt x="81661" y="259007"/>
                    </a:cubicBezTo>
                    <a:lnTo>
                      <a:pt x="508" y="12595"/>
                    </a:lnTo>
                    <a:cubicBezTo>
                      <a:pt x="-1183" y="7614"/>
                      <a:pt x="1484" y="2205"/>
                      <a:pt x="6465" y="514"/>
                    </a:cubicBezTo>
                    <a:cubicBezTo>
                      <a:pt x="6480" y="509"/>
                      <a:pt x="6494" y="504"/>
                      <a:pt x="6509" y="499"/>
                    </a:cubicBezTo>
                    <a:cubicBezTo>
                      <a:pt x="11496" y="-1177"/>
                      <a:pt x="16896" y="1507"/>
                      <a:pt x="18572" y="6493"/>
                    </a:cubicBezTo>
                    <a:cubicBezTo>
                      <a:pt x="18584" y="6527"/>
                      <a:pt x="18595" y="6561"/>
                      <a:pt x="18606" y="6595"/>
                    </a:cubicBezTo>
                    <a:lnTo>
                      <a:pt x="99759" y="253006"/>
                    </a:lnTo>
                    <a:cubicBezTo>
                      <a:pt x="101435" y="257993"/>
                      <a:pt x="98751" y="263394"/>
                      <a:pt x="93765" y="265070"/>
                    </a:cubicBezTo>
                    <a:cubicBezTo>
                      <a:pt x="93731" y="265081"/>
                      <a:pt x="93697" y="265092"/>
                      <a:pt x="93663" y="265103"/>
                    </a:cubicBezTo>
                    <a:cubicBezTo>
                      <a:pt x="92706" y="265400"/>
                      <a:pt x="91712" y="265560"/>
                      <a:pt x="90710" y="265579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02DAA8A0-D413-2003-E9A9-B6699BB15ED0}"/>
                  </a:ext>
                </a:extLst>
              </p:cNvPr>
              <p:cNvSpPr/>
              <p:nvPr/>
            </p:nvSpPr>
            <p:spPr>
              <a:xfrm>
                <a:off x="5756142" y="2922264"/>
                <a:ext cx="262526" cy="71305"/>
              </a:xfrm>
              <a:custGeom>
                <a:avLst/>
                <a:gdLst>
                  <a:gd name="csX0" fmla="*/ 10578 w 262526"/>
                  <a:gd name="csY0" fmla="*/ 71252 h 71305"/>
                  <a:gd name="csX1" fmla="*/ 53 w 262526"/>
                  <a:gd name="csY1" fmla="*/ 62727 h 71305"/>
                  <a:gd name="csX2" fmla="*/ 8578 w 262526"/>
                  <a:gd name="csY2" fmla="*/ 52202 h 71305"/>
                  <a:gd name="csX3" fmla="*/ 250323 w 262526"/>
                  <a:gd name="csY3" fmla="*/ 386 h 71305"/>
                  <a:gd name="csX4" fmla="*/ 262141 w 262526"/>
                  <a:gd name="csY4" fmla="*/ 6851 h 71305"/>
                  <a:gd name="csX5" fmla="*/ 255676 w 262526"/>
                  <a:gd name="csY5" fmla="*/ 18669 h 71305"/>
                  <a:gd name="csX6" fmla="*/ 254323 w 262526"/>
                  <a:gd name="csY6" fmla="*/ 18960 h 71305"/>
                  <a:gd name="csX7" fmla="*/ 12579 w 262526"/>
                  <a:gd name="csY7" fmla="*/ 70776 h 71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62526" h="71305">
                    <a:moveTo>
                      <a:pt x="10578" y="71252"/>
                    </a:moveTo>
                    <a:cubicBezTo>
                      <a:pt x="5318" y="71805"/>
                      <a:pt x="606" y="67988"/>
                      <a:pt x="53" y="62727"/>
                    </a:cubicBezTo>
                    <a:cubicBezTo>
                      <a:pt x="-499" y="57467"/>
                      <a:pt x="3317" y="52755"/>
                      <a:pt x="8578" y="52202"/>
                    </a:cubicBezTo>
                    <a:lnTo>
                      <a:pt x="250323" y="386"/>
                    </a:lnTo>
                    <a:cubicBezTo>
                      <a:pt x="255371" y="-1092"/>
                      <a:pt x="260662" y="1802"/>
                      <a:pt x="262141" y="6851"/>
                    </a:cubicBezTo>
                    <a:cubicBezTo>
                      <a:pt x="263619" y="11899"/>
                      <a:pt x="260724" y="17190"/>
                      <a:pt x="255676" y="18669"/>
                    </a:cubicBezTo>
                    <a:cubicBezTo>
                      <a:pt x="255233" y="18798"/>
                      <a:pt x="254781" y="18896"/>
                      <a:pt x="254323" y="18960"/>
                    </a:cubicBezTo>
                    <a:lnTo>
                      <a:pt x="12579" y="70776"/>
                    </a:ln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A1DA90AB-5467-D1DA-B1A6-0007E717C7A3}"/>
                  </a:ext>
                </a:extLst>
              </p:cNvPr>
              <p:cNvSpPr/>
              <p:nvPr/>
            </p:nvSpPr>
            <p:spPr>
              <a:xfrm>
                <a:off x="5659767" y="3112059"/>
                <a:ext cx="59322" cy="141490"/>
              </a:xfrm>
              <a:custGeom>
                <a:avLst/>
                <a:gdLst>
                  <a:gd name="csX0" fmla="*/ 49803 w 59322"/>
                  <a:gd name="csY0" fmla="*/ 141490 h 141490"/>
                  <a:gd name="csX1" fmla="*/ 40754 w 59322"/>
                  <a:gd name="csY1" fmla="*/ 134918 h 141490"/>
                  <a:gd name="csX2" fmla="*/ 368 w 59322"/>
                  <a:gd name="csY2" fmla="*/ 12141 h 141490"/>
                  <a:gd name="csX3" fmla="*/ 6913 w 59322"/>
                  <a:gd name="csY3" fmla="*/ 368 h 141490"/>
                  <a:gd name="csX4" fmla="*/ 18466 w 59322"/>
                  <a:gd name="csY4" fmla="*/ 6235 h 141490"/>
                  <a:gd name="csX5" fmla="*/ 58852 w 59322"/>
                  <a:gd name="csY5" fmla="*/ 128727 h 141490"/>
                  <a:gd name="csX6" fmla="*/ 52756 w 59322"/>
                  <a:gd name="csY6" fmla="*/ 140728 h 141490"/>
                  <a:gd name="csX7" fmla="*/ 49803 w 59322"/>
                  <a:gd name="csY7" fmla="*/ 141490 h 1414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59322" h="141490">
                    <a:moveTo>
                      <a:pt x="49803" y="141490"/>
                    </a:moveTo>
                    <a:cubicBezTo>
                      <a:pt x="45682" y="141487"/>
                      <a:pt x="42032" y="138835"/>
                      <a:pt x="40754" y="134918"/>
                    </a:cubicBezTo>
                    <a:lnTo>
                      <a:pt x="368" y="12141"/>
                    </a:lnTo>
                    <a:cubicBezTo>
                      <a:pt x="-1075" y="7082"/>
                      <a:pt x="1855" y="1811"/>
                      <a:pt x="6913" y="368"/>
                    </a:cubicBezTo>
                    <a:cubicBezTo>
                      <a:pt x="11706" y="-1000"/>
                      <a:pt x="16743" y="1558"/>
                      <a:pt x="18466" y="6235"/>
                    </a:cubicBezTo>
                    <a:lnTo>
                      <a:pt x="58852" y="128727"/>
                    </a:lnTo>
                    <a:cubicBezTo>
                      <a:pt x="60478" y="133724"/>
                      <a:pt x="57751" y="139094"/>
                      <a:pt x="52756" y="140728"/>
                    </a:cubicBezTo>
                    <a:cubicBezTo>
                      <a:pt x="51813" y="141122"/>
                      <a:pt x="50819" y="141379"/>
                      <a:pt x="49803" y="14149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E866FDB-BE44-30E2-2924-6E1FDC47D410}"/>
                  </a:ext>
                </a:extLst>
              </p:cNvPr>
              <p:cNvSpPr/>
              <p:nvPr/>
            </p:nvSpPr>
            <p:spPr>
              <a:xfrm>
                <a:off x="4669725" y="2390109"/>
                <a:ext cx="818472" cy="500537"/>
              </a:xfrm>
              <a:custGeom>
                <a:avLst/>
                <a:gdLst>
                  <a:gd name="csX0" fmla="*/ 785147 w 818472"/>
                  <a:gd name="csY0" fmla="*/ 500538 h 500537"/>
                  <a:gd name="csX1" fmla="*/ 768478 w 818472"/>
                  <a:gd name="csY1" fmla="*/ 496061 h 500537"/>
                  <a:gd name="csX2" fmla="*/ 16003 w 818472"/>
                  <a:gd name="csY2" fmla="*/ 61816 h 500537"/>
                  <a:gd name="csX3" fmla="*/ 4869 w 818472"/>
                  <a:gd name="csY3" fmla="*/ 16003 h 500537"/>
                  <a:gd name="csX4" fmla="*/ 49341 w 818472"/>
                  <a:gd name="csY4" fmla="*/ 4095 h 500537"/>
                  <a:gd name="csX5" fmla="*/ 801816 w 818472"/>
                  <a:gd name="csY5" fmla="*/ 438339 h 500537"/>
                  <a:gd name="csX6" fmla="*/ 813990 w 818472"/>
                  <a:gd name="csY6" fmla="*/ 483887 h 500537"/>
                  <a:gd name="csX7" fmla="*/ 785147 w 818472"/>
                  <a:gd name="csY7" fmla="*/ 500538 h 5005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818472" h="500537">
                    <a:moveTo>
                      <a:pt x="785147" y="500538"/>
                    </a:moveTo>
                    <a:cubicBezTo>
                      <a:pt x="779292" y="500553"/>
                      <a:pt x="773538" y="499008"/>
                      <a:pt x="768478" y="496061"/>
                    </a:cubicBezTo>
                    <a:lnTo>
                      <a:pt x="16003" y="61816"/>
                    </a:lnTo>
                    <a:cubicBezTo>
                      <a:pt x="278" y="52240"/>
                      <a:pt x="-4707" y="31729"/>
                      <a:pt x="4869" y="16003"/>
                    </a:cubicBezTo>
                    <a:cubicBezTo>
                      <a:pt x="14132" y="792"/>
                      <a:pt x="33716" y="-4453"/>
                      <a:pt x="49341" y="4095"/>
                    </a:cubicBezTo>
                    <a:lnTo>
                      <a:pt x="801816" y="438339"/>
                    </a:lnTo>
                    <a:cubicBezTo>
                      <a:pt x="817755" y="447555"/>
                      <a:pt x="823206" y="467948"/>
                      <a:pt x="813990" y="483887"/>
                    </a:cubicBezTo>
                    <a:cubicBezTo>
                      <a:pt x="808035" y="494186"/>
                      <a:pt x="797044" y="500531"/>
                      <a:pt x="785147" y="50053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824825" y="464538"/>
            <a:ext cx="2966126" cy="12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Dataset Overview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2" name="Google Shape;232;p34"/>
          <p:cNvSpPr txBox="1">
            <a:spLocks noGrp="1"/>
          </p:cNvSpPr>
          <p:nvPr>
            <p:ph type="subTitle" idx="1"/>
          </p:nvPr>
        </p:nvSpPr>
        <p:spPr>
          <a:xfrm>
            <a:off x="824825" y="1943278"/>
            <a:ext cx="3747176" cy="26997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it-IT" sz="1400" dirty="0">
                <a:solidFill>
                  <a:schemeClr val="bg1"/>
                </a:solidFill>
              </a:rPr>
              <a:t>Dataset file: </a:t>
            </a:r>
            <a:r>
              <a:rPr lang="it-IT" sz="1400" b="1" dirty="0">
                <a:solidFill>
                  <a:schemeClr val="bg1"/>
                </a:solidFill>
              </a:rPr>
              <a:t>socialmedia_data.csv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/>
                </a:solidFill>
              </a:rPr>
              <a:t>Total Records: </a:t>
            </a:r>
            <a:r>
              <a:rPr lang="en-IN" sz="1400" b="1" dirty="0">
                <a:solidFill>
                  <a:schemeClr val="bg1"/>
                </a:solidFill>
              </a:rPr>
              <a:t>50,000</a:t>
            </a:r>
          </a:p>
          <a:p>
            <a:pPr marL="0" lvl="0" indent="0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</a:rPr>
              <a:t>Includes: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N" sz="1400" b="1" dirty="0">
                <a:solidFill>
                  <a:schemeClr val="bg1"/>
                </a:solidFill>
              </a:rPr>
              <a:t>Demographics: </a:t>
            </a:r>
            <a:r>
              <a:rPr lang="en-IN" sz="1400" dirty="0">
                <a:solidFill>
                  <a:schemeClr val="bg1"/>
                </a:solidFill>
              </a:rPr>
              <a:t>Age, Gender, Occupation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</a:rPr>
              <a:t>Usage: </a:t>
            </a:r>
            <a:r>
              <a:rPr lang="en-US" sz="1400" dirty="0">
                <a:solidFill>
                  <a:schemeClr val="bg1"/>
                </a:solidFill>
              </a:rPr>
              <a:t>Daily phone hours, social media usage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</a:rPr>
              <a:t>Lifestyle: </a:t>
            </a:r>
            <a:r>
              <a:rPr lang="en-US" sz="1400" dirty="0">
                <a:solidFill>
                  <a:schemeClr val="bg1"/>
                </a:solidFill>
              </a:rPr>
              <a:t>Sleep hours, stress level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chemeClr val="bg1"/>
                </a:solidFill>
              </a:rPr>
              <a:t>Device Type: </a:t>
            </a:r>
            <a:r>
              <a:rPr lang="fr-FR" sz="1400" dirty="0">
                <a:solidFill>
                  <a:schemeClr val="bg1"/>
                </a:solidFill>
              </a:rPr>
              <a:t>Android, iOS, PC</a:t>
            </a:r>
            <a:endParaRPr sz="1400" dirty="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95DA77-0678-092F-9620-4C7B8C26FBBE}"/>
              </a:ext>
            </a:extLst>
          </p:cNvPr>
          <p:cNvCxnSpPr>
            <a:cxnSpLocks/>
          </p:cNvCxnSpPr>
          <p:nvPr/>
        </p:nvCxnSpPr>
        <p:spPr>
          <a:xfrm>
            <a:off x="824824" y="1734916"/>
            <a:ext cx="296612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16E1C6-8BB6-3C99-1E7B-5A6E2FABB715}"/>
              </a:ext>
            </a:extLst>
          </p:cNvPr>
          <p:cNvCxnSpPr>
            <a:cxnSpLocks/>
          </p:cNvCxnSpPr>
          <p:nvPr/>
        </p:nvCxnSpPr>
        <p:spPr>
          <a:xfrm>
            <a:off x="3257550" y="812292"/>
            <a:ext cx="27622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EB387E7-5562-CE04-61CC-5A86520F6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" t="335" r="53541"/>
          <a:stretch>
            <a:fillRect/>
          </a:stretch>
        </p:blipFill>
        <p:spPr>
          <a:xfrm>
            <a:off x="4822825" y="195263"/>
            <a:ext cx="4133445" cy="4769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9AE464-2045-F242-1E82-42F49D2E89E0}"/>
              </a:ext>
            </a:extLst>
          </p:cNvPr>
          <p:cNvSpPr/>
          <p:nvPr/>
        </p:nvSpPr>
        <p:spPr>
          <a:xfrm>
            <a:off x="2767879" y="1181100"/>
            <a:ext cx="2878500" cy="25812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Libraries Used: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Pandas → Data cleaning &amp; analysis.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Matplotlib &amp; Seaborn → Data visualization.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Scikit-learn → Machine Learning.</a:t>
            </a:r>
          </a:p>
        </p:txBody>
      </p:sp>
      <p:sp>
        <p:nvSpPr>
          <p:cNvPr id="243" name="Google Shape;243;p35"/>
          <p:cNvSpPr txBox="1">
            <a:spLocks noGrp="1"/>
          </p:cNvSpPr>
          <p:nvPr>
            <p:ph type="title"/>
          </p:nvPr>
        </p:nvSpPr>
        <p:spPr>
          <a:xfrm>
            <a:off x="720000" y="292625"/>
            <a:ext cx="43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Methodology &amp; Tools</a:t>
            </a:r>
            <a:endParaRPr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915107-7465-169B-DA60-E1BF24BBB672}"/>
              </a:ext>
            </a:extLst>
          </p:cNvPr>
          <p:cNvSpPr/>
          <p:nvPr/>
        </p:nvSpPr>
        <p:spPr>
          <a:xfrm>
            <a:off x="5998800" y="1181100"/>
            <a:ext cx="2878500" cy="25812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Tools: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VS Code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Jupyter</a:t>
            </a: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 Notebook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Google </a:t>
            </a:r>
            <a:r>
              <a:rPr lang="en-IN" dirty="0" err="1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Colab</a:t>
            </a:r>
            <a:endParaRPr lang="en-IN" b="1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F99BF420-8057-50E0-3CBE-E48EDA6CC77B}"/>
              </a:ext>
            </a:extLst>
          </p:cNvPr>
          <p:cNvSpPr/>
          <p:nvPr/>
        </p:nvSpPr>
        <p:spPr>
          <a:xfrm>
            <a:off x="815250" y="1435114"/>
            <a:ext cx="1600208" cy="1600211"/>
          </a:xfrm>
          <a:custGeom>
            <a:avLst/>
            <a:gdLst>
              <a:gd name="csX0" fmla="*/ 3534555 w 3600565"/>
              <a:gd name="csY0" fmla="*/ 1354198 h 3600572"/>
              <a:gd name="csX1" fmla="*/ 3105394 w 3600565"/>
              <a:gd name="csY1" fmla="*/ 918607 h 3600572"/>
              <a:gd name="csX2" fmla="*/ 2783122 w 3600565"/>
              <a:gd name="csY2" fmla="*/ 918607 h 3600572"/>
              <a:gd name="csX3" fmla="*/ 2783122 w 3600565"/>
              <a:gd name="csY3" fmla="*/ 1299548 h 3600572"/>
              <a:gd name="csX4" fmla="*/ 2246269 w 3600565"/>
              <a:gd name="csY4" fmla="*/ 1844437 h 3600572"/>
              <a:gd name="csX5" fmla="*/ 1387948 w 3600565"/>
              <a:gd name="csY5" fmla="*/ 1844437 h 3600572"/>
              <a:gd name="csX6" fmla="*/ 958787 w 3600565"/>
              <a:gd name="csY6" fmla="*/ 2280831 h 3600572"/>
              <a:gd name="csX7" fmla="*/ 958787 w 3600565"/>
              <a:gd name="csY7" fmla="*/ 3098969 h 3600572"/>
              <a:gd name="csX8" fmla="*/ 1387948 w 3600565"/>
              <a:gd name="csY8" fmla="*/ 3535363 h 3600572"/>
              <a:gd name="csX9" fmla="*/ 2246269 w 3600565"/>
              <a:gd name="csY9" fmla="*/ 3535363 h 3600572"/>
              <a:gd name="csX10" fmla="*/ 2675430 w 3600565"/>
              <a:gd name="csY10" fmla="*/ 3098969 h 3600572"/>
              <a:gd name="csX11" fmla="*/ 2675430 w 3600565"/>
              <a:gd name="csY11" fmla="*/ 2771875 h 3600572"/>
              <a:gd name="csX12" fmla="*/ 1817912 w 3600565"/>
              <a:gd name="csY12" fmla="*/ 2771875 h 3600572"/>
              <a:gd name="csX13" fmla="*/ 1817912 w 3600565"/>
              <a:gd name="csY13" fmla="*/ 2662575 h 3600572"/>
              <a:gd name="csX14" fmla="*/ 3105394 w 3600565"/>
              <a:gd name="csY14" fmla="*/ 2662575 h 3600572"/>
              <a:gd name="csX15" fmla="*/ 3534555 w 3600565"/>
              <a:gd name="csY15" fmla="*/ 2226985 h 3600572"/>
              <a:gd name="csX16" fmla="*/ 3534555 w 3600565"/>
              <a:gd name="csY16" fmla="*/ 1354198 h 3600572"/>
              <a:gd name="csX17" fmla="*/ 2300115 w 3600565"/>
              <a:gd name="csY17" fmla="*/ 3316764 h 3600572"/>
              <a:gd name="csX18" fmla="*/ 2148221 w 3600565"/>
              <a:gd name="csY18" fmla="*/ 3238808 h 3600572"/>
              <a:gd name="csX19" fmla="*/ 2148221 w 3600565"/>
              <a:gd name="csY19" fmla="*/ 3067626 h 3600572"/>
              <a:gd name="csX20" fmla="*/ 2300115 w 3600565"/>
              <a:gd name="csY20" fmla="*/ 2989670 h 3600572"/>
              <a:gd name="csX21" fmla="*/ 2452009 w 3600565"/>
              <a:gd name="csY21" fmla="*/ 3067626 h 3600572"/>
              <a:gd name="csX22" fmla="*/ 2452009 w 3600565"/>
              <a:gd name="csY22" fmla="*/ 3238808 h 3600572"/>
              <a:gd name="csX23" fmla="*/ 2300115 w 3600565"/>
              <a:gd name="csY23" fmla="*/ 3316764 h 3600572"/>
              <a:gd name="csX24" fmla="*/ 1348567 w 3600565"/>
              <a:gd name="csY24" fmla="*/ 1736745 h 3600572"/>
              <a:gd name="csX25" fmla="*/ 2206889 w 3600565"/>
              <a:gd name="csY25" fmla="*/ 1736745 h 3600572"/>
              <a:gd name="csX26" fmla="*/ 2636050 w 3600565"/>
              <a:gd name="csY26" fmla="*/ 1300351 h 3600572"/>
              <a:gd name="csX27" fmla="*/ 2636050 w 3600565"/>
              <a:gd name="csY27" fmla="*/ 481410 h 3600572"/>
              <a:gd name="csX28" fmla="*/ 2206889 w 3600565"/>
              <a:gd name="csY28" fmla="*/ 34568 h 3600572"/>
              <a:gd name="csX29" fmla="*/ 1348567 w 3600565"/>
              <a:gd name="csY29" fmla="*/ 35372 h 3600572"/>
              <a:gd name="csX30" fmla="*/ 919407 w 3600565"/>
              <a:gd name="csY30" fmla="*/ 482214 h 3600572"/>
              <a:gd name="csX31" fmla="*/ 919407 w 3600565"/>
              <a:gd name="csY31" fmla="*/ 809308 h 3600572"/>
              <a:gd name="csX32" fmla="*/ 1778532 w 3600565"/>
              <a:gd name="csY32" fmla="*/ 809308 h 3600572"/>
              <a:gd name="csX33" fmla="*/ 1778532 w 3600565"/>
              <a:gd name="csY33" fmla="*/ 918607 h 3600572"/>
              <a:gd name="csX34" fmla="*/ 597134 w 3600565"/>
              <a:gd name="csY34" fmla="*/ 918607 h 3600572"/>
              <a:gd name="csX35" fmla="*/ 60281 w 3600565"/>
              <a:gd name="csY35" fmla="*/ 1354198 h 3600572"/>
              <a:gd name="csX36" fmla="*/ 60281 w 3600565"/>
              <a:gd name="csY36" fmla="*/ 2226985 h 3600572"/>
              <a:gd name="csX37" fmla="*/ 516767 w 3600565"/>
              <a:gd name="csY37" fmla="*/ 2662575 h 3600572"/>
              <a:gd name="csX38" fmla="*/ 811715 w 3600565"/>
              <a:gd name="csY38" fmla="*/ 2662575 h 3600572"/>
              <a:gd name="csX39" fmla="*/ 811715 w 3600565"/>
              <a:gd name="csY39" fmla="*/ 2270384 h 3600572"/>
              <a:gd name="csX40" fmla="*/ 1348567 w 3600565"/>
              <a:gd name="csY40" fmla="*/ 1736745 h 3600572"/>
              <a:gd name="csX41" fmla="*/ 1295525 w 3600565"/>
              <a:gd name="csY41" fmla="*/ 262811 h 3600572"/>
              <a:gd name="csX42" fmla="*/ 1459474 w 3600565"/>
              <a:gd name="csY42" fmla="*/ 426760 h 3600572"/>
              <a:gd name="csX43" fmla="*/ 1295525 w 3600565"/>
              <a:gd name="csY43" fmla="*/ 590709 h 3600572"/>
              <a:gd name="csX44" fmla="*/ 1131576 w 3600565"/>
              <a:gd name="csY44" fmla="*/ 426760 h 3600572"/>
              <a:gd name="csX45" fmla="*/ 1295525 w 3600565"/>
              <a:gd name="csY45" fmla="*/ 262811 h 3600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3600565" h="3600572">
                <a:moveTo>
                  <a:pt x="3534555" y="1354198"/>
                </a:moveTo>
                <a:cubicBezTo>
                  <a:pt x="3472672" y="1105863"/>
                  <a:pt x="3355336" y="918607"/>
                  <a:pt x="3105394" y="918607"/>
                </a:cubicBezTo>
                <a:lnTo>
                  <a:pt x="2783122" y="918607"/>
                </a:lnTo>
                <a:lnTo>
                  <a:pt x="2783122" y="1299548"/>
                </a:lnTo>
                <a:cubicBezTo>
                  <a:pt x="2783122" y="1595299"/>
                  <a:pt x="2532376" y="1844437"/>
                  <a:pt x="2246269" y="1844437"/>
                </a:cubicBezTo>
                <a:lnTo>
                  <a:pt x="1387948" y="1844437"/>
                </a:lnTo>
                <a:cubicBezTo>
                  <a:pt x="1153275" y="1844437"/>
                  <a:pt x="958787" y="2045355"/>
                  <a:pt x="958787" y="2280831"/>
                </a:cubicBezTo>
                <a:lnTo>
                  <a:pt x="958787" y="3098969"/>
                </a:lnTo>
                <a:cubicBezTo>
                  <a:pt x="958787" y="3332034"/>
                  <a:pt x="1161312" y="3468658"/>
                  <a:pt x="1387948" y="3535363"/>
                </a:cubicBezTo>
                <a:cubicBezTo>
                  <a:pt x="1659589" y="3614927"/>
                  <a:pt x="1920782" y="3629393"/>
                  <a:pt x="2246269" y="3535363"/>
                </a:cubicBezTo>
                <a:cubicBezTo>
                  <a:pt x="2462457" y="3472676"/>
                  <a:pt x="2675430" y="3346500"/>
                  <a:pt x="2675430" y="3098969"/>
                </a:cubicBezTo>
                <a:lnTo>
                  <a:pt x="2675430" y="2771875"/>
                </a:lnTo>
                <a:lnTo>
                  <a:pt x="1817912" y="2771875"/>
                </a:lnTo>
                <a:lnTo>
                  <a:pt x="1817912" y="2662575"/>
                </a:lnTo>
                <a:lnTo>
                  <a:pt x="3105394" y="2662575"/>
                </a:lnTo>
                <a:cubicBezTo>
                  <a:pt x="3355336" y="2662575"/>
                  <a:pt x="3447758" y="2488179"/>
                  <a:pt x="3534555" y="2226985"/>
                </a:cubicBezTo>
                <a:cubicBezTo>
                  <a:pt x="3624566" y="1957755"/>
                  <a:pt x="3620548" y="1698973"/>
                  <a:pt x="3534555" y="1354198"/>
                </a:cubicBezTo>
                <a:close/>
                <a:moveTo>
                  <a:pt x="2300115" y="3316764"/>
                </a:moveTo>
                <a:cubicBezTo>
                  <a:pt x="2239036" y="3320783"/>
                  <a:pt x="2180368" y="3291047"/>
                  <a:pt x="2148221" y="3238808"/>
                </a:cubicBezTo>
                <a:cubicBezTo>
                  <a:pt x="2116878" y="3185766"/>
                  <a:pt x="2116878" y="3120668"/>
                  <a:pt x="2148221" y="3067626"/>
                </a:cubicBezTo>
                <a:cubicBezTo>
                  <a:pt x="2180368" y="3015387"/>
                  <a:pt x="2239036" y="2985652"/>
                  <a:pt x="2300115" y="2989670"/>
                </a:cubicBezTo>
                <a:cubicBezTo>
                  <a:pt x="2361194" y="2985652"/>
                  <a:pt x="2419862" y="3015387"/>
                  <a:pt x="2452009" y="3067626"/>
                </a:cubicBezTo>
                <a:cubicBezTo>
                  <a:pt x="2483352" y="3120668"/>
                  <a:pt x="2483352" y="3185766"/>
                  <a:pt x="2452009" y="3238808"/>
                </a:cubicBezTo>
                <a:cubicBezTo>
                  <a:pt x="2419862" y="3291047"/>
                  <a:pt x="2361194" y="3320783"/>
                  <a:pt x="2300115" y="3316764"/>
                </a:cubicBezTo>
                <a:close/>
                <a:moveTo>
                  <a:pt x="1348567" y="1736745"/>
                </a:moveTo>
                <a:lnTo>
                  <a:pt x="2206889" y="1736745"/>
                </a:lnTo>
                <a:cubicBezTo>
                  <a:pt x="2445580" y="1736745"/>
                  <a:pt x="2636050" y="1539846"/>
                  <a:pt x="2636050" y="1300351"/>
                </a:cubicBezTo>
                <a:lnTo>
                  <a:pt x="2636050" y="481410"/>
                </a:lnTo>
                <a:cubicBezTo>
                  <a:pt x="2636050" y="248345"/>
                  <a:pt x="2439954" y="73948"/>
                  <a:pt x="2206889" y="34568"/>
                </a:cubicBezTo>
                <a:cubicBezTo>
                  <a:pt x="1919174" y="-12848"/>
                  <a:pt x="1606546" y="-10437"/>
                  <a:pt x="1348567" y="35372"/>
                </a:cubicBezTo>
                <a:cubicBezTo>
                  <a:pt x="985308" y="99666"/>
                  <a:pt x="919407" y="233879"/>
                  <a:pt x="919407" y="482214"/>
                </a:cubicBezTo>
                <a:lnTo>
                  <a:pt x="919407" y="809308"/>
                </a:lnTo>
                <a:lnTo>
                  <a:pt x="1778532" y="809308"/>
                </a:lnTo>
                <a:lnTo>
                  <a:pt x="1778532" y="918607"/>
                </a:lnTo>
                <a:lnTo>
                  <a:pt x="597134" y="918607"/>
                </a:lnTo>
                <a:cubicBezTo>
                  <a:pt x="347192" y="918607"/>
                  <a:pt x="128594" y="1068894"/>
                  <a:pt x="60281" y="1354198"/>
                </a:cubicBezTo>
                <a:cubicBezTo>
                  <a:pt x="-18478" y="1681292"/>
                  <a:pt x="-21693" y="1885425"/>
                  <a:pt x="60281" y="2226985"/>
                </a:cubicBezTo>
                <a:cubicBezTo>
                  <a:pt x="121360" y="2480946"/>
                  <a:pt x="266825" y="2662575"/>
                  <a:pt x="516767" y="2662575"/>
                </a:cubicBezTo>
                <a:lnTo>
                  <a:pt x="811715" y="2662575"/>
                </a:lnTo>
                <a:lnTo>
                  <a:pt x="811715" y="2270384"/>
                </a:lnTo>
                <a:cubicBezTo>
                  <a:pt x="811715" y="1986687"/>
                  <a:pt x="1056835" y="1736745"/>
                  <a:pt x="1348567" y="1736745"/>
                </a:cubicBezTo>
                <a:close/>
                <a:moveTo>
                  <a:pt x="1295525" y="262811"/>
                </a:moveTo>
                <a:cubicBezTo>
                  <a:pt x="1386340" y="262811"/>
                  <a:pt x="1459474" y="335945"/>
                  <a:pt x="1459474" y="426760"/>
                </a:cubicBezTo>
                <a:cubicBezTo>
                  <a:pt x="1459474" y="517575"/>
                  <a:pt x="1386340" y="590709"/>
                  <a:pt x="1295525" y="590709"/>
                </a:cubicBezTo>
                <a:cubicBezTo>
                  <a:pt x="1204710" y="590709"/>
                  <a:pt x="1131576" y="517575"/>
                  <a:pt x="1131576" y="426760"/>
                </a:cubicBezTo>
                <a:cubicBezTo>
                  <a:pt x="1131576" y="335945"/>
                  <a:pt x="1204710" y="262811"/>
                  <a:pt x="1295525" y="262811"/>
                </a:cubicBezTo>
                <a:close/>
              </a:path>
            </a:pathLst>
          </a:custGeom>
          <a:solidFill>
            <a:srgbClr val="353535"/>
          </a:solidFill>
          <a:ln w="8037" cap="flat">
            <a:noFill/>
            <a:prstDash val="solid"/>
            <a:miter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748C9-964F-1A4E-08BC-35D1E4CB8881}"/>
              </a:ext>
            </a:extLst>
          </p:cNvPr>
          <p:cNvSpPr txBox="1"/>
          <p:nvPr/>
        </p:nvSpPr>
        <p:spPr>
          <a:xfrm>
            <a:off x="1020042" y="3108248"/>
            <a:ext cx="119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Python</a:t>
            </a:r>
            <a:endParaRPr lang="en-IN" sz="2000" b="1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35EA3F-653D-EB44-7F8E-8D5F854599D9}"/>
              </a:ext>
            </a:extLst>
          </p:cNvPr>
          <p:cNvCxnSpPr>
            <a:cxnSpLocks/>
          </p:cNvCxnSpPr>
          <p:nvPr/>
        </p:nvCxnSpPr>
        <p:spPr>
          <a:xfrm>
            <a:off x="720000" y="865325"/>
            <a:ext cx="4309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 flipH="1">
            <a:off x="1011748" y="539398"/>
            <a:ext cx="4808026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dirty="0"/>
              <a:t>Data Cleaning &amp; Preprocessing</a:t>
            </a:r>
            <a:endParaRPr dirty="0"/>
          </a:p>
        </p:txBody>
      </p:sp>
      <p:sp>
        <p:nvSpPr>
          <p:cNvPr id="270" name="Google Shape;270;p37"/>
          <p:cNvSpPr txBox="1">
            <a:spLocks noGrp="1"/>
          </p:cNvSpPr>
          <p:nvPr>
            <p:ph type="subTitle" idx="1"/>
          </p:nvPr>
        </p:nvSpPr>
        <p:spPr>
          <a:xfrm flipH="1">
            <a:off x="1011748" y="2133000"/>
            <a:ext cx="3942300" cy="14179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/>
                </a:solidFill>
              </a:rPr>
              <a:t>Removed missing values (</a:t>
            </a:r>
            <a:r>
              <a:rPr lang="en-IN" sz="1400" b="1" dirty="0">
                <a:solidFill>
                  <a:schemeClr val="tx1"/>
                </a:solidFill>
              </a:rPr>
              <a:t>NULL</a:t>
            </a:r>
            <a:r>
              <a:rPr lang="en-IN" sz="1400" dirty="0">
                <a:solidFill>
                  <a:schemeClr val="tx1"/>
                </a:solidFill>
              </a:rPr>
              <a:t>).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Deleted duplicate records using </a:t>
            </a:r>
            <a:r>
              <a:rPr lang="en-US" sz="1400" b="1" dirty="0" err="1">
                <a:solidFill>
                  <a:schemeClr val="tx1"/>
                </a:solidFill>
              </a:rPr>
              <a:t>User_ID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tx1"/>
                </a:solidFill>
              </a:rPr>
              <a:t>Converted data into proper format.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Handled outliers for accurate results.</a:t>
            </a:r>
            <a:endParaRPr sz="1400" dirty="0">
              <a:solidFill>
                <a:schemeClr val="tx1"/>
              </a:solidFill>
            </a:endParaRPr>
          </a:p>
        </p:txBody>
      </p:sp>
      <p:cxnSp>
        <p:nvCxnSpPr>
          <p:cNvPr id="273" name="Google Shape;273;p37"/>
          <p:cNvCxnSpPr/>
          <p:nvPr/>
        </p:nvCxnSpPr>
        <p:spPr>
          <a:xfrm>
            <a:off x="8047020" y="1223325"/>
            <a:ext cx="11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DB5327-4DF6-BF6C-0365-29D08FA1CBED}"/>
              </a:ext>
            </a:extLst>
          </p:cNvPr>
          <p:cNvCxnSpPr>
            <a:cxnSpLocks/>
          </p:cNvCxnSpPr>
          <p:nvPr/>
        </p:nvCxnSpPr>
        <p:spPr>
          <a:xfrm>
            <a:off x="6652844" y="2474120"/>
            <a:ext cx="25078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93554D-D75D-FA15-3FEA-9F09A2F8F007}"/>
              </a:ext>
            </a:extLst>
          </p:cNvPr>
          <p:cNvCxnSpPr>
            <a:cxnSpLocks/>
          </p:cNvCxnSpPr>
          <p:nvPr/>
        </p:nvCxnSpPr>
        <p:spPr>
          <a:xfrm>
            <a:off x="6667130" y="-21600"/>
            <a:ext cx="0" cy="2495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2608AC-93E0-4A5C-197C-52F2646C04AB}"/>
              </a:ext>
            </a:extLst>
          </p:cNvPr>
          <p:cNvCxnSpPr>
            <a:cxnSpLocks/>
          </p:cNvCxnSpPr>
          <p:nvPr/>
        </p:nvCxnSpPr>
        <p:spPr>
          <a:xfrm>
            <a:off x="1011748" y="2023498"/>
            <a:ext cx="4808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6A7AD698-EDA8-88D0-48B1-07484A19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>
            <a:extLst>
              <a:ext uri="{FF2B5EF4-FFF2-40B4-BE49-F238E27FC236}">
                <a16:creationId xmlns:a16="http://schemas.microsoft.com/office/drawing/2014/main" id="{71286ABB-1B95-E92F-21B2-4706ACB4F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2930" y="550303"/>
            <a:ext cx="3051850" cy="12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500" dirty="0">
                <a:solidFill>
                  <a:schemeClr val="bg1"/>
                </a:solidFill>
              </a:rPr>
              <a:t>Feature Engineering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232" name="Google Shape;232;p34">
            <a:extLst>
              <a:ext uri="{FF2B5EF4-FFF2-40B4-BE49-F238E27FC236}">
                <a16:creationId xmlns:a16="http://schemas.microsoft.com/office/drawing/2014/main" id="{6EC5E2C6-966C-8CD2-1C4D-18269C5B41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96749" y="550303"/>
            <a:ext cx="4109125" cy="41169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IN" sz="1400" b="1" dirty="0"/>
              <a:t>What is Feature Engineering?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Feature Engineering is the process of </a:t>
            </a:r>
            <a:r>
              <a:rPr lang="en-US" sz="1400" b="1" dirty="0"/>
              <a:t>creating new features (columns)</a:t>
            </a:r>
            <a:r>
              <a:rPr lang="en-US" sz="1400" dirty="0"/>
              <a:t> from existing data.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It helps improve </a:t>
            </a:r>
            <a:r>
              <a:rPr lang="en-US" sz="1400" b="1" dirty="0"/>
              <a:t>data analysis and machine learning performance</a:t>
            </a:r>
            <a:r>
              <a:rPr lang="en-US" sz="1400" dirty="0"/>
              <a:t>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Converts raw data into </a:t>
            </a:r>
            <a:r>
              <a:rPr lang="en-US" sz="1400" b="1" dirty="0"/>
              <a:t>meaningful insights</a:t>
            </a:r>
            <a:r>
              <a:rPr lang="en-US" sz="1400" dirty="0"/>
              <a:t>.</a:t>
            </a:r>
          </a:p>
          <a:p>
            <a:pPr marL="0" lvl="0" indent="0">
              <a:lnSpc>
                <a:spcPct val="150000"/>
              </a:lnSpc>
            </a:pPr>
            <a:endParaRPr lang="en-IN" sz="1400" b="1" dirty="0"/>
          </a:p>
          <a:p>
            <a:pPr marL="0" lvl="0" indent="0">
              <a:lnSpc>
                <a:spcPct val="150000"/>
              </a:lnSpc>
            </a:pPr>
            <a:r>
              <a:rPr lang="en-IN" sz="1400" b="1" dirty="0"/>
              <a:t>Benefits of Feature Engineering: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/>
              <a:t>Improves </a:t>
            </a:r>
            <a:r>
              <a:rPr lang="en-IN" sz="1400" b="1" dirty="0"/>
              <a:t>model accuracy.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/>
              <a:t>Makes data easier to understand.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/>
              <a:t>Helps find </a:t>
            </a:r>
            <a:r>
              <a:rPr lang="en-IN" sz="1400" b="1" dirty="0"/>
              <a:t>hidden patterns.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/>
              <a:t>Enables better </a:t>
            </a:r>
            <a:r>
              <a:rPr lang="en-IN" sz="1400" b="1" dirty="0"/>
              <a:t>predictions.</a:t>
            </a:r>
            <a:endParaRPr sz="1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B170E5-634C-B3E4-38BA-D041D580657A}"/>
              </a:ext>
            </a:extLst>
          </p:cNvPr>
          <p:cNvCxnSpPr>
            <a:cxnSpLocks/>
          </p:cNvCxnSpPr>
          <p:nvPr/>
        </p:nvCxnSpPr>
        <p:spPr>
          <a:xfrm>
            <a:off x="973648" y="1803064"/>
            <a:ext cx="298113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372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>
            <a:spLocks noGrp="1"/>
          </p:cNvSpPr>
          <p:nvPr>
            <p:ph type="title"/>
          </p:nvPr>
        </p:nvSpPr>
        <p:spPr>
          <a:xfrm>
            <a:off x="699460" y="253650"/>
            <a:ext cx="3013153" cy="8021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Estimated Weekly Screen Time</a:t>
            </a:r>
            <a:endParaRPr dirty="0"/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 idx="2"/>
          </p:nvPr>
        </p:nvSpPr>
        <p:spPr>
          <a:xfrm>
            <a:off x="5204954" y="253650"/>
            <a:ext cx="3466803" cy="8021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High Stress Indicator (Binary Feature)</a:t>
            </a:r>
            <a:endParaRPr dirty="0"/>
          </a:p>
        </p:txBody>
      </p:sp>
      <p:sp>
        <p:nvSpPr>
          <p:cNvPr id="280" name="Google Shape;280;p38"/>
          <p:cNvSpPr txBox="1">
            <a:spLocks noGrp="1"/>
          </p:cNvSpPr>
          <p:nvPr>
            <p:ph type="subTitle" idx="1"/>
          </p:nvPr>
        </p:nvSpPr>
        <p:spPr>
          <a:xfrm>
            <a:off x="5084355" y="1223574"/>
            <a:ext cx="3708000" cy="38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dirty="0"/>
              <a:t>Created a new column to identify </a:t>
            </a:r>
            <a:r>
              <a:rPr lang="en-US" b="1" dirty="0"/>
              <a:t>high stress. users.</a:t>
            </a:r>
          </a:p>
          <a:p>
            <a:pPr marL="0" lvl="0" indent="0" algn="l">
              <a:lnSpc>
                <a:spcPct val="150000"/>
              </a:lnSpc>
            </a:pPr>
            <a:r>
              <a:rPr lang="en-IN" b="1" dirty="0"/>
              <a:t>Condition: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Stress Level ≥ 7 → </a:t>
            </a:r>
            <a:r>
              <a:rPr lang="en-US" b="1" dirty="0"/>
              <a:t>High Stress (Yes).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Stress Level &lt; 7 → </a:t>
            </a:r>
            <a:r>
              <a:rPr lang="en-US" b="1" dirty="0"/>
              <a:t>Normal (No).</a:t>
            </a:r>
          </a:p>
          <a:p>
            <a:pPr marL="0" lvl="0" indent="0" algn="l">
              <a:lnSpc>
                <a:spcPct val="150000"/>
              </a:lnSpc>
            </a:pPr>
            <a:r>
              <a:rPr lang="en-IN" b="1" dirty="0"/>
              <a:t>Why this is useful?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Converts complex data into </a:t>
            </a:r>
            <a:r>
              <a:rPr lang="en-US" b="1" dirty="0"/>
              <a:t>simple categories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dirty="0"/>
              <a:t>Helps in </a:t>
            </a:r>
            <a:r>
              <a:rPr lang="en-IN" b="1" dirty="0"/>
              <a:t>classification model (ML)</a:t>
            </a:r>
          </a:p>
          <a:p>
            <a:pPr marL="0" lvl="0" indent="0" algn="l">
              <a:lnSpc>
                <a:spcPct val="150000"/>
              </a:lnSpc>
            </a:pPr>
            <a:r>
              <a:rPr lang="en-IN" b="1" dirty="0"/>
              <a:t>Example: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dirty="0"/>
              <a:t>Stress = 8 → High Stress.</a:t>
            </a:r>
          </a:p>
          <a:p>
            <a:pPr marL="285750" lvl="0" indent="-285750" algn="l">
              <a:lnSpc>
                <a:spcPct val="150000"/>
              </a:lnSpc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dirty="0"/>
              <a:t>Stress = 5 → Normal</a:t>
            </a:r>
            <a:endParaRPr dirty="0"/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3"/>
          </p:nvPr>
        </p:nvSpPr>
        <p:spPr>
          <a:xfrm>
            <a:off x="352425" y="1222548"/>
            <a:ext cx="3707222" cy="38818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/>
              <a:t>A new feature to calculate </a:t>
            </a:r>
            <a:r>
              <a:rPr lang="en-US" b="1" dirty="0"/>
              <a:t>total weekly usage.</a:t>
            </a:r>
          </a:p>
          <a:p>
            <a:pPr marL="0" lvl="0" indent="0" algn="l">
              <a:lnSpc>
                <a:spcPct val="150000"/>
              </a:lnSpc>
            </a:pPr>
            <a:r>
              <a:rPr lang="en-IN" b="1" dirty="0"/>
              <a:t>Why this is useful?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Gives a </a:t>
            </a:r>
            <a:r>
              <a:rPr lang="en-US" b="1" dirty="0"/>
              <a:t>complete view</a:t>
            </a:r>
            <a:r>
              <a:rPr lang="en-US" dirty="0"/>
              <a:t> of user screen time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More accurate than just daily usage</a:t>
            </a:r>
          </a:p>
          <a:p>
            <a:pPr marL="0" lvl="0" indent="0" algn="l">
              <a:lnSpc>
                <a:spcPct val="150000"/>
              </a:lnSpc>
            </a:pPr>
            <a:r>
              <a:rPr lang="en-IN" b="1" dirty="0"/>
              <a:t>Example: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dirty="0"/>
              <a:t>Daily = 4 hours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IN" dirty="0"/>
              <a:t>Weekend = 6 hours</a:t>
            </a:r>
          </a:p>
          <a:p>
            <a:pPr marL="285750" lvl="0" indent="-285750" algn="l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Weekly = (4×5) + (6×2) = </a:t>
            </a:r>
            <a:r>
              <a:rPr lang="en-US" b="1" dirty="0"/>
              <a:t>32 hours</a:t>
            </a:r>
          </a:p>
          <a:p>
            <a:pPr marL="0" lvl="0" indent="0" algn="l">
              <a:lnSpc>
                <a:spcPct val="150000"/>
              </a:lnSpc>
              <a:buSzPct val="100000"/>
            </a:pPr>
            <a:r>
              <a:rPr lang="en-US" b="1" dirty="0"/>
              <a:t>Formula Used:</a:t>
            </a:r>
          </a:p>
          <a:p>
            <a:pPr marL="0" lvl="0" indent="0" algn="l">
              <a:lnSpc>
                <a:spcPct val="150000"/>
              </a:lnSpc>
              <a:buSzPct val="100000"/>
            </a:pPr>
            <a:r>
              <a:rPr lang="en-US" dirty="0"/>
              <a:t>Weekly Screen Time = (Daily Hours × 5) + (Weekend Hours × 2)</a:t>
            </a:r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2F1DD1-5235-EBBC-FE19-7DFCA3A20821}"/>
              </a:ext>
            </a:extLst>
          </p:cNvPr>
          <p:cNvCxnSpPr>
            <a:cxnSpLocks/>
          </p:cNvCxnSpPr>
          <p:nvPr/>
        </p:nvCxnSpPr>
        <p:spPr>
          <a:xfrm>
            <a:off x="5204954" y="1076297"/>
            <a:ext cx="335802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6159F-38DC-5770-AC13-FAF5E1E6B629}"/>
              </a:ext>
            </a:extLst>
          </p:cNvPr>
          <p:cNvCxnSpPr>
            <a:cxnSpLocks/>
          </p:cNvCxnSpPr>
          <p:nvPr/>
        </p:nvCxnSpPr>
        <p:spPr>
          <a:xfrm>
            <a:off x="699460" y="1076297"/>
            <a:ext cx="301315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319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EDA 1 – Occupation vs Phone Usage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A31A6D-CBDB-C951-4A89-C38B0AC5885A}"/>
              </a:ext>
            </a:extLst>
          </p:cNvPr>
          <p:cNvCxnSpPr>
            <a:cxnSpLocks/>
          </p:cNvCxnSpPr>
          <p:nvPr/>
        </p:nvCxnSpPr>
        <p:spPr>
          <a:xfrm>
            <a:off x="699460" y="1017725"/>
            <a:ext cx="7339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68CBA2-4893-0CB9-5273-4C3AEDBCBCAB}"/>
              </a:ext>
            </a:extLst>
          </p:cNvPr>
          <p:cNvSpPr/>
          <p:nvPr/>
        </p:nvSpPr>
        <p:spPr>
          <a:xfrm>
            <a:off x="720000" y="1283848"/>
            <a:ext cx="3981450" cy="1287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Compared phone usage across occupations.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Students and IT professionals use phones the most</a:t>
            </a:r>
            <a:endParaRPr lang="en-US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97532-5EF2-A777-A8C7-401308E1B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0" t="5256" r="5667" b="11665"/>
          <a:stretch>
            <a:fillRect/>
          </a:stretch>
        </p:blipFill>
        <p:spPr>
          <a:xfrm>
            <a:off x="5239429" y="1283848"/>
            <a:ext cx="3692262" cy="3676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BEA049D8-E9CD-C2E6-ABCB-99E417B4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4FFD284D-11C6-0369-CB0C-F1F2CD8F5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85835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EDA 2 – </a:t>
            </a:r>
            <a:r>
              <a:rPr lang="en-IN" dirty="0"/>
              <a:t>Device &amp; Age Trends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BDFB51-BE7D-4B2B-6087-A7F794D6CF32}"/>
              </a:ext>
            </a:extLst>
          </p:cNvPr>
          <p:cNvCxnSpPr>
            <a:cxnSpLocks/>
          </p:cNvCxnSpPr>
          <p:nvPr/>
        </p:nvCxnSpPr>
        <p:spPr>
          <a:xfrm>
            <a:off x="699460" y="1017725"/>
            <a:ext cx="587889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9A92BA-8B45-FAA9-1A6A-D3D71BD2E064}"/>
              </a:ext>
            </a:extLst>
          </p:cNvPr>
          <p:cNvSpPr/>
          <p:nvPr/>
        </p:nvSpPr>
        <p:spPr>
          <a:xfrm>
            <a:off x="720000" y="1283847"/>
            <a:ext cx="3127646" cy="1965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Device usage comparison:</a:t>
            </a:r>
          </a:p>
          <a:p>
            <a:pPr marL="342900" lvl="8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Android vs iOS vs PC.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Age-based trends: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Young adults have highest usage.</a:t>
            </a:r>
            <a:endParaRPr lang="en-US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1B2B9-06F0-5F8A-4442-9AFD57176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239" y="1283847"/>
            <a:ext cx="4758431" cy="3322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7059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315253D2-5028-919A-199E-A2F873317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>
            <a:extLst>
              <a:ext uri="{FF2B5EF4-FFF2-40B4-BE49-F238E27FC236}">
                <a16:creationId xmlns:a16="http://schemas.microsoft.com/office/drawing/2014/main" id="{A8FD1FFF-4010-3572-C6FD-6705DA82E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95600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EDA 3 – </a:t>
            </a:r>
            <a:r>
              <a:rPr lang="en-IN" dirty="0"/>
              <a:t>Correlation Heatmap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63639D-DB2A-D309-A61F-DDD3619831F7}"/>
              </a:ext>
            </a:extLst>
          </p:cNvPr>
          <p:cNvCxnSpPr>
            <a:cxnSpLocks/>
          </p:cNvCxnSpPr>
          <p:nvPr/>
        </p:nvCxnSpPr>
        <p:spPr>
          <a:xfrm>
            <a:off x="699460" y="1017725"/>
            <a:ext cx="59765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6FC6F0-4C41-70D3-4B94-A9CDE7BF69A0}"/>
              </a:ext>
            </a:extLst>
          </p:cNvPr>
          <p:cNvSpPr/>
          <p:nvPr/>
        </p:nvSpPr>
        <p:spPr>
          <a:xfrm>
            <a:off x="720000" y="1283847"/>
            <a:ext cx="3127646" cy="2702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Shows relationship between variables.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Key Insights: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More screen time → Less sleep.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More social media → Lower productivity.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Higher usage → Higher stress.</a:t>
            </a:r>
            <a:endParaRPr lang="en-US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47F91-4C22-BB2B-6365-B12EF024A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77" y="1283847"/>
            <a:ext cx="4725626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3289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>
            <a:spLocks noGrp="1"/>
          </p:cNvSpPr>
          <p:nvPr>
            <p:ph type="title"/>
          </p:nvPr>
        </p:nvSpPr>
        <p:spPr>
          <a:xfrm>
            <a:off x="2641606" y="281960"/>
            <a:ext cx="6395860" cy="6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000" dirty="0"/>
              <a:t>Machine Learning – Regression</a:t>
            </a:r>
            <a:endParaRPr sz="3000" dirty="0"/>
          </a:p>
        </p:txBody>
      </p:sp>
      <p:cxnSp>
        <p:nvCxnSpPr>
          <p:cNvPr id="318" name="Google Shape;318;p40"/>
          <p:cNvCxnSpPr/>
          <p:nvPr/>
        </p:nvCxnSpPr>
        <p:spPr>
          <a:xfrm rot="10800000">
            <a:off x="-1" y="1223325"/>
            <a:ext cx="11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C3790C-EACD-E644-9A87-B4A4C456095E}"/>
              </a:ext>
            </a:extLst>
          </p:cNvPr>
          <p:cNvCxnSpPr>
            <a:cxnSpLocks/>
          </p:cNvCxnSpPr>
          <p:nvPr/>
        </p:nvCxnSpPr>
        <p:spPr>
          <a:xfrm>
            <a:off x="-85725" y="2466975"/>
            <a:ext cx="2587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5FC842-A6B0-F0C6-13FA-CCBE5C1DD9F1}"/>
              </a:ext>
            </a:extLst>
          </p:cNvPr>
          <p:cNvSpPr/>
          <p:nvPr/>
        </p:nvSpPr>
        <p:spPr>
          <a:xfrm>
            <a:off x="2641606" y="1171081"/>
            <a:ext cx="3337650" cy="73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Goal: </a:t>
            </a:r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Predict daily phone usage.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B17865-0728-BA1F-EE75-96B55DC98E01}"/>
              </a:ext>
            </a:extLst>
          </p:cNvPr>
          <p:cNvSpPr/>
          <p:nvPr/>
        </p:nvSpPr>
        <p:spPr>
          <a:xfrm>
            <a:off x="5074904" y="2149971"/>
            <a:ext cx="3337650" cy="73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IN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Model: </a:t>
            </a: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Linear Regression.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C263B-D157-3A1B-649A-37B1C0BF5189}"/>
              </a:ext>
            </a:extLst>
          </p:cNvPr>
          <p:cNvSpPr txBox="1"/>
          <p:nvPr/>
        </p:nvSpPr>
        <p:spPr>
          <a:xfrm>
            <a:off x="428627" y="2931797"/>
            <a:ext cx="39357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Montserrat SemiBold" panose="00000700000000000000" pitchFamily="2" charset="0"/>
              </a:rPr>
              <a:t>Evaluation Metrics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78EDA9-CF40-0624-D72C-6F6B4AE5B868}"/>
              </a:ext>
            </a:extLst>
          </p:cNvPr>
          <p:cNvCxnSpPr>
            <a:cxnSpLocks/>
          </p:cNvCxnSpPr>
          <p:nvPr/>
        </p:nvCxnSpPr>
        <p:spPr>
          <a:xfrm>
            <a:off x="428627" y="3503395"/>
            <a:ext cx="39357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D415D3-EEC9-7362-2DEC-D969396F50C4}"/>
              </a:ext>
            </a:extLst>
          </p:cNvPr>
          <p:cNvSpPr/>
          <p:nvPr/>
        </p:nvSpPr>
        <p:spPr>
          <a:xfrm>
            <a:off x="428627" y="3843071"/>
            <a:ext cx="3337650" cy="73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Mean Squared Error (MSE).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3DDF356-36D2-ABA1-2C41-C80E9DFDD65F}"/>
              </a:ext>
            </a:extLst>
          </p:cNvPr>
          <p:cNvSpPr/>
          <p:nvPr/>
        </p:nvSpPr>
        <p:spPr>
          <a:xfrm>
            <a:off x="4124327" y="3843071"/>
            <a:ext cx="3337650" cy="73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R² Score.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250BE9-E0FD-229E-DF1F-42F4E62712FF}"/>
              </a:ext>
            </a:extLst>
          </p:cNvPr>
          <p:cNvCxnSpPr>
            <a:cxnSpLocks/>
          </p:cNvCxnSpPr>
          <p:nvPr/>
        </p:nvCxnSpPr>
        <p:spPr>
          <a:xfrm>
            <a:off x="2668240" y="889048"/>
            <a:ext cx="63692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D55E3F-CAEF-C16B-5FCE-DE8B6D1A313C}"/>
              </a:ext>
            </a:extLst>
          </p:cNvPr>
          <p:cNvCxnSpPr>
            <a:cxnSpLocks/>
          </p:cNvCxnSpPr>
          <p:nvPr/>
        </p:nvCxnSpPr>
        <p:spPr>
          <a:xfrm rot="5400000">
            <a:off x="1208087" y="1185918"/>
            <a:ext cx="2587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21F97A95-44CC-42DD-B842-FC2B2AA1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>
            <a:extLst>
              <a:ext uri="{FF2B5EF4-FFF2-40B4-BE49-F238E27FC236}">
                <a16:creationId xmlns:a16="http://schemas.microsoft.com/office/drawing/2014/main" id="{3EF2F2A5-7B61-672D-7378-DF36973FF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1605" y="281960"/>
            <a:ext cx="6292845" cy="6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800" dirty="0"/>
              <a:t>Machine Learning – Classification</a:t>
            </a:r>
            <a:endParaRPr sz="2800" dirty="0"/>
          </a:p>
        </p:txBody>
      </p:sp>
      <p:cxnSp>
        <p:nvCxnSpPr>
          <p:cNvPr id="318" name="Google Shape;318;p40">
            <a:extLst>
              <a:ext uri="{FF2B5EF4-FFF2-40B4-BE49-F238E27FC236}">
                <a16:creationId xmlns:a16="http://schemas.microsoft.com/office/drawing/2014/main" id="{2A715122-A68A-8FAF-F4AE-28DA19FBC893}"/>
              </a:ext>
            </a:extLst>
          </p:cNvPr>
          <p:cNvCxnSpPr/>
          <p:nvPr/>
        </p:nvCxnSpPr>
        <p:spPr>
          <a:xfrm rot="10800000">
            <a:off x="-1" y="1223325"/>
            <a:ext cx="11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741033B-68D7-5B9B-2889-D3FD3A26F491}"/>
              </a:ext>
            </a:extLst>
          </p:cNvPr>
          <p:cNvCxnSpPr>
            <a:cxnSpLocks/>
          </p:cNvCxnSpPr>
          <p:nvPr/>
        </p:nvCxnSpPr>
        <p:spPr>
          <a:xfrm>
            <a:off x="2641606" y="897926"/>
            <a:ext cx="62928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239823-F772-9A28-82FD-167284FBE52F}"/>
              </a:ext>
            </a:extLst>
          </p:cNvPr>
          <p:cNvCxnSpPr>
            <a:cxnSpLocks/>
          </p:cNvCxnSpPr>
          <p:nvPr/>
        </p:nvCxnSpPr>
        <p:spPr>
          <a:xfrm flipV="1">
            <a:off x="2487279" y="-82315"/>
            <a:ext cx="0" cy="25492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4FCB2-1C90-97E1-DC2E-7962D2F42140}"/>
              </a:ext>
            </a:extLst>
          </p:cNvPr>
          <p:cNvCxnSpPr>
            <a:cxnSpLocks/>
          </p:cNvCxnSpPr>
          <p:nvPr/>
        </p:nvCxnSpPr>
        <p:spPr>
          <a:xfrm>
            <a:off x="-85725" y="2466975"/>
            <a:ext cx="2587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6D3CC1-DDE6-34E7-3CFA-E4A907EDF2E6}"/>
              </a:ext>
            </a:extLst>
          </p:cNvPr>
          <p:cNvSpPr/>
          <p:nvPr/>
        </p:nvSpPr>
        <p:spPr>
          <a:xfrm>
            <a:off x="2641606" y="1159395"/>
            <a:ext cx="2597141" cy="850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Goal: </a:t>
            </a: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Identify high stress users</a:t>
            </a:r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C9045E-7E4B-FE9F-E92E-031871967E66}"/>
              </a:ext>
            </a:extLst>
          </p:cNvPr>
          <p:cNvSpPr/>
          <p:nvPr/>
        </p:nvSpPr>
        <p:spPr>
          <a:xfrm>
            <a:off x="5530125" y="1159395"/>
            <a:ext cx="3337650" cy="850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IN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Model: </a:t>
            </a: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Random Forest.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FD5E12-E367-0D60-8CAF-97E3BF207A80}"/>
              </a:ext>
            </a:extLst>
          </p:cNvPr>
          <p:cNvSpPr/>
          <p:nvPr/>
        </p:nvSpPr>
        <p:spPr>
          <a:xfrm>
            <a:off x="1234350" y="2741749"/>
            <a:ext cx="3337650" cy="84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Output:</a:t>
            </a:r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 Yes / No (High Stress)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5199A-4CD9-E15B-DDAE-BDFFDE913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556" y="2244610"/>
            <a:ext cx="4040219" cy="26934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6923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166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Major Findings</a:t>
            </a:r>
            <a:endParaRPr dirty="0">
              <a:solidFill>
                <a:srgbClr val="D9D9D9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0E9241F-8018-B2FF-70FF-F3DF745ECCEF}"/>
              </a:ext>
            </a:extLst>
          </p:cNvPr>
          <p:cNvCxnSpPr>
            <a:cxnSpLocks/>
          </p:cNvCxnSpPr>
          <p:nvPr/>
        </p:nvCxnSpPr>
        <p:spPr>
          <a:xfrm>
            <a:off x="714225" y="1017725"/>
            <a:ext cx="31719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D27A52-2397-4402-1E4E-12E9618A2237}"/>
              </a:ext>
            </a:extLst>
          </p:cNvPr>
          <p:cNvSpPr/>
          <p:nvPr/>
        </p:nvSpPr>
        <p:spPr>
          <a:xfrm>
            <a:off x="720000" y="1387355"/>
            <a:ext cx="4509225" cy="820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High social media usage → Less sleep.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E72ED1-DF8E-3740-14F2-4E3BE95C554C}"/>
              </a:ext>
            </a:extLst>
          </p:cNvPr>
          <p:cNvSpPr/>
          <p:nvPr/>
        </p:nvSpPr>
        <p:spPr>
          <a:xfrm>
            <a:off x="2954317" y="2463286"/>
            <a:ext cx="4509225" cy="820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Weekend screen time is higher.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FEA416-644E-83F6-CD2A-167A3CAF5B1A}"/>
              </a:ext>
            </a:extLst>
          </p:cNvPr>
          <p:cNvSpPr/>
          <p:nvPr/>
        </p:nvSpPr>
        <p:spPr>
          <a:xfrm>
            <a:off x="720000" y="3509288"/>
            <a:ext cx="4509225" cy="820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Heavy users show more stress.</a:t>
            </a:r>
            <a:endParaRPr lang="en-US" sz="1600" dirty="0">
              <a:solidFill>
                <a:schemeClr val="tx1"/>
              </a:solidFill>
              <a:latin typeface="Assistant" pitchFamily="2" charset="-79"/>
              <a:ea typeface="Montserrat SemiBold"/>
              <a:cs typeface="Assistant" pitchFamily="2" charset="-79"/>
              <a:sym typeface="Montserrat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8137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Future Scope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1B583D-FFE1-2577-4568-52FA52D1CA04}"/>
              </a:ext>
            </a:extLst>
          </p:cNvPr>
          <p:cNvCxnSpPr>
            <a:cxnSpLocks/>
          </p:cNvCxnSpPr>
          <p:nvPr/>
        </p:nvCxnSpPr>
        <p:spPr>
          <a:xfrm>
            <a:off x="714225" y="1017725"/>
            <a:ext cx="29052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73931D-76D9-5038-80F6-EFD47E9E63EB}"/>
              </a:ext>
            </a:extLst>
          </p:cNvPr>
          <p:cNvSpPr/>
          <p:nvPr/>
        </p:nvSpPr>
        <p:spPr>
          <a:xfrm>
            <a:off x="130101" y="1327996"/>
            <a:ext cx="2813775" cy="182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Real-time screen tracking using apps.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6F13A7-8C12-FE7D-6D07-89C3A5737B76}"/>
              </a:ext>
            </a:extLst>
          </p:cNvPr>
          <p:cNvSpPr/>
          <p:nvPr/>
        </p:nvSpPr>
        <p:spPr>
          <a:xfrm>
            <a:off x="3165113" y="1327996"/>
            <a:ext cx="2813775" cy="182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Smart Alerts for</a:t>
            </a: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Reducing screen time.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Improving mental health.</a:t>
            </a:r>
            <a:endParaRPr lang="en-US" sz="16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E7D01C-38FB-7356-06E8-D4FEF3BD5E4F}"/>
              </a:ext>
            </a:extLst>
          </p:cNvPr>
          <p:cNvSpPr/>
          <p:nvPr/>
        </p:nvSpPr>
        <p:spPr>
          <a:xfrm>
            <a:off x="6200125" y="1327996"/>
            <a:ext cx="2813775" cy="18261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Integration with health monitoring systems.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40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Conclusion</a:t>
            </a:r>
            <a:endParaRPr dirty="0"/>
          </a:p>
        </p:txBody>
      </p:sp>
      <p:sp>
        <p:nvSpPr>
          <p:cNvPr id="366" name="Google Shape;366;p43"/>
          <p:cNvSpPr txBox="1">
            <a:spLocks noGrp="1"/>
          </p:cNvSpPr>
          <p:nvPr>
            <p:ph type="subTitle" idx="4294967295"/>
          </p:nvPr>
        </p:nvSpPr>
        <p:spPr>
          <a:xfrm>
            <a:off x="714225" y="1406370"/>
            <a:ext cx="3400575" cy="18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Screen time affects lifestyle and health.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</a:rPr>
              <a:t>Data analysis helps understand user </a:t>
            </a:r>
            <a:r>
              <a:rPr lang="en-IN" dirty="0" err="1">
                <a:solidFill>
                  <a:schemeClr val="tx1"/>
                </a:solidFill>
              </a:rPr>
              <a:t>behavior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Can help people build healthier digital habits.</a:t>
            </a:r>
            <a:endParaRPr b="1" dirty="0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7DA1A-A30A-FC3D-5EE2-01E4FE92DB7C}"/>
              </a:ext>
            </a:extLst>
          </p:cNvPr>
          <p:cNvCxnSpPr>
            <a:cxnSpLocks/>
          </p:cNvCxnSpPr>
          <p:nvPr/>
        </p:nvCxnSpPr>
        <p:spPr>
          <a:xfrm>
            <a:off x="714225" y="1017725"/>
            <a:ext cx="24099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F9B53AE7-1328-A44E-9C45-D0653FDFB006}"/>
              </a:ext>
            </a:extLst>
          </p:cNvPr>
          <p:cNvGrpSpPr/>
          <p:nvPr/>
        </p:nvGrpSpPr>
        <p:grpSpPr>
          <a:xfrm>
            <a:off x="4715025" y="1406370"/>
            <a:ext cx="3714750" cy="3456774"/>
            <a:chOff x="2252662" y="425295"/>
            <a:chExt cx="4638675" cy="431653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752E242-CD3C-7FF1-8AE0-34F87EBA1197}"/>
                </a:ext>
              </a:extLst>
            </p:cNvPr>
            <p:cNvSpPr/>
            <p:nvPr/>
          </p:nvSpPr>
          <p:spPr>
            <a:xfrm>
              <a:off x="2252662" y="2063591"/>
              <a:ext cx="4638675" cy="2678239"/>
            </a:xfrm>
            <a:custGeom>
              <a:avLst/>
              <a:gdLst>
                <a:gd name="csX0" fmla="*/ 4638675 w 4638675"/>
                <a:gd name="csY0" fmla="*/ 1339120 h 2678239"/>
                <a:gd name="csX1" fmla="*/ 2319338 w 4638675"/>
                <a:gd name="csY1" fmla="*/ 2678239 h 2678239"/>
                <a:gd name="csX2" fmla="*/ 0 w 4638675"/>
                <a:gd name="csY2" fmla="*/ 1339120 h 2678239"/>
                <a:gd name="csX3" fmla="*/ 2319338 w 4638675"/>
                <a:gd name="csY3" fmla="*/ 0 h 2678239"/>
                <a:gd name="csX4" fmla="*/ 4638675 w 4638675"/>
                <a:gd name="csY4" fmla="*/ 1339120 h 2678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38675" h="2678239">
                  <a:moveTo>
                    <a:pt x="4638675" y="1339120"/>
                  </a:moveTo>
                  <a:cubicBezTo>
                    <a:pt x="4638675" y="2078695"/>
                    <a:pt x="3600272" y="2678239"/>
                    <a:pt x="2319338" y="2678239"/>
                  </a:cubicBezTo>
                  <a:cubicBezTo>
                    <a:pt x="1038403" y="2678239"/>
                    <a:pt x="0" y="2078695"/>
                    <a:pt x="0" y="1339120"/>
                  </a:cubicBezTo>
                  <a:cubicBezTo>
                    <a:pt x="0" y="599544"/>
                    <a:pt x="1038403" y="0"/>
                    <a:pt x="2319338" y="0"/>
                  </a:cubicBezTo>
                  <a:cubicBezTo>
                    <a:pt x="3600272" y="0"/>
                    <a:pt x="4638675" y="599544"/>
                    <a:pt x="4638675" y="1339120"/>
                  </a:cubicBezTo>
                  <a:close/>
                </a:path>
              </a:pathLst>
            </a:custGeom>
            <a:solidFill>
              <a:srgbClr val="F5F5F5"/>
            </a:solidFill>
            <a:ln w="9525" cap="flat">
              <a:noFill/>
              <a:prstDash val="solid"/>
              <a:miter/>
            </a:ln>
          </p:spPr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F401F3E-5B0A-E991-FC64-36DE91CCF551}"/>
                </a:ext>
              </a:extLst>
            </p:cNvPr>
            <p:cNvGrpSpPr/>
            <p:nvPr/>
          </p:nvGrpSpPr>
          <p:grpSpPr>
            <a:xfrm>
              <a:off x="2657379" y="3266935"/>
              <a:ext cx="3909726" cy="983252"/>
              <a:chOff x="2657379" y="3266935"/>
              <a:chExt cx="3909726" cy="983252"/>
            </a:xfrm>
            <a:solidFill>
              <a:srgbClr val="E0E0E0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F01A0B-B0C0-A683-8949-26B6E5809835}"/>
                  </a:ext>
                </a:extLst>
              </p:cNvPr>
              <p:cNvSpPr/>
              <p:nvPr/>
            </p:nvSpPr>
            <p:spPr>
              <a:xfrm>
                <a:off x="4369872" y="4174426"/>
                <a:ext cx="404164" cy="75761"/>
              </a:xfrm>
              <a:custGeom>
                <a:avLst/>
                <a:gdLst>
                  <a:gd name="csX0" fmla="*/ 385294 w 404164"/>
                  <a:gd name="csY0" fmla="*/ 75724 h 75761"/>
                  <a:gd name="csX1" fmla="*/ 18867 w 404164"/>
                  <a:gd name="csY1" fmla="*/ 75724 h 75761"/>
                  <a:gd name="csX2" fmla="*/ 37 w 404164"/>
                  <a:gd name="csY2" fmla="*/ 59195 h 75761"/>
                  <a:gd name="csX3" fmla="*/ 865 w 404164"/>
                  <a:gd name="csY3" fmla="*/ 52578 h 75761"/>
                  <a:gd name="csX4" fmla="*/ 8294 w 404164"/>
                  <a:gd name="csY4" fmla="*/ 23051 h 75761"/>
                  <a:gd name="csX5" fmla="*/ 37917 w 404164"/>
                  <a:gd name="csY5" fmla="*/ 0 h 75761"/>
                  <a:gd name="csX6" fmla="*/ 366244 w 404164"/>
                  <a:gd name="csY6" fmla="*/ 0 h 75761"/>
                  <a:gd name="csX7" fmla="*/ 395771 w 404164"/>
                  <a:gd name="csY7" fmla="*/ 23051 h 75761"/>
                  <a:gd name="csX8" fmla="*/ 403296 w 404164"/>
                  <a:gd name="csY8" fmla="*/ 52578 h 75761"/>
                  <a:gd name="csX9" fmla="*/ 391910 w 404164"/>
                  <a:gd name="csY9" fmla="*/ 74897 h 75761"/>
                  <a:gd name="csX10" fmla="*/ 385294 w 404164"/>
                  <a:gd name="csY10" fmla="*/ 75724 h 757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404164" h="75761">
                    <a:moveTo>
                      <a:pt x="385294" y="75724"/>
                    </a:moveTo>
                    <a:lnTo>
                      <a:pt x="18867" y="75724"/>
                    </a:lnTo>
                    <a:cubicBezTo>
                      <a:pt x="9103" y="76359"/>
                      <a:pt x="673" y="68959"/>
                      <a:pt x="37" y="59195"/>
                    </a:cubicBezTo>
                    <a:cubicBezTo>
                      <a:pt x="-108" y="56957"/>
                      <a:pt x="172" y="54711"/>
                      <a:pt x="865" y="52578"/>
                    </a:cubicBezTo>
                    <a:lnTo>
                      <a:pt x="8294" y="23051"/>
                    </a:lnTo>
                    <a:cubicBezTo>
                      <a:pt x="12153" y="9776"/>
                      <a:pt x="24100" y="479"/>
                      <a:pt x="37917" y="0"/>
                    </a:cubicBezTo>
                    <a:lnTo>
                      <a:pt x="366244" y="0"/>
                    </a:lnTo>
                    <a:cubicBezTo>
                      <a:pt x="380035" y="490"/>
                      <a:pt x="391949" y="9791"/>
                      <a:pt x="395771" y="23051"/>
                    </a:cubicBezTo>
                    <a:lnTo>
                      <a:pt x="403296" y="52578"/>
                    </a:lnTo>
                    <a:cubicBezTo>
                      <a:pt x="406315" y="61885"/>
                      <a:pt x="401217" y="71878"/>
                      <a:pt x="391910" y="74897"/>
                    </a:cubicBezTo>
                    <a:cubicBezTo>
                      <a:pt x="389777" y="75589"/>
                      <a:pt x="387532" y="75870"/>
                      <a:pt x="385294" y="75724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19C5167-66DE-B815-92D5-1D6E8E36B3B7}"/>
                  </a:ext>
                </a:extLst>
              </p:cNvPr>
              <p:cNvSpPr/>
              <p:nvPr/>
            </p:nvSpPr>
            <p:spPr>
              <a:xfrm>
                <a:off x="6148768" y="3794093"/>
                <a:ext cx="418337" cy="241554"/>
              </a:xfrm>
              <a:custGeom>
                <a:avLst/>
                <a:gdLst>
                  <a:gd name="csX0" fmla="*/ 418338 w 418337"/>
                  <a:gd name="csY0" fmla="*/ 120777 h 241554"/>
                  <a:gd name="csX1" fmla="*/ 209169 w 418337"/>
                  <a:gd name="csY1" fmla="*/ 241554 h 241554"/>
                  <a:gd name="csX2" fmla="*/ 0 w 418337"/>
                  <a:gd name="csY2" fmla="*/ 120777 h 241554"/>
                  <a:gd name="csX3" fmla="*/ 209169 w 418337"/>
                  <a:gd name="csY3" fmla="*/ 0 h 241554"/>
                  <a:gd name="csX4" fmla="*/ 418338 w 418337"/>
                  <a:gd name="csY4" fmla="*/ 120777 h 241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337" h="241554">
                    <a:moveTo>
                      <a:pt x="418338" y="120777"/>
                    </a:moveTo>
                    <a:cubicBezTo>
                      <a:pt x="418338" y="187480"/>
                      <a:pt x="324690" y="241554"/>
                      <a:pt x="209169" y="241554"/>
                    </a:cubicBezTo>
                    <a:cubicBezTo>
                      <a:pt x="93648" y="241554"/>
                      <a:pt x="0" y="187480"/>
                      <a:pt x="0" y="120777"/>
                    </a:cubicBezTo>
                    <a:cubicBezTo>
                      <a:pt x="0" y="54074"/>
                      <a:pt x="93648" y="0"/>
                      <a:pt x="209169" y="0"/>
                    </a:cubicBezTo>
                    <a:cubicBezTo>
                      <a:pt x="324690" y="0"/>
                      <a:pt x="418338" y="54074"/>
                      <a:pt x="418338" y="120777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17A2186-209B-6992-8D07-49B60BB69D1B}"/>
                  </a:ext>
                </a:extLst>
              </p:cNvPr>
              <p:cNvSpPr/>
              <p:nvPr/>
            </p:nvSpPr>
            <p:spPr>
              <a:xfrm>
                <a:off x="2657379" y="3807618"/>
                <a:ext cx="418337" cy="241554"/>
              </a:xfrm>
              <a:custGeom>
                <a:avLst/>
                <a:gdLst>
                  <a:gd name="csX0" fmla="*/ 418338 w 418337"/>
                  <a:gd name="csY0" fmla="*/ 120777 h 241554"/>
                  <a:gd name="csX1" fmla="*/ 209169 w 418337"/>
                  <a:gd name="csY1" fmla="*/ 241554 h 241554"/>
                  <a:gd name="csX2" fmla="*/ 0 w 418337"/>
                  <a:gd name="csY2" fmla="*/ 120777 h 241554"/>
                  <a:gd name="csX3" fmla="*/ 209169 w 418337"/>
                  <a:gd name="csY3" fmla="*/ 0 h 241554"/>
                  <a:gd name="csX4" fmla="*/ 418338 w 418337"/>
                  <a:gd name="csY4" fmla="*/ 120777 h 2415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8337" h="241554">
                    <a:moveTo>
                      <a:pt x="418338" y="120777"/>
                    </a:moveTo>
                    <a:cubicBezTo>
                      <a:pt x="418338" y="187480"/>
                      <a:pt x="324690" y="241554"/>
                      <a:pt x="209169" y="241554"/>
                    </a:cubicBezTo>
                    <a:cubicBezTo>
                      <a:pt x="93648" y="241554"/>
                      <a:pt x="0" y="187480"/>
                      <a:pt x="0" y="120777"/>
                    </a:cubicBezTo>
                    <a:cubicBezTo>
                      <a:pt x="0" y="54074"/>
                      <a:pt x="93648" y="0"/>
                      <a:pt x="209169" y="0"/>
                    </a:cubicBezTo>
                    <a:cubicBezTo>
                      <a:pt x="324690" y="0"/>
                      <a:pt x="418338" y="54074"/>
                      <a:pt x="418338" y="120777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5B540CB-4BA4-F0B7-FE8C-291556BA3341}"/>
                  </a:ext>
                </a:extLst>
              </p:cNvPr>
              <p:cNvSpPr/>
              <p:nvPr/>
            </p:nvSpPr>
            <p:spPr>
              <a:xfrm>
                <a:off x="2850975" y="3523817"/>
                <a:ext cx="752752" cy="434443"/>
              </a:xfrm>
              <a:custGeom>
                <a:avLst/>
                <a:gdLst>
                  <a:gd name="csX0" fmla="*/ 748522 w 752752"/>
                  <a:gd name="csY0" fmla="*/ 325997 h 434443"/>
                  <a:gd name="csX1" fmla="*/ 565451 w 752752"/>
                  <a:gd name="csY1" fmla="*/ 432010 h 434443"/>
                  <a:gd name="csX2" fmla="*/ 544973 w 752752"/>
                  <a:gd name="csY2" fmla="*/ 432010 h 434443"/>
                  <a:gd name="csX3" fmla="*/ 4334 w 752752"/>
                  <a:gd name="csY3" fmla="*/ 120257 h 434443"/>
                  <a:gd name="csX4" fmla="*/ 287 w 752752"/>
                  <a:gd name="csY4" fmla="*/ 112492 h 434443"/>
                  <a:gd name="csX5" fmla="*/ 4334 w 752752"/>
                  <a:gd name="csY5" fmla="*/ 108446 h 434443"/>
                  <a:gd name="csX6" fmla="*/ 187499 w 752752"/>
                  <a:gd name="csY6" fmla="*/ 2433 h 434443"/>
                  <a:gd name="csX7" fmla="*/ 207978 w 752752"/>
                  <a:gd name="csY7" fmla="*/ 2433 h 434443"/>
                  <a:gd name="csX8" fmla="*/ 748712 w 752752"/>
                  <a:gd name="csY8" fmla="*/ 314186 h 434443"/>
                  <a:gd name="csX9" fmla="*/ 752335 w 752752"/>
                  <a:gd name="csY9" fmla="*/ 322305 h 434443"/>
                  <a:gd name="csX10" fmla="*/ 748522 w 752752"/>
                  <a:gd name="csY10" fmla="*/ 325997 h 4344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752752" h="434443">
                    <a:moveTo>
                      <a:pt x="748522" y="325997"/>
                    </a:moveTo>
                    <a:lnTo>
                      <a:pt x="565451" y="432010"/>
                    </a:lnTo>
                    <a:cubicBezTo>
                      <a:pt x="559011" y="435254"/>
                      <a:pt x="551414" y="435254"/>
                      <a:pt x="544973" y="432010"/>
                    </a:cubicBezTo>
                    <a:lnTo>
                      <a:pt x="4334" y="120257"/>
                    </a:lnTo>
                    <a:cubicBezTo>
                      <a:pt x="1072" y="119230"/>
                      <a:pt x="-739" y="115754"/>
                      <a:pt x="287" y="112492"/>
                    </a:cubicBezTo>
                    <a:cubicBezTo>
                      <a:pt x="895" y="110564"/>
                      <a:pt x="2405" y="109053"/>
                      <a:pt x="4334" y="108446"/>
                    </a:cubicBezTo>
                    <a:lnTo>
                      <a:pt x="187499" y="2433"/>
                    </a:lnTo>
                    <a:cubicBezTo>
                      <a:pt x="193940" y="-811"/>
                      <a:pt x="201537" y="-811"/>
                      <a:pt x="207978" y="2433"/>
                    </a:cubicBezTo>
                    <a:lnTo>
                      <a:pt x="748712" y="314186"/>
                    </a:lnTo>
                    <a:cubicBezTo>
                      <a:pt x="751955" y="315428"/>
                      <a:pt x="753577" y="319063"/>
                      <a:pt x="752335" y="322305"/>
                    </a:cubicBezTo>
                    <a:cubicBezTo>
                      <a:pt x="751671" y="324038"/>
                      <a:pt x="750276" y="325390"/>
                      <a:pt x="748522" y="325997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E9B9C46-BEDD-9D32-41B9-554CAA95EB42}"/>
                  </a:ext>
                </a:extLst>
              </p:cNvPr>
              <p:cNvSpPr/>
              <p:nvPr/>
            </p:nvSpPr>
            <p:spPr>
              <a:xfrm>
                <a:off x="5330404" y="3266935"/>
                <a:ext cx="1003070" cy="578827"/>
              </a:xfrm>
              <a:custGeom>
                <a:avLst/>
                <a:gdLst>
                  <a:gd name="csX0" fmla="*/ 999434 w 1003070"/>
                  <a:gd name="csY0" fmla="*/ 269697 h 578827"/>
                  <a:gd name="csX1" fmla="*/ 468035 w 1003070"/>
                  <a:gd name="csY1" fmla="*/ 576688 h 578827"/>
                  <a:gd name="csX2" fmla="*/ 450033 w 1003070"/>
                  <a:gd name="csY2" fmla="*/ 576688 h 578827"/>
                  <a:gd name="csX3" fmla="*/ 3786 w 1003070"/>
                  <a:gd name="csY3" fmla="*/ 319513 h 578827"/>
                  <a:gd name="csX4" fmla="*/ 3786 w 1003070"/>
                  <a:gd name="csY4" fmla="*/ 309131 h 578827"/>
                  <a:gd name="csX5" fmla="*/ 535186 w 1003070"/>
                  <a:gd name="csY5" fmla="*/ 2140 h 578827"/>
                  <a:gd name="csX6" fmla="*/ 553188 w 1003070"/>
                  <a:gd name="csY6" fmla="*/ 2140 h 578827"/>
                  <a:gd name="csX7" fmla="*/ 999434 w 1003070"/>
                  <a:gd name="csY7" fmla="*/ 259315 h 578827"/>
                  <a:gd name="csX8" fmla="*/ 1002735 w 1003070"/>
                  <a:gd name="csY8" fmla="*/ 266396 h 578827"/>
                  <a:gd name="csX9" fmla="*/ 999434 w 1003070"/>
                  <a:gd name="csY9" fmla="*/ 269697 h 5788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03070" h="578827">
                    <a:moveTo>
                      <a:pt x="999434" y="269697"/>
                    </a:moveTo>
                    <a:lnTo>
                      <a:pt x="468035" y="576688"/>
                    </a:lnTo>
                    <a:cubicBezTo>
                      <a:pt x="462373" y="579541"/>
                      <a:pt x="455694" y="579541"/>
                      <a:pt x="450033" y="576688"/>
                    </a:cubicBezTo>
                    <a:lnTo>
                      <a:pt x="3786" y="319513"/>
                    </a:lnTo>
                    <a:cubicBezTo>
                      <a:pt x="-1262" y="316560"/>
                      <a:pt x="-1262" y="311988"/>
                      <a:pt x="3786" y="309131"/>
                    </a:cubicBezTo>
                    <a:lnTo>
                      <a:pt x="535186" y="2140"/>
                    </a:lnTo>
                    <a:cubicBezTo>
                      <a:pt x="540848" y="-713"/>
                      <a:pt x="547527" y="-713"/>
                      <a:pt x="553188" y="2140"/>
                    </a:cubicBezTo>
                    <a:lnTo>
                      <a:pt x="999434" y="259315"/>
                    </a:lnTo>
                    <a:cubicBezTo>
                      <a:pt x="1002301" y="260359"/>
                      <a:pt x="1003779" y="263529"/>
                      <a:pt x="1002735" y="266396"/>
                    </a:cubicBezTo>
                    <a:cubicBezTo>
                      <a:pt x="1002177" y="267930"/>
                      <a:pt x="1000968" y="269139"/>
                      <a:pt x="999434" y="269697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88C95FB-AE77-DC6B-F68E-FF494D45BCA0}"/>
                  </a:ext>
                </a:extLst>
              </p:cNvPr>
              <p:cNvSpPr/>
              <p:nvPr/>
            </p:nvSpPr>
            <p:spPr>
              <a:xfrm>
                <a:off x="3086933" y="3284272"/>
                <a:ext cx="836886" cy="483083"/>
              </a:xfrm>
              <a:custGeom>
                <a:avLst/>
                <a:gdLst>
                  <a:gd name="csX0" fmla="*/ 708017 w 836886"/>
                  <a:gd name="csY0" fmla="*/ 481150 h 483083"/>
                  <a:gd name="csX1" fmla="*/ 832985 w 836886"/>
                  <a:gd name="csY1" fmla="*/ 409046 h 483083"/>
                  <a:gd name="csX2" fmla="*/ 836790 w 836886"/>
                  <a:gd name="csY2" fmla="*/ 403326 h 483083"/>
                  <a:gd name="csX3" fmla="*/ 832985 w 836886"/>
                  <a:gd name="csY3" fmla="*/ 399521 h 483083"/>
                  <a:gd name="csX4" fmla="*/ 144232 w 836886"/>
                  <a:gd name="csY4" fmla="*/ 1852 h 483083"/>
                  <a:gd name="csX5" fmla="*/ 128326 w 836886"/>
                  <a:gd name="csY5" fmla="*/ 1852 h 483083"/>
                  <a:gd name="csX6" fmla="*/ 3358 w 836886"/>
                  <a:gd name="csY6" fmla="*/ 74052 h 483083"/>
                  <a:gd name="csX7" fmla="*/ 3358 w 836886"/>
                  <a:gd name="csY7" fmla="*/ 83577 h 483083"/>
                  <a:gd name="csX8" fmla="*/ 692015 w 836886"/>
                  <a:gd name="csY8" fmla="*/ 481150 h 483083"/>
                  <a:gd name="csX9" fmla="*/ 708017 w 836886"/>
                  <a:gd name="csY9" fmla="*/ 481150 h 483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836886" h="483083">
                    <a:moveTo>
                      <a:pt x="708017" y="481150"/>
                    </a:moveTo>
                    <a:lnTo>
                      <a:pt x="832985" y="409046"/>
                    </a:lnTo>
                    <a:cubicBezTo>
                      <a:pt x="835615" y="408517"/>
                      <a:pt x="837319" y="405956"/>
                      <a:pt x="836790" y="403326"/>
                    </a:cubicBezTo>
                    <a:cubicBezTo>
                      <a:pt x="836405" y="401407"/>
                      <a:pt x="834904" y="399907"/>
                      <a:pt x="832985" y="399521"/>
                    </a:cubicBezTo>
                    <a:lnTo>
                      <a:pt x="144232" y="1852"/>
                    </a:lnTo>
                    <a:cubicBezTo>
                      <a:pt x="139218" y="-617"/>
                      <a:pt x="133340" y="-617"/>
                      <a:pt x="128326" y="1852"/>
                    </a:cubicBezTo>
                    <a:lnTo>
                      <a:pt x="3358" y="74052"/>
                    </a:lnTo>
                    <a:cubicBezTo>
                      <a:pt x="-1119" y="76528"/>
                      <a:pt x="-1119" y="80719"/>
                      <a:pt x="3358" y="83577"/>
                    </a:cubicBezTo>
                    <a:lnTo>
                      <a:pt x="692015" y="481150"/>
                    </a:lnTo>
                    <a:cubicBezTo>
                      <a:pt x="697038" y="483727"/>
                      <a:pt x="702994" y="483727"/>
                      <a:pt x="708017" y="481150"/>
                    </a:cubicBezTo>
                    <a:close/>
                  </a:path>
                </a:pathLst>
              </a:custGeom>
              <a:solidFill>
                <a:srgbClr val="E0E0E0"/>
              </a:solidFill>
              <a:ln w="9525" cap="flat">
                <a:noFill/>
                <a:prstDash val="solid"/>
                <a:miter/>
              </a:ln>
            </p:spPr>
          </p:sp>
        </p:grp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7A9699EE-74A3-51CC-F4E3-E7803FCE5A40}"/>
                </a:ext>
              </a:extLst>
            </p:cNvPr>
            <p:cNvGrpSpPr/>
            <p:nvPr/>
          </p:nvGrpSpPr>
          <p:grpSpPr>
            <a:xfrm>
              <a:off x="2852546" y="425295"/>
              <a:ext cx="3452431" cy="2696530"/>
              <a:chOff x="2852546" y="425295"/>
              <a:chExt cx="3452431" cy="2696530"/>
            </a:xfrm>
          </p:grpSpPr>
          <p:grpSp>
            <p:nvGrpSpPr>
              <p:cNvPr id="17" name="Graphic 5">
                <a:extLst>
                  <a:ext uri="{FF2B5EF4-FFF2-40B4-BE49-F238E27FC236}">
                    <a16:creationId xmlns:a16="http://schemas.microsoft.com/office/drawing/2014/main" id="{A0DCF41E-99B5-BF83-171C-7CD0FF980959}"/>
                  </a:ext>
                </a:extLst>
              </p:cNvPr>
              <p:cNvGrpSpPr/>
              <p:nvPr/>
            </p:nvGrpSpPr>
            <p:grpSpPr>
              <a:xfrm>
                <a:off x="3872402" y="1108592"/>
                <a:ext cx="1416363" cy="1416472"/>
                <a:chOff x="3872402" y="1108592"/>
                <a:chExt cx="1416363" cy="1416472"/>
              </a:xfrm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1F77B8F-7C9A-2BB7-D4D8-989965C51F82}"/>
                    </a:ext>
                  </a:extLst>
                </p:cNvPr>
                <p:cNvSpPr/>
                <p:nvPr/>
              </p:nvSpPr>
              <p:spPr>
                <a:xfrm>
                  <a:off x="3872402" y="1108592"/>
                  <a:ext cx="1416363" cy="1416175"/>
                </a:xfrm>
                <a:custGeom>
                  <a:avLst/>
                  <a:gdLst>
                    <a:gd name="csX0" fmla="*/ 1365490 w 1416363"/>
                    <a:gd name="csY0" fmla="*/ 444935 h 1416175"/>
                    <a:gd name="csX1" fmla="*/ 971240 w 1416363"/>
                    <a:gd name="csY1" fmla="*/ 1365302 h 1416175"/>
                    <a:gd name="csX2" fmla="*/ 50873 w 1416363"/>
                    <a:gd name="csY2" fmla="*/ 971052 h 1416175"/>
                    <a:gd name="csX3" fmla="*/ 445123 w 1416363"/>
                    <a:gd name="csY3" fmla="*/ 50685 h 1416175"/>
                    <a:gd name="csX4" fmla="*/ 867333 w 1416363"/>
                    <a:gd name="csY4" fmla="*/ 18120 h 1416175"/>
                    <a:gd name="csX5" fmla="*/ 1365490 w 1416363"/>
                    <a:gd name="csY5" fmla="*/ 444935 h 14161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416363" h="1416175">
                      <a:moveTo>
                        <a:pt x="1365490" y="444935"/>
                      </a:moveTo>
                      <a:cubicBezTo>
                        <a:pt x="1510773" y="807957"/>
                        <a:pt x="1334261" y="1220019"/>
                        <a:pt x="971240" y="1365302"/>
                      </a:cubicBezTo>
                      <a:cubicBezTo>
                        <a:pt x="608218" y="1510585"/>
                        <a:pt x="196156" y="1334073"/>
                        <a:pt x="50873" y="971052"/>
                      </a:cubicBezTo>
                      <a:cubicBezTo>
                        <a:pt x="-94410" y="608030"/>
                        <a:pt x="82102" y="195968"/>
                        <a:pt x="445123" y="50685"/>
                      </a:cubicBezTo>
                      <a:cubicBezTo>
                        <a:pt x="579242" y="-2990"/>
                        <a:pt x="726570" y="-14353"/>
                        <a:pt x="867333" y="18120"/>
                      </a:cubicBezTo>
                      <a:cubicBezTo>
                        <a:pt x="1093271" y="70210"/>
                        <a:pt x="1279370" y="229657"/>
                        <a:pt x="1365490" y="444935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304AB-7B69-D3B0-A7A6-934A706D1F24}"/>
                    </a:ext>
                  </a:extLst>
                </p:cNvPr>
                <p:cNvSpPr/>
                <p:nvPr/>
              </p:nvSpPr>
              <p:spPr>
                <a:xfrm>
                  <a:off x="4441572" y="1212422"/>
                  <a:ext cx="290342" cy="172281"/>
                </a:xfrm>
                <a:custGeom>
                  <a:avLst/>
                  <a:gdLst>
                    <a:gd name="csX0" fmla="*/ 54228 w 290342"/>
                    <a:gd name="csY0" fmla="*/ 15 h 172281"/>
                    <a:gd name="csX1" fmla="*/ 10412 w 290342"/>
                    <a:gd name="csY1" fmla="*/ 30400 h 172281"/>
                    <a:gd name="csX2" fmla="*/ 59943 w 290342"/>
                    <a:gd name="csY2" fmla="*/ 74405 h 172281"/>
                    <a:gd name="csX3" fmla="*/ 52227 w 290342"/>
                    <a:gd name="csY3" fmla="*/ 140318 h 172281"/>
                    <a:gd name="csX4" fmla="*/ 84898 w 290342"/>
                    <a:gd name="csY4" fmla="*/ 171274 h 172281"/>
                    <a:gd name="csX5" fmla="*/ 150144 w 290342"/>
                    <a:gd name="csY5" fmla="*/ 129650 h 172281"/>
                    <a:gd name="csX6" fmla="*/ 244442 w 290342"/>
                    <a:gd name="csY6" fmla="*/ 112886 h 172281"/>
                    <a:gd name="csX7" fmla="*/ 279303 w 290342"/>
                    <a:gd name="csY7" fmla="*/ 69071 h 172281"/>
                    <a:gd name="csX8" fmla="*/ 275017 w 290342"/>
                    <a:gd name="csY8" fmla="*/ 13350 h 172281"/>
                    <a:gd name="csX9" fmla="*/ 221296 w 290342"/>
                    <a:gd name="csY9" fmla="*/ 19065 h 172281"/>
                    <a:gd name="csX10" fmla="*/ 143286 w 290342"/>
                    <a:gd name="csY10" fmla="*/ 1158 h 172281"/>
                    <a:gd name="csX11" fmla="*/ 54228 w 290342"/>
                    <a:gd name="csY11" fmla="*/ 15 h 1722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290342" h="172281">
                      <a:moveTo>
                        <a:pt x="54228" y="15"/>
                      </a:moveTo>
                      <a:cubicBezTo>
                        <a:pt x="21843" y="586"/>
                        <a:pt x="-19686" y="12017"/>
                        <a:pt x="10412" y="30400"/>
                      </a:cubicBezTo>
                      <a:cubicBezTo>
                        <a:pt x="40511" y="48783"/>
                        <a:pt x="59657" y="50593"/>
                        <a:pt x="59943" y="74405"/>
                      </a:cubicBezTo>
                      <a:cubicBezTo>
                        <a:pt x="60228" y="98218"/>
                        <a:pt x="44607" y="123364"/>
                        <a:pt x="52227" y="140318"/>
                      </a:cubicBezTo>
                      <a:cubicBezTo>
                        <a:pt x="59847" y="157273"/>
                        <a:pt x="72516" y="176990"/>
                        <a:pt x="84898" y="171274"/>
                      </a:cubicBezTo>
                      <a:cubicBezTo>
                        <a:pt x="97281" y="165559"/>
                        <a:pt x="130904" y="127936"/>
                        <a:pt x="150144" y="129650"/>
                      </a:cubicBezTo>
                      <a:cubicBezTo>
                        <a:pt x="169385" y="131365"/>
                        <a:pt x="234917" y="134318"/>
                        <a:pt x="244442" y="112886"/>
                      </a:cubicBezTo>
                      <a:cubicBezTo>
                        <a:pt x="253967" y="91455"/>
                        <a:pt x="263492" y="92884"/>
                        <a:pt x="279303" y="69071"/>
                      </a:cubicBezTo>
                      <a:cubicBezTo>
                        <a:pt x="295115" y="45259"/>
                        <a:pt x="294162" y="13540"/>
                        <a:pt x="275017" y="13350"/>
                      </a:cubicBezTo>
                      <a:cubicBezTo>
                        <a:pt x="255872" y="13159"/>
                        <a:pt x="253300" y="21446"/>
                        <a:pt x="221296" y="19065"/>
                      </a:cubicBezTo>
                      <a:cubicBezTo>
                        <a:pt x="189292" y="16684"/>
                        <a:pt x="174433" y="-4366"/>
                        <a:pt x="143286" y="1158"/>
                      </a:cubicBezTo>
                      <a:cubicBezTo>
                        <a:pt x="112140" y="6682"/>
                        <a:pt x="78135" y="-366"/>
                        <a:pt x="54228" y="15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49D70C05-9121-41FF-CB01-318226CF7001}"/>
                    </a:ext>
                  </a:extLst>
                </p:cNvPr>
                <p:cNvSpPr/>
                <p:nvPr/>
              </p:nvSpPr>
              <p:spPr>
                <a:xfrm>
                  <a:off x="3890295" y="1211373"/>
                  <a:ext cx="564306" cy="1183168"/>
                </a:xfrm>
                <a:custGeom>
                  <a:avLst/>
                  <a:gdLst>
                    <a:gd name="csX0" fmla="*/ 485204 w 564306"/>
                    <a:gd name="csY0" fmla="*/ 9541 h 1183168"/>
                    <a:gd name="csX1" fmla="*/ 335375 w 564306"/>
                    <a:gd name="csY1" fmla="*/ 48784 h 1183168"/>
                    <a:gd name="csX2" fmla="*/ 273844 w 564306"/>
                    <a:gd name="csY2" fmla="*/ 32496 h 1183168"/>
                    <a:gd name="csX3" fmla="*/ 0 w 564306"/>
                    <a:gd name="csY3" fmla="*/ 445976 h 1183168"/>
                    <a:gd name="csX4" fmla="*/ 32004 w 564306"/>
                    <a:gd name="csY4" fmla="*/ 495506 h 1183168"/>
                    <a:gd name="csX5" fmla="*/ 124492 w 564306"/>
                    <a:gd name="csY5" fmla="*/ 539417 h 1183168"/>
                    <a:gd name="csX6" fmla="*/ 166307 w 564306"/>
                    <a:gd name="csY6" fmla="*/ 587042 h 1183168"/>
                    <a:gd name="csX7" fmla="*/ 211169 w 564306"/>
                    <a:gd name="csY7" fmla="*/ 631428 h 1183168"/>
                    <a:gd name="csX8" fmla="*/ 196310 w 564306"/>
                    <a:gd name="csY8" fmla="*/ 686673 h 1183168"/>
                    <a:gd name="csX9" fmla="*/ 202597 w 564306"/>
                    <a:gd name="csY9" fmla="*/ 768969 h 1183168"/>
                    <a:gd name="csX10" fmla="*/ 280511 w 564306"/>
                    <a:gd name="csY10" fmla="*/ 871363 h 1183168"/>
                    <a:gd name="csX11" fmla="*/ 276797 w 564306"/>
                    <a:gd name="csY11" fmla="*/ 947563 h 1183168"/>
                    <a:gd name="csX12" fmla="*/ 317183 w 564306"/>
                    <a:gd name="csY12" fmla="*/ 1141873 h 1183168"/>
                    <a:gd name="csX13" fmla="*/ 372142 w 564306"/>
                    <a:gd name="csY13" fmla="*/ 1153684 h 1183168"/>
                    <a:gd name="csX14" fmla="*/ 378905 w 564306"/>
                    <a:gd name="csY14" fmla="*/ 1051195 h 1183168"/>
                    <a:gd name="csX15" fmla="*/ 460629 w 564306"/>
                    <a:gd name="csY15" fmla="*/ 978043 h 1183168"/>
                    <a:gd name="csX16" fmla="*/ 509683 w 564306"/>
                    <a:gd name="csY16" fmla="*/ 910701 h 1183168"/>
                    <a:gd name="csX17" fmla="*/ 545497 w 564306"/>
                    <a:gd name="csY17" fmla="*/ 837454 h 1183168"/>
                    <a:gd name="csX18" fmla="*/ 541306 w 564306"/>
                    <a:gd name="csY18" fmla="*/ 742204 h 1183168"/>
                    <a:gd name="csX19" fmla="*/ 457581 w 564306"/>
                    <a:gd name="csY19" fmla="*/ 688102 h 1183168"/>
                    <a:gd name="csX20" fmla="*/ 343281 w 564306"/>
                    <a:gd name="csY20" fmla="*/ 588566 h 1183168"/>
                    <a:gd name="csX21" fmla="*/ 210693 w 564306"/>
                    <a:gd name="csY21" fmla="*/ 585899 h 1183168"/>
                    <a:gd name="csX22" fmla="*/ 169736 w 564306"/>
                    <a:gd name="csY22" fmla="*/ 509699 h 1183168"/>
                    <a:gd name="csX23" fmla="*/ 133255 w 564306"/>
                    <a:gd name="csY23" fmla="*/ 490172 h 1183168"/>
                    <a:gd name="csX24" fmla="*/ 98870 w 564306"/>
                    <a:gd name="csY24" fmla="*/ 457787 h 1183168"/>
                    <a:gd name="csX25" fmla="*/ 164497 w 564306"/>
                    <a:gd name="csY25" fmla="*/ 398542 h 1183168"/>
                    <a:gd name="csX26" fmla="*/ 219456 w 564306"/>
                    <a:gd name="csY26" fmla="*/ 451691 h 1183168"/>
                    <a:gd name="csX27" fmla="*/ 282035 w 564306"/>
                    <a:gd name="csY27" fmla="*/ 520176 h 1183168"/>
                    <a:gd name="csX28" fmla="*/ 272510 w 564306"/>
                    <a:gd name="csY28" fmla="*/ 476361 h 1183168"/>
                    <a:gd name="csX29" fmla="*/ 265938 w 564306"/>
                    <a:gd name="csY29" fmla="*/ 390636 h 1183168"/>
                    <a:gd name="csX30" fmla="*/ 348710 w 564306"/>
                    <a:gd name="csY30" fmla="*/ 306149 h 1183168"/>
                    <a:gd name="csX31" fmla="*/ 411861 w 564306"/>
                    <a:gd name="csY31" fmla="*/ 299863 h 1183168"/>
                    <a:gd name="csX32" fmla="*/ 447199 w 564306"/>
                    <a:gd name="csY32" fmla="*/ 261763 h 1183168"/>
                    <a:gd name="csX33" fmla="*/ 524923 w 564306"/>
                    <a:gd name="csY33" fmla="*/ 236712 h 1183168"/>
                    <a:gd name="csX34" fmla="*/ 496348 w 564306"/>
                    <a:gd name="csY34" fmla="*/ 152892 h 1183168"/>
                    <a:gd name="csX35" fmla="*/ 513302 w 564306"/>
                    <a:gd name="csY35" fmla="*/ 81550 h 1183168"/>
                    <a:gd name="csX36" fmla="*/ 530828 w 564306"/>
                    <a:gd name="csY36" fmla="*/ 20304 h 1183168"/>
                    <a:gd name="csX37" fmla="*/ 485204 w 564306"/>
                    <a:gd name="csY37" fmla="*/ 9541 h 1183168"/>
                    <a:gd name="csX38" fmla="*/ 442341 w 564306"/>
                    <a:gd name="csY38" fmla="*/ 115459 h 1183168"/>
                    <a:gd name="csX39" fmla="*/ 408908 w 564306"/>
                    <a:gd name="csY39" fmla="*/ 156226 h 1183168"/>
                    <a:gd name="csX40" fmla="*/ 352901 w 564306"/>
                    <a:gd name="csY40" fmla="*/ 194326 h 1183168"/>
                    <a:gd name="csX41" fmla="*/ 309753 w 564306"/>
                    <a:gd name="csY41" fmla="*/ 150701 h 1183168"/>
                    <a:gd name="csX42" fmla="*/ 361855 w 564306"/>
                    <a:gd name="csY42" fmla="*/ 124508 h 1183168"/>
                    <a:gd name="csX43" fmla="*/ 440341 w 564306"/>
                    <a:gd name="csY43" fmla="*/ 88217 h 1183168"/>
                    <a:gd name="csX44" fmla="*/ 442341 w 564306"/>
                    <a:gd name="csY44" fmla="*/ 115459 h 11831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</a:cxnLst>
                  <a:rect l="l" t="t" r="r" b="b"/>
                  <a:pathLst>
                    <a:path w="564306" h="1183168">
                      <a:moveTo>
                        <a:pt x="485204" y="9541"/>
                      </a:moveTo>
                      <a:cubicBezTo>
                        <a:pt x="448532" y="29162"/>
                        <a:pt x="370904" y="58785"/>
                        <a:pt x="335375" y="48784"/>
                      </a:cubicBezTo>
                      <a:cubicBezTo>
                        <a:pt x="317564" y="43735"/>
                        <a:pt x="296418" y="36687"/>
                        <a:pt x="273844" y="32496"/>
                      </a:cubicBezTo>
                      <a:cubicBezTo>
                        <a:pt x="135809" y="132907"/>
                        <a:pt x="38588" y="279703"/>
                        <a:pt x="0" y="445976"/>
                      </a:cubicBezTo>
                      <a:cubicBezTo>
                        <a:pt x="8539" y="463769"/>
                        <a:pt x="19292" y="480411"/>
                        <a:pt x="32004" y="495506"/>
                      </a:cubicBezTo>
                      <a:cubicBezTo>
                        <a:pt x="60008" y="528367"/>
                        <a:pt x="89154" y="532559"/>
                        <a:pt x="124492" y="539417"/>
                      </a:cubicBezTo>
                      <a:cubicBezTo>
                        <a:pt x="159830" y="546275"/>
                        <a:pt x="148876" y="566277"/>
                        <a:pt x="166307" y="587042"/>
                      </a:cubicBezTo>
                      <a:cubicBezTo>
                        <a:pt x="183737" y="607806"/>
                        <a:pt x="191262" y="620188"/>
                        <a:pt x="211169" y="631428"/>
                      </a:cubicBezTo>
                      <a:cubicBezTo>
                        <a:pt x="231077" y="642667"/>
                        <a:pt x="204121" y="663718"/>
                        <a:pt x="196310" y="686673"/>
                      </a:cubicBezTo>
                      <a:cubicBezTo>
                        <a:pt x="188500" y="709628"/>
                        <a:pt x="186214" y="722487"/>
                        <a:pt x="202597" y="768969"/>
                      </a:cubicBezTo>
                      <a:cubicBezTo>
                        <a:pt x="218980" y="815451"/>
                        <a:pt x="266414" y="853361"/>
                        <a:pt x="280511" y="871363"/>
                      </a:cubicBezTo>
                      <a:cubicBezTo>
                        <a:pt x="294608" y="889365"/>
                        <a:pt x="270986" y="910320"/>
                        <a:pt x="276797" y="947563"/>
                      </a:cubicBezTo>
                      <a:cubicBezTo>
                        <a:pt x="282607" y="984806"/>
                        <a:pt x="280988" y="1085580"/>
                        <a:pt x="317183" y="1141873"/>
                      </a:cubicBezTo>
                      <a:cubicBezTo>
                        <a:pt x="353378" y="1198166"/>
                        <a:pt x="375095" y="1191689"/>
                        <a:pt x="372142" y="1153684"/>
                      </a:cubicBezTo>
                      <a:cubicBezTo>
                        <a:pt x="369189" y="1115679"/>
                        <a:pt x="356997" y="1079770"/>
                        <a:pt x="378905" y="1051195"/>
                      </a:cubicBezTo>
                      <a:cubicBezTo>
                        <a:pt x="400812" y="1022620"/>
                        <a:pt x="445580" y="1030240"/>
                        <a:pt x="460629" y="978043"/>
                      </a:cubicBezTo>
                      <a:cubicBezTo>
                        <a:pt x="475679" y="925846"/>
                        <a:pt x="485489" y="928417"/>
                        <a:pt x="509683" y="910701"/>
                      </a:cubicBezTo>
                      <a:cubicBezTo>
                        <a:pt x="533876" y="892984"/>
                        <a:pt x="523018" y="877745"/>
                        <a:pt x="545497" y="837454"/>
                      </a:cubicBezTo>
                      <a:cubicBezTo>
                        <a:pt x="567976" y="797163"/>
                        <a:pt x="574548" y="759158"/>
                        <a:pt x="541306" y="742204"/>
                      </a:cubicBezTo>
                      <a:cubicBezTo>
                        <a:pt x="508064" y="725249"/>
                        <a:pt x="486156" y="727345"/>
                        <a:pt x="457581" y="688102"/>
                      </a:cubicBezTo>
                      <a:cubicBezTo>
                        <a:pt x="426845" y="647310"/>
                        <a:pt x="387910" y="613404"/>
                        <a:pt x="343281" y="588566"/>
                      </a:cubicBezTo>
                      <a:cubicBezTo>
                        <a:pt x="302133" y="566277"/>
                        <a:pt x="236792" y="593519"/>
                        <a:pt x="210693" y="585899"/>
                      </a:cubicBezTo>
                      <a:cubicBezTo>
                        <a:pt x="184595" y="578279"/>
                        <a:pt x="168021" y="528749"/>
                        <a:pt x="169736" y="509699"/>
                      </a:cubicBezTo>
                      <a:cubicBezTo>
                        <a:pt x="171450" y="490649"/>
                        <a:pt x="152019" y="485505"/>
                        <a:pt x="133255" y="490172"/>
                      </a:cubicBezTo>
                      <a:cubicBezTo>
                        <a:pt x="114491" y="494840"/>
                        <a:pt x="104013" y="482933"/>
                        <a:pt x="98870" y="457787"/>
                      </a:cubicBezTo>
                      <a:cubicBezTo>
                        <a:pt x="93726" y="432641"/>
                        <a:pt x="132779" y="400637"/>
                        <a:pt x="164497" y="398542"/>
                      </a:cubicBezTo>
                      <a:cubicBezTo>
                        <a:pt x="196215" y="396446"/>
                        <a:pt x="213170" y="410829"/>
                        <a:pt x="219456" y="451691"/>
                      </a:cubicBezTo>
                      <a:cubicBezTo>
                        <a:pt x="223463" y="485581"/>
                        <a:pt x="248643" y="513137"/>
                        <a:pt x="282035" y="520176"/>
                      </a:cubicBezTo>
                      <a:cubicBezTo>
                        <a:pt x="311277" y="527510"/>
                        <a:pt x="292989" y="497125"/>
                        <a:pt x="272510" y="476361"/>
                      </a:cubicBezTo>
                      <a:cubicBezTo>
                        <a:pt x="252032" y="455596"/>
                        <a:pt x="250317" y="436642"/>
                        <a:pt x="265938" y="390636"/>
                      </a:cubicBezTo>
                      <a:cubicBezTo>
                        <a:pt x="281559" y="344630"/>
                        <a:pt x="320040" y="348250"/>
                        <a:pt x="348710" y="306149"/>
                      </a:cubicBezTo>
                      <a:cubicBezTo>
                        <a:pt x="377381" y="264049"/>
                        <a:pt x="382905" y="295672"/>
                        <a:pt x="411861" y="299863"/>
                      </a:cubicBezTo>
                      <a:cubicBezTo>
                        <a:pt x="440817" y="304054"/>
                        <a:pt x="436531" y="288433"/>
                        <a:pt x="447199" y="261763"/>
                      </a:cubicBezTo>
                      <a:cubicBezTo>
                        <a:pt x="457867" y="235093"/>
                        <a:pt x="494824" y="258143"/>
                        <a:pt x="524923" y="236712"/>
                      </a:cubicBezTo>
                      <a:cubicBezTo>
                        <a:pt x="555022" y="215281"/>
                        <a:pt x="492062" y="181848"/>
                        <a:pt x="496348" y="152892"/>
                      </a:cubicBezTo>
                      <a:cubicBezTo>
                        <a:pt x="500634" y="123936"/>
                        <a:pt x="529304" y="124984"/>
                        <a:pt x="513302" y="81550"/>
                      </a:cubicBezTo>
                      <a:cubicBezTo>
                        <a:pt x="497300" y="38116"/>
                        <a:pt x="519398" y="36497"/>
                        <a:pt x="530828" y="20304"/>
                      </a:cubicBezTo>
                      <a:cubicBezTo>
                        <a:pt x="542258" y="4112"/>
                        <a:pt x="521970" y="-10081"/>
                        <a:pt x="485204" y="9541"/>
                      </a:cubicBezTo>
                      <a:close/>
                      <a:moveTo>
                        <a:pt x="442341" y="115459"/>
                      </a:moveTo>
                      <a:cubicBezTo>
                        <a:pt x="432816" y="136890"/>
                        <a:pt x="424625" y="132794"/>
                        <a:pt x="408908" y="156226"/>
                      </a:cubicBezTo>
                      <a:cubicBezTo>
                        <a:pt x="396024" y="175844"/>
                        <a:pt x="375881" y="189547"/>
                        <a:pt x="352901" y="194326"/>
                      </a:cubicBezTo>
                      <a:cubicBezTo>
                        <a:pt x="337090" y="196231"/>
                        <a:pt x="311087" y="168132"/>
                        <a:pt x="309753" y="150701"/>
                      </a:cubicBezTo>
                      <a:cubicBezTo>
                        <a:pt x="308420" y="133271"/>
                        <a:pt x="333470" y="128127"/>
                        <a:pt x="361855" y="124508"/>
                      </a:cubicBezTo>
                      <a:cubicBezTo>
                        <a:pt x="390866" y="119890"/>
                        <a:pt x="418032" y="107329"/>
                        <a:pt x="440341" y="88217"/>
                      </a:cubicBezTo>
                      <a:cubicBezTo>
                        <a:pt x="460724" y="72596"/>
                        <a:pt x="451961" y="94123"/>
                        <a:pt x="442341" y="11545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03DE0D29-1F81-03D7-E11B-833244D593EA}"/>
                    </a:ext>
                  </a:extLst>
                </p:cNvPr>
                <p:cNvSpPr/>
                <p:nvPr/>
              </p:nvSpPr>
              <p:spPr>
                <a:xfrm>
                  <a:off x="4634863" y="1322247"/>
                  <a:ext cx="651511" cy="956340"/>
                </a:xfrm>
                <a:custGeom>
                  <a:avLst/>
                  <a:gdLst>
                    <a:gd name="csX0" fmla="*/ 651512 w 651511"/>
                    <a:gd name="csY0" fmla="*/ 440544 h 956340"/>
                    <a:gd name="csX1" fmla="*/ 651512 w 651511"/>
                    <a:gd name="csY1" fmla="*/ 442544 h 956340"/>
                    <a:gd name="csX2" fmla="*/ 623508 w 651511"/>
                    <a:gd name="csY2" fmla="*/ 470357 h 956340"/>
                    <a:gd name="csX3" fmla="*/ 566358 w 651511"/>
                    <a:gd name="csY3" fmla="*/ 519411 h 956340"/>
                    <a:gd name="csX4" fmla="*/ 545022 w 651511"/>
                    <a:gd name="csY4" fmla="*/ 594182 h 956340"/>
                    <a:gd name="csX5" fmla="*/ 481681 w 651511"/>
                    <a:gd name="csY5" fmla="*/ 660857 h 956340"/>
                    <a:gd name="csX6" fmla="*/ 457583 w 651511"/>
                    <a:gd name="csY6" fmla="*/ 761536 h 956340"/>
                    <a:gd name="csX7" fmla="*/ 407100 w 651511"/>
                    <a:gd name="csY7" fmla="*/ 830593 h 956340"/>
                    <a:gd name="csX8" fmla="*/ 358523 w 651511"/>
                    <a:gd name="csY8" fmla="*/ 925081 h 956340"/>
                    <a:gd name="csX9" fmla="*/ 292515 w 651511"/>
                    <a:gd name="csY9" fmla="*/ 955656 h 956340"/>
                    <a:gd name="csX10" fmla="*/ 228697 w 651511"/>
                    <a:gd name="csY10" fmla="*/ 871264 h 956340"/>
                    <a:gd name="csX11" fmla="*/ 218029 w 651511"/>
                    <a:gd name="csY11" fmla="*/ 752678 h 956340"/>
                    <a:gd name="csX12" fmla="*/ 213648 w 651511"/>
                    <a:gd name="csY12" fmla="*/ 654285 h 956340"/>
                    <a:gd name="csX13" fmla="*/ 135257 w 651511"/>
                    <a:gd name="csY13" fmla="*/ 566369 h 956340"/>
                    <a:gd name="csX14" fmla="*/ 48865 w 651511"/>
                    <a:gd name="csY14" fmla="*/ 561797 h 956340"/>
                    <a:gd name="csX15" fmla="*/ 3717 w 651511"/>
                    <a:gd name="csY15" fmla="*/ 471405 h 956340"/>
                    <a:gd name="csX16" fmla="*/ 41817 w 651511"/>
                    <a:gd name="csY16" fmla="*/ 366630 h 956340"/>
                    <a:gd name="csX17" fmla="*/ 150592 w 651511"/>
                    <a:gd name="csY17" fmla="*/ 289763 h 956340"/>
                    <a:gd name="csX18" fmla="*/ 243747 w 651511"/>
                    <a:gd name="csY18" fmla="*/ 301764 h 956340"/>
                    <a:gd name="csX19" fmla="*/ 298039 w 651511"/>
                    <a:gd name="csY19" fmla="*/ 343865 h 956340"/>
                    <a:gd name="csX20" fmla="*/ 348617 w 651511"/>
                    <a:gd name="csY20" fmla="*/ 339960 h 956340"/>
                    <a:gd name="csX21" fmla="*/ 395480 w 651511"/>
                    <a:gd name="csY21" fmla="*/ 349485 h 956340"/>
                    <a:gd name="csX22" fmla="*/ 399290 w 651511"/>
                    <a:gd name="csY22" fmla="*/ 315766 h 956340"/>
                    <a:gd name="csX23" fmla="*/ 360428 w 651511"/>
                    <a:gd name="csY23" fmla="*/ 307384 h 956340"/>
                    <a:gd name="csX24" fmla="*/ 327186 w 651511"/>
                    <a:gd name="csY24" fmla="*/ 287763 h 956340"/>
                    <a:gd name="csX25" fmla="*/ 297944 w 651511"/>
                    <a:gd name="csY25" fmla="*/ 280524 h 956340"/>
                    <a:gd name="csX26" fmla="*/ 288990 w 651511"/>
                    <a:gd name="csY26" fmla="*/ 310051 h 956340"/>
                    <a:gd name="csX27" fmla="*/ 280513 w 651511"/>
                    <a:gd name="csY27" fmla="*/ 302527 h 956340"/>
                    <a:gd name="csX28" fmla="*/ 268226 w 651511"/>
                    <a:gd name="csY28" fmla="*/ 309766 h 956340"/>
                    <a:gd name="csX29" fmla="*/ 271846 w 651511"/>
                    <a:gd name="csY29" fmla="*/ 273570 h 956340"/>
                    <a:gd name="csX30" fmla="*/ 234983 w 651511"/>
                    <a:gd name="csY30" fmla="*/ 250234 h 956340"/>
                    <a:gd name="csX31" fmla="*/ 183549 w 651511"/>
                    <a:gd name="csY31" fmla="*/ 243091 h 956340"/>
                    <a:gd name="csX32" fmla="*/ 153164 w 651511"/>
                    <a:gd name="csY32" fmla="*/ 261283 h 956340"/>
                    <a:gd name="csX33" fmla="*/ 91347 w 651511"/>
                    <a:gd name="csY33" fmla="*/ 286715 h 956340"/>
                    <a:gd name="csX34" fmla="*/ 98586 w 651511"/>
                    <a:gd name="csY34" fmla="*/ 235280 h 956340"/>
                    <a:gd name="csX35" fmla="*/ 146211 w 651511"/>
                    <a:gd name="csY35" fmla="*/ 196513 h 956340"/>
                    <a:gd name="csX36" fmla="*/ 127923 w 651511"/>
                    <a:gd name="csY36" fmla="*/ 166128 h 956340"/>
                    <a:gd name="csX37" fmla="*/ 124398 w 651511"/>
                    <a:gd name="csY37" fmla="*/ 120123 h 956340"/>
                    <a:gd name="csX38" fmla="*/ 163641 w 651511"/>
                    <a:gd name="csY38" fmla="*/ 112312 h 956340"/>
                    <a:gd name="csX39" fmla="*/ 205075 w 651511"/>
                    <a:gd name="csY39" fmla="*/ 133077 h 956340"/>
                    <a:gd name="csX40" fmla="*/ 218029 w 651511"/>
                    <a:gd name="csY40" fmla="*/ 94977 h 956340"/>
                    <a:gd name="csX41" fmla="*/ 252509 w 651511"/>
                    <a:gd name="csY41" fmla="*/ 46209 h 956340"/>
                    <a:gd name="csX42" fmla="*/ 328709 w 651511"/>
                    <a:gd name="csY42" fmla="*/ 6871 h 956340"/>
                    <a:gd name="csX43" fmla="*/ 383574 w 651511"/>
                    <a:gd name="csY43" fmla="*/ 17062 h 956340"/>
                    <a:gd name="csX44" fmla="*/ 460440 w 651511"/>
                    <a:gd name="csY44" fmla="*/ 42970 h 956340"/>
                    <a:gd name="csX45" fmla="*/ 483300 w 651511"/>
                    <a:gd name="csY45" fmla="*/ 35446 h 956340"/>
                    <a:gd name="csX46" fmla="*/ 651512 w 651511"/>
                    <a:gd name="csY46" fmla="*/ 440544 h 9563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</a:cxnLst>
                  <a:rect l="l" t="t" r="r" b="b"/>
                  <a:pathLst>
                    <a:path w="651511" h="956340">
                      <a:moveTo>
                        <a:pt x="651512" y="440544"/>
                      </a:moveTo>
                      <a:lnTo>
                        <a:pt x="651512" y="442544"/>
                      </a:lnTo>
                      <a:cubicBezTo>
                        <a:pt x="638759" y="447583"/>
                        <a:pt x="628634" y="457639"/>
                        <a:pt x="623508" y="470357"/>
                      </a:cubicBezTo>
                      <a:cubicBezTo>
                        <a:pt x="607411" y="509886"/>
                        <a:pt x="604458" y="492550"/>
                        <a:pt x="566358" y="519411"/>
                      </a:cubicBezTo>
                      <a:cubicBezTo>
                        <a:pt x="528258" y="546271"/>
                        <a:pt x="543022" y="567036"/>
                        <a:pt x="545022" y="594182"/>
                      </a:cubicBezTo>
                      <a:cubicBezTo>
                        <a:pt x="547023" y="621328"/>
                        <a:pt x="503303" y="651332"/>
                        <a:pt x="481681" y="660857"/>
                      </a:cubicBezTo>
                      <a:cubicBezTo>
                        <a:pt x="460059" y="670382"/>
                        <a:pt x="450439" y="731723"/>
                        <a:pt x="457583" y="761536"/>
                      </a:cubicBezTo>
                      <a:cubicBezTo>
                        <a:pt x="464727" y="791350"/>
                        <a:pt x="429008" y="803446"/>
                        <a:pt x="407100" y="830593"/>
                      </a:cubicBezTo>
                      <a:cubicBezTo>
                        <a:pt x="385193" y="857739"/>
                        <a:pt x="372810" y="903268"/>
                        <a:pt x="358523" y="925081"/>
                      </a:cubicBezTo>
                      <a:cubicBezTo>
                        <a:pt x="344508" y="947435"/>
                        <a:pt x="318629" y="959422"/>
                        <a:pt x="292515" y="955656"/>
                      </a:cubicBezTo>
                      <a:cubicBezTo>
                        <a:pt x="266607" y="951274"/>
                        <a:pt x="242604" y="908031"/>
                        <a:pt x="228697" y="871264"/>
                      </a:cubicBezTo>
                      <a:cubicBezTo>
                        <a:pt x="214103" y="833515"/>
                        <a:pt x="210407" y="792426"/>
                        <a:pt x="218029" y="752678"/>
                      </a:cubicBezTo>
                      <a:cubicBezTo>
                        <a:pt x="226125" y="712292"/>
                        <a:pt x="223268" y="717340"/>
                        <a:pt x="213648" y="654285"/>
                      </a:cubicBezTo>
                      <a:cubicBezTo>
                        <a:pt x="209203" y="611144"/>
                        <a:pt x="177608" y="575710"/>
                        <a:pt x="135257" y="566369"/>
                      </a:cubicBezTo>
                      <a:cubicBezTo>
                        <a:pt x="110873" y="560273"/>
                        <a:pt x="70582" y="574465"/>
                        <a:pt x="48865" y="561797"/>
                      </a:cubicBezTo>
                      <a:cubicBezTo>
                        <a:pt x="27148" y="549129"/>
                        <a:pt x="17909" y="530745"/>
                        <a:pt x="3717" y="471405"/>
                      </a:cubicBezTo>
                      <a:cubicBezTo>
                        <a:pt x="-10476" y="412064"/>
                        <a:pt x="18957" y="398539"/>
                        <a:pt x="41817" y="366630"/>
                      </a:cubicBezTo>
                      <a:cubicBezTo>
                        <a:pt x="69324" y="330448"/>
                        <a:pt x="107302" y="303611"/>
                        <a:pt x="150592" y="289763"/>
                      </a:cubicBezTo>
                      <a:cubicBezTo>
                        <a:pt x="181982" y="280909"/>
                        <a:pt x="215626" y="285243"/>
                        <a:pt x="243747" y="301764"/>
                      </a:cubicBezTo>
                      <a:cubicBezTo>
                        <a:pt x="268607" y="314147"/>
                        <a:pt x="280323" y="341960"/>
                        <a:pt x="298039" y="343865"/>
                      </a:cubicBezTo>
                      <a:cubicBezTo>
                        <a:pt x="315756" y="345770"/>
                        <a:pt x="330900" y="336531"/>
                        <a:pt x="348617" y="339960"/>
                      </a:cubicBezTo>
                      <a:cubicBezTo>
                        <a:pt x="366333" y="343389"/>
                        <a:pt x="378240" y="352057"/>
                        <a:pt x="395480" y="349485"/>
                      </a:cubicBezTo>
                      <a:cubicBezTo>
                        <a:pt x="412720" y="346913"/>
                        <a:pt x="401766" y="326720"/>
                        <a:pt x="399290" y="315766"/>
                      </a:cubicBezTo>
                      <a:cubicBezTo>
                        <a:pt x="396813" y="304813"/>
                        <a:pt x="381192" y="307575"/>
                        <a:pt x="360428" y="307384"/>
                      </a:cubicBezTo>
                      <a:cubicBezTo>
                        <a:pt x="339663" y="307194"/>
                        <a:pt x="334520" y="301574"/>
                        <a:pt x="327186" y="287763"/>
                      </a:cubicBezTo>
                      <a:cubicBezTo>
                        <a:pt x="319851" y="273952"/>
                        <a:pt x="308136" y="286144"/>
                        <a:pt x="297944" y="280524"/>
                      </a:cubicBezTo>
                      <a:cubicBezTo>
                        <a:pt x="287752" y="274904"/>
                        <a:pt x="289848" y="300241"/>
                        <a:pt x="288990" y="310051"/>
                      </a:cubicBezTo>
                      <a:cubicBezTo>
                        <a:pt x="288133" y="319862"/>
                        <a:pt x="280513" y="302527"/>
                        <a:pt x="280513" y="302527"/>
                      </a:cubicBezTo>
                      <a:cubicBezTo>
                        <a:pt x="280513" y="302527"/>
                        <a:pt x="271941" y="315957"/>
                        <a:pt x="268226" y="309766"/>
                      </a:cubicBezTo>
                      <a:cubicBezTo>
                        <a:pt x="264511" y="303574"/>
                        <a:pt x="273084" y="288811"/>
                        <a:pt x="271846" y="273570"/>
                      </a:cubicBezTo>
                      <a:cubicBezTo>
                        <a:pt x="270607" y="258331"/>
                        <a:pt x="248700" y="261950"/>
                        <a:pt x="234983" y="250234"/>
                      </a:cubicBezTo>
                      <a:cubicBezTo>
                        <a:pt x="220308" y="238925"/>
                        <a:pt x="200750" y="236209"/>
                        <a:pt x="183549" y="243091"/>
                      </a:cubicBezTo>
                      <a:cubicBezTo>
                        <a:pt x="164499" y="249282"/>
                        <a:pt x="161450" y="244805"/>
                        <a:pt x="153164" y="261283"/>
                      </a:cubicBezTo>
                      <a:cubicBezTo>
                        <a:pt x="144877" y="277762"/>
                        <a:pt x="104205" y="288906"/>
                        <a:pt x="91347" y="286715"/>
                      </a:cubicBezTo>
                      <a:cubicBezTo>
                        <a:pt x="78488" y="284524"/>
                        <a:pt x="87537" y="258140"/>
                        <a:pt x="98586" y="235280"/>
                      </a:cubicBezTo>
                      <a:cubicBezTo>
                        <a:pt x="109634" y="212420"/>
                        <a:pt x="132399" y="219849"/>
                        <a:pt x="146211" y="196513"/>
                      </a:cubicBezTo>
                      <a:cubicBezTo>
                        <a:pt x="160022" y="173177"/>
                        <a:pt x="140972" y="169843"/>
                        <a:pt x="127923" y="166128"/>
                      </a:cubicBezTo>
                      <a:cubicBezTo>
                        <a:pt x="114873" y="162414"/>
                        <a:pt x="110778" y="149841"/>
                        <a:pt x="124398" y="120123"/>
                      </a:cubicBezTo>
                      <a:cubicBezTo>
                        <a:pt x="138019" y="90405"/>
                        <a:pt x="156117" y="98596"/>
                        <a:pt x="163641" y="112312"/>
                      </a:cubicBezTo>
                      <a:cubicBezTo>
                        <a:pt x="172675" y="126224"/>
                        <a:pt x="188523" y="134166"/>
                        <a:pt x="205075" y="133077"/>
                      </a:cubicBezTo>
                      <a:cubicBezTo>
                        <a:pt x="222506" y="133077"/>
                        <a:pt x="218410" y="120980"/>
                        <a:pt x="218029" y="94977"/>
                      </a:cubicBezTo>
                      <a:cubicBezTo>
                        <a:pt x="217648" y="68974"/>
                        <a:pt x="229364" y="55924"/>
                        <a:pt x="252509" y="46209"/>
                      </a:cubicBezTo>
                      <a:cubicBezTo>
                        <a:pt x="275655" y="36493"/>
                        <a:pt x="314327" y="20777"/>
                        <a:pt x="328709" y="6871"/>
                      </a:cubicBezTo>
                      <a:cubicBezTo>
                        <a:pt x="343092" y="-7036"/>
                        <a:pt x="369762" y="2108"/>
                        <a:pt x="383574" y="17062"/>
                      </a:cubicBezTo>
                      <a:cubicBezTo>
                        <a:pt x="397385" y="32017"/>
                        <a:pt x="428150" y="37541"/>
                        <a:pt x="460440" y="42970"/>
                      </a:cubicBezTo>
                      <a:cubicBezTo>
                        <a:pt x="468824" y="44254"/>
                        <a:pt x="477318" y="41458"/>
                        <a:pt x="483300" y="35446"/>
                      </a:cubicBezTo>
                      <a:cubicBezTo>
                        <a:pt x="581029" y="149151"/>
                        <a:pt x="639954" y="291057"/>
                        <a:pt x="651512" y="440544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C8E2B12-1104-09FD-9673-EA659FC032ED}"/>
                    </a:ext>
                  </a:extLst>
                </p:cNvPr>
                <p:cNvSpPr/>
                <p:nvPr/>
              </p:nvSpPr>
              <p:spPr>
                <a:xfrm>
                  <a:off x="5105559" y="2110457"/>
                  <a:ext cx="61816" cy="84435"/>
                </a:xfrm>
                <a:custGeom>
                  <a:avLst/>
                  <a:gdLst>
                    <a:gd name="csX0" fmla="*/ 48323 w 61816"/>
                    <a:gd name="csY0" fmla="*/ 759 h 84435"/>
                    <a:gd name="csX1" fmla="*/ 22510 w 61816"/>
                    <a:gd name="csY1" fmla="*/ 17047 h 84435"/>
                    <a:gd name="csX2" fmla="*/ 317 w 61816"/>
                    <a:gd name="csY2" fmla="*/ 60100 h 84435"/>
                    <a:gd name="csX3" fmla="*/ 16224 w 61816"/>
                    <a:gd name="csY3" fmla="*/ 81245 h 84435"/>
                    <a:gd name="csX4" fmla="*/ 40989 w 61816"/>
                    <a:gd name="csY4" fmla="*/ 50670 h 84435"/>
                    <a:gd name="csX5" fmla="*/ 48323 w 61816"/>
                    <a:gd name="csY5" fmla="*/ 759 h 844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1816" h="84435">
                      <a:moveTo>
                        <a:pt x="48323" y="759"/>
                      </a:moveTo>
                      <a:cubicBezTo>
                        <a:pt x="31083" y="-2194"/>
                        <a:pt x="32607" y="3521"/>
                        <a:pt x="22510" y="17047"/>
                      </a:cubicBezTo>
                      <a:cubicBezTo>
                        <a:pt x="12414" y="30572"/>
                        <a:pt x="-2350" y="45622"/>
                        <a:pt x="317" y="60100"/>
                      </a:cubicBezTo>
                      <a:cubicBezTo>
                        <a:pt x="2984" y="74577"/>
                        <a:pt x="4317" y="91627"/>
                        <a:pt x="16224" y="81245"/>
                      </a:cubicBezTo>
                      <a:cubicBezTo>
                        <a:pt x="28130" y="70863"/>
                        <a:pt x="24034" y="58290"/>
                        <a:pt x="40989" y="50670"/>
                      </a:cubicBezTo>
                      <a:cubicBezTo>
                        <a:pt x="57943" y="43050"/>
                        <a:pt x="74135" y="5140"/>
                        <a:pt x="48323" y="75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BC5EADBF-C847-634E-5E77-B06052E74E9C}"/>
                    </a:ext>
                  </a:extLst>
                </p:cNvPr>
                <p:cNvSpPr/>
                <p:nvPr/>
              </p:nvSpPr>
              <p:spPr>
                <a:xfrm>
                  <a:off x="4338517" y="1158005"/>
                  <a:ext cx="846435" cy="598004"/>
                </a:xfrm>
                <a:custGeom>
                  <a:avLst/>
                  <a:gdLst>
                    <a:gd name="csX0" fmla="*/ 426459 w 846435"/>
                    <a:gd name="csY0" fmla="*/ 31191 h 598004"/>
                    <a:gd name="csX1" fmla="*/ 130422 w 846435"/>
                    <a:gd name="csY1" fmla="*/ 401999 h 598004"/>
                    <a:gd name="csX2" fmla="*/ 834033 w 846435"/>
                    <a:gd name="csY2" fmla="*/ 531825 h 598004"/>
                    <a:gd name="csX3" fmla="*/ 426459 w 846435"/>
                    <a:gd name="csY3" fmla="*/ 31191 h 5980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6435" h="598004">
                      <a:moveTo>
                        <a:pt x="426459" y="31191"/>
                      </a:moveTo>
                      <a:cubicBezTo>
                        <a:pt x="-24360" y="-99016"/>
                        <a:pt x="-108561" y="208356"/>
                        <a:pt x="130422" y="401999"/>
                      </a:cubicBezTo>
                      <a:cubicBezTo>
                        <a:pt x="369404" y="595643"/>
                        <a:pt x="778884" y="659174"/>
                        <a:pt x="834033" y="531825"/>
                      </a:cubicBezTo>
                      <a:cubicBezTo>
                        <a:pt x="889183" y="404476"/>
                        <a:pt x="761644" y="127870"/>
                        <a:pt x="426459" y="31191"/>
                      </a:cubicBez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3EE94760-6832-B7DB-17EC-B9C980F5164C}"/>
                    </a:ext>
                  </a:extLst>
                </p:cNvPr>
                <p:cNvSpPr/>
                <p:nvPr/>
              </p:nvSpPr>
              <p:spPr>
                <a:xfrm>
                  <a:off x="3872444" y="1145666"/>
                  <a:ext cx="1361067" cy="1379397"/>
                </a:xfrm>
                <a:custGeom>
                  <a:avLst/>
                  <a:gdLst>
                    <a:gd name="csX0" fmla="*/ 516200 w 1361067"/>
                    <a:gd name="csY0" fmla="*/ 1026033 h 1379397"/>
                    <a:gd name="csX1" fmla="*/ 483815 w 1361067"/>
                    <a:gd name="csY1" fmla="*/ 0 h 1379397"/>
                    <a:gd name="csX2" fmla="*/ 483815 w 1361067"/>
                    <a:gd name="csY2" fmla="*/ 0 h 1379397"/>
                    <a:gd name="csX3" fmla="*/ 445048 w 1361067"/>
                    <a:gd name="csY3" fmla="*/ 14097 h 1379397"/>
                    <a:gd name="csX4" fmla="*/ 50872 w 1361067"/>
                    <a:gd name="csY4" fmla="*/ 934350 h 1379397"/>
                    <a:gd name="csX5" fmla="*/ 971125 w 1361067"/>
                    <a:gd name="csY5" fmla="*/ 1328525 h 1379397"/>
                    <a:gd name="csX6" fmla="*/ 1361067 w 1361067"/>
                    <a:gd name="csY6" fmla="*/ 944690 h 1379397"/>
                    <a:gd name="csX7" fmla="*/ 516200 w 1361067"/>
                    <a:gd name="csY7" fmla="*/ 1026033 h 13793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361067" h="1379397">
                      <a:moveTo>
                        <a:pt x="516200" y="1026033"/>
                      </a:moveTo>
                      <a:cubicBezTo>
                        <a:pt x="165775" y="738569"/>
                        <a:pt x="176729" y="180404"/>
                        <a:pt x="483815" y="0"/>
                      </a:cubicBezTo>
                      <a:lnTo>
                        <a:pt x="483815" y="0"/>
                      </a:lnTo>
                      <a:cubicBezTo>
                        <a:pt x="470861" y="4381"/>
                        <a:pt x="457907" y="8954"/>
                        <a:pt x="445048" y="14097"/>
                      </a:cubicBezTo>
                      <a:cubicBezTo>
                        <a:pt x="82078" y="159369"/>
                        <a:pt x="-94400" y="571380"/>
                        <a:pt x="50872" y="934350"/>
                      </a:cubicBezTo>
                      <a:cubicBezTo>
                        <a:pt x="196144" y="1297319"/>
                        <a:pt x="608156" y="1473797"/>
                        <a:pt x="971125" y="1328525"/>
                      </a:cubicBezTo>
                      <a:cubicBezTo>
                        <a:pt x="1147297" y="1258015"/>
                        <a:pt x="1287786" y="1119727"/>
                        <a:pt x="1361067" y="944690"/>
                      </a:cubicBezTo>
                      <a:cubicBezTo>
                        <a:pt x="1262102" y="1081564"/>
                        <a:pt x="866339" y="1312926"/>
                        <a:pt x="516200" y="1026033"/>
                      </a:cubicBezTo>
                      <a:close/>
                    </a:path>
                  </a:pathLst>
                </a:custGeom>
                <a:solidFill>
                  <a:srgbClr val="000000">
                    <a:alpha val="5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25" name="Graphic 5">
                <a:extLst>
                  <a:ext uri="{FF2B5EF4-FFF2-40B4-BE49-F238E27FC236}">
                    <a16:creationId xmlns:a16="http://schemas.microsoft.com/office/drawing/2014/main" id="{82590977-4073-8FF6-3086-AB384AAD1E1B}"/>
                  </a:ext>
                </a:extLst>
              </p:cNvPr>
              <p:cNvGrpSpPr/>
              <p:nvPr/>
            </p:nvGrpSpPr>
            <p:grpSpPr>
              <a:xfrm>
                <a:off x="2852546" y="425295"/>
                <a:ext cx="3452431" cy="2696530"/>
                <a:chOff x="2852546" y="425295"/>
                <a:chExt cx="3452431" cy="2696530"/>
              </a:xfrm>
            </p:grpSpPr>
            <p:grpSp>
              <p:nvGrpSpPr>
                <p:cNvPr id="26" name="Graphic 5">
                  <a:extLst>
                    <a:ext uri="{FF2B5EF4-FFF2-40B4-BE49-F238E27FC236}">
                      <a16:creationId xmlns:a16="http://schemas.microsoft.com/office/drawing/2014/main" id="{8E34B3AB-DE72-DDBC-89DC-5320FE1680CE}"/>
                    </a:ext>
                  </a:extLst>
                </p:cNvPr>
                <p:cNvGrpSpPr/>
                <p:nvPr/>
              </p:nvGrpSpPr>
              <p:grpSpPr>
                <a:xfrm>
                  <a:off x="5997892" y="1144928"/>
                  <a:ext cx="307086" cy="363665"/>
                  <a:chOff x="5997892" y="1144928"/>
                  <a:chExt cx="307086" cy="363665"/>
                </a:xfrm>
              </p:grpSpPr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D7A249A4-D195-8447-55B8-2D351AEBB327}"/>
                      </a:ext>
                    </a:extLst>
                  </p:cNvPr>
                  <p:cNvSpPr/>
                  <p:nvPr/>
                </p:nvSpPr>
                <p:spPr>
                  <a:xfrm>
                    <a:off x="5997892" y="1144928"/>
                    <a:ext cx="306704" cy="363637"/>
                  </a:xfrm>
                  <a:custGeom>
                    <a:avLst/>
                    <a:gdLst>
                      <a:gd name="csX0" fmla="*/ 222694 w 306704"/>
                      <a:gd name="csY0" fmla="*/ 8739 h 363637"/>
                      <a:gd name="csX1" fmla="*/ 130397 w 306704"/>
                      <a:gd name="csY1" fmla="*/ 17788 h 363637"/>
                      <a:gd name="csX2" fmla="*/ 0 w 306704"/>
                      <a:gd name="csY2" fmla="*/ 243721 h 363637"/>
                      <a:gd name="csX3" fmla="*/ 38100 w 306704"/>
                      <a:gd name="csY3" fmla="*/ 328303 h 363637"/>
                      <a:gd name="csX4" fmla="*/ 84010 w 306704"/>
                      <a:gd name="csY4" fmla="*/ 354973 h 363637"/>
                      <a:gd name="csX5" fmla="*/ 176213 w 306704"/>
                      <a:gd name="csY5" fmla="*/ 345448 h 363637"/>
                      <a:gd name="csX6" fmla="*/ 306705 w 306704"/>
                      <a:gd name="csY6" fmla="*/ 119515 h 363637"/>
                      <a:gd name="csX7" fmla="*/ 268605 w 306704"/>
                      <a:gd name="csY7" fmla="*/ 35124 h 3636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704" h="363637">
                        <a:moveTo>
                          <a:pt x="222694" y="8739"/>
                        </a:moveTo>
                        <a:cubicBezTo>
                          <a:pt x="199072" y="-4977"/>
                          <a:pt x="166402" y="-2976"/>
                          <a:pt x="130397" y="17788"/>
                        </a:cubicBezTo>
                        <a:cubicBezTo>
                          <a:pt x="58388" y="59412"/>
                          <a:pt x="0" y="160663"/>
                          <a:pt x="0" y="243721"/>
                        </a:cubicBezTo>
                        <a:cubicBezTo>
                          <a:pt x="0" y="285441"/>
                          <a:pt x="14668" y="314778"/>
                          <a:pt x="38100" y="328303"/>
                        </a:cubicBezTo>
                        <a:lnTo>
                          <a:pt x="84010" y="354973"/>
                        </a:lnTo>
                        <a:cubicBezTo>
                          <a:pt x="107632" y="368594"/>
                          <a:pt x="140208" y="366689"/>
                          <a:pt x="176213" y="345448"/>
                        </a:cubicBezTo>
                        <a:cubicBezTo>
                          <a:pt x="248317" y="303919"/>
                          <a:pt x="306705" y="202573"/>
                          <a:pt x="306705" y="119515"/>
                        </a:cubicBezTo>
                        <a:cubicBezTo>
                          <a:pt x="306705" y="77986"/>
                          <a:pt x="292132" y="48744"/>
                          <a:pt x="268605" y="35124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5D3517EE-B8B7-EA06-B54D-6143474A5F7E}"/>
                      </a:ext>
                    </a:extLst>
                  </p:cNvPr>
                  <p:cNvSpPr/>
                  <p:nvPr/>
                </p:nvSpPr>
                <p:spPr>
                  <a:xfrm>
                    <a:off x="6044088" y="1171724"/>
                    <a:ext cx="260890" cy="336869"/>
                  </a:xfrm>
                  <a:custGeom>
                    <a:avLst/>
                    <a:gdLst>
                      <a:gd name="csX0" fmla="*/ 130397 w 260890"/>
                      <a:gd name="csY0" fmla="*/ 17758 h 336869"/>
                      <a:gd name="csX1" fmla="*/ 0 w 260890"/>
                      <a:gd name="csY1" fmla="*/ 243786 h 336869"/>
                      <a:gd name="csX2" fmla="*/ 130397 w 260890"/>
                      <a:gd name="csY2" fmla="*/ 319034 h 336869"/>
                      <a:gd name="csX3" fmla="*/ 260890 w 260890"/>
                      <a:gd name="csY3" fmla="*/ 93101 h 336869"/>
                      <a:gd name="csX4" fmla="*/ 130397 w 260890"/>
                      <a:gd name="csY4" fmla="*/ 17758 h 3368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90" h="336869">
                        <a:moveTo>
                          <a:pt x="130397" y="17758"/>
                        </a:moveTo>
                        <a:cubicBezTo>
                          <a:pt x="58388" y="59382"/>
                          <a:pt x="0" y="160633"/>
                          <a:pt x="0" y="243786"/>
                        </a:cubicBezTo>
                        <a:cubicBezTo>
                          <a:pt x="0" y="326939"/>
                          <a:pt x="58388" y="360658"/>
                          <a:pt x="130397" y="319034"/>
                        </a:cubicBezTo>
                        <a:cubicBezTo>
                          <a:pt x="202406" y="277409"/>
                          <a:pt x="260985" y="176159"/>
                          <a:pt x="260890" y="93101"/>
                        </a:cubicBezTo>
                        <a:cubicBezTo>
                          <a:pt x="260795" y="10043"/>
                          <a:pt x="202406" y="-23771"/>
                          <a:pt x="130397" y="17758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02313EA9-6E6E-46DB-FDB5-EBD5CBA587C3}"/>
                      </a:ext>
                    </a:extLst>
                  </p:cNvPr>
                  <p:cNvSpPr/>
                  <p:nvPr/>
                </p:nvSpPr>
                <p:spPr>
                  <a:xfrm>
                    <a:off x="6102476" y="1326101"/>
                    <a:ext cx="144017" cy="146987"/>
                  </a:xfrm>
                  <a:custGeom>
                    <a:avLst/>
                    <a:gdLst>
                      <a:gd name="csX0" fmla="*/ 144018 w 144017"/>
                      <a:gd name="csY0" fmla="*/ 47975 h 146987"/>
                      <a:gd name="csX1" fmla="*/ 144018 w 144017"/>
                      <a:gd name="csY1" fmla="*/ 57500 h 146987"/>
                      <a:gd name="csX2" fmla="*/ 72009 w 144017"/>
                      <a:gd name="csY2" fmla="*/ 132938 h 146987"/>
                      <a:gd name="csX3" fmla="*/ 0 w 144017"/>
                      <a:gd name="csY3" fmla="*/ 140558 h 146987"/>
                      <a:gd name="csX4" fmla="*/ 0 w 144017"/>
                      <a:gd name="csY4" fmla="*/ 120936 h 146987"/>
                      <a:gd name="csX5" fmla="*/ 58674 w 144017"/>
                      <a:gd name="csY5" fmla="*/ 19209 h 146987"/>
                      <a:gd name="csX6" fmla="*/ 77724 w 144017"/>
                      <a:gd name="csY6" fmla="*/ 8255 h 146987"/>
                      <a:gd name="csX7" fmla="*/ 123635 w 144017"/>
                      <a:gd name="csY7" fmla="*/ 4731 h 146987"/>
                      <a:gd name="csX8" fmla="*/ 144018 w 144017"/>
                      <a:gd name="csY8" fmla="*/ 47975 h 1469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44017" h="146987">
                        <a:moveTo>
                          <a:pt x="144018" y="47975"/>
                        </a:moveTo>
                        <a:lnTo>
                          <a:pt x="144018" y="57500"/>
                        </a:lnTo>
                        <a:cubicBezTo>
                          <a:pt x="126776" y="88327"/>
                          <a:pt x="102002" y="114281"/>
                          <a:pt x="72009" y="132938"/>
                        </a:cubicBezTo>
                        <a:cubicBezTo>
                          <a:pt x="44005" y="149130"/>
                          <a:pt x="18574" y="150845"/>
                          <a:pt x="0" y="140558"/>
                        </a:cubicBezTo>
                        <a:lnTo>
                          <a:pt x="0" y="120936"/>
                        </a:lnTo>
                        <a:cubicBezTo>
                          <a:pt x="1981" y="79541"/>
                          <a:pt x="23835" y="41652"/>
                          <a:pt x="58674" y="19209"/>
                        </a:cubicBezTo>
                        <a:lnTo>
                          <a:pt x="77724" y="8255"/>
                        </a:lnTo>
                        <a:cubicBezTo>
                          <a:pt x="94583" y="-1270"/>
                          <a:pt x="110871" y="-2698"/>
                          <a:pt x="123635" y="4731"/>
                        </a:cubicBezTo>
                        <a:cubicBezTo>
                          <a:pt x="136398" y="12161"/>
                          <a:pt x="144018" y="27972"/>
                          <a:pt x="144018" y="47975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15363A57-F73B-F2A4-93FC-16A45E64E59C}"/>
                      </a:ext>
                    </a:extLst>
                  </p:cNvPr>
                  <p:cNvSpPr/>
                  <p:nvPr/>
                </p:nvSpPr>
                <p:spPr>
                  <a:xfrm>
                    <a:off x="6016847" y="1144928"/>
                    <a:ext cx="249935" cy="181237"/>
                  </a:xfrm>
                  <a:custGeom>
                    <a:avLst/>
                    <a:gdLst>
                      <a:gd name="csX0" fmla="*/ 203740 w 249935"/>
                      <a:gd name="csY0" fmla="*/ 8739 h 181237"/>
                      <a:gd name="csX1" fmla="*/ 249936 w 249935"/>
                      <a:gd name="csY1" fmla="*/ 35505 h 181237"/>
                      <a:gd name="csX2" fmla="*/ 157639 w 249935"/>
                      <a:gd name="csY2" fmla="*/ 44553 h 181237"/>
                      <a:gd name="csX3" fmla="*/ 46291 w 249935"/>
                      <a:gd name="csY3" fmla="*/ 181237 h 181237"/>
                      <a:gd name="csX4" fmla="*/ 0 w 249935"/>
                      <a:gd name="csY4" fmla="*/ 154377 h 181237"/>
                      <a:gd name="csX5" fmla="*/ 111443 w 249935"/>
                      <a:gd name="csY5" fmla="*/ 17788 h 181237"/>
                      <a:gd name="csX6" fmla="*/ 203740 w 249935"/>
                      <a:gd name="csY6" fmla="*/ 8739 h 1812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935" h="181237">
                        <a:moveTo>
                          <a:pt x="203740" y="8739"/>
                        </a:moveTo>
                        <a:lnTo>
                          <a:pt x="249936" y="35505"/>
                        </a:lnTo>
                        <a:cubicBezTo>
                          <a:pt x="226314" y="21789"/>
                          <a:pt x="193738" y="23789"/>
                          <a:pt x="157639" y="44553"/>
                        </a:cubicBezTo>
                        <a:cubicBezTo>
                          <a:pt x="110490" y="71890"/>
                          <a:pt x="69152" y="124659"/>
                          <a:pt x="46291" y="181237"/>
                        </a:cubicBezTo>
                        <a:lnTo>
                          <a:pt x="0" y="154377"/>
                        </a:lnTo>
                        <a:cubicBezTo>
                          <a:pt x="22955" y="97798"/>
                          <a:pt x="64294" y="45030"/>
                          <a:pt x="111443" y="17788"/>
                        </a:cubicBezTo>
                        <a:cubicBezTo>
                          <a:pt x="147447" y="-2976"/>
                          <a:pt x="180118" y="-4977"/>
                          <a:pt x="203740" y="873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FE109D2F-7F3B-17D4-EF23-9BBDD147CC79}"/>
                      </a:ext>
                    </a:extLst>
                  </p:cNvPr>
                  <p:cNvSpPr/>
                  <p:nvPr/>
                </p:nvSpPr>
                <p:spPr>
                  <a:xfrm>
                    <a:off x="5998273" y="1388649"/>
                    <a:ext cx="82296" cy="110204"/>
                  </a:xfrm>
                  <a:custGeom>
                    <a:avLst/>
                    <a:gdLst>
                      <a:gd name="csX0" fmla="*/ 82296 w 82296"/>
                      <a:gd name="csY0" fmla="*/ 110204 h 110204"/>
                      <a:gd name="csX1" fmla="*/ 38100 w 82296"/>
                      <a:gd name="csY1" fmla="*/ 84582 h 110204"/>
                      <a:gd name="csX2" fmla="*/ 0 w 82296"/>
                      <a:gd name="csY2" fmla="*/ 0 h 110204"/>
                      <a:gd name="csX3" fmla="*/ 46196 w 82296"/>
                      <a:gd name="csY3" fmla="*/ 26860 h 110204"/>
                      <a:gd name="csX4" fmla="*/ 82296 w 82296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296" h="110204">
                        <a:moveTo>
                          <a:pt x="82296" y="110204"/>
                        </a:moveTo>
                        <a:lnTo>
                          <a:pt x="38100" y="84582"/>
                        </a:lnTo>
                        <a:cubicBezTo>
                          <a:pt x="14288" y="71056"/>
                          <a:pt x="0" y="41719"/>
                          <a:pt x="0" y="0"/>
                        </a:cubicBezTo>
                        <a:lnTo>
                          <a:pt x="46196" y="26860"/>
                        </a:lnTo>
                        <a:cubicBezTo>
                          <a:pt x="45815" y="67342"/>
                          <a:pt x="59627" y="96202"/>
                          <a:pt x="82296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1892EE29-F68E-7292-0806-C58C719017D6}"/>
                      </a:ext>
                    </a:extLst>
                  </p:cNvPr>
                  <p:cNvSpPr/>
                  <p:nvPr/>
                </p:nvSpPr>
                <p:spPr>
                  <a:xfrm>
                    <a:off x="5997892" y="1299305"/>
                    <a:ext cx="65246" cy="116204"/>
                  </a:xfrm>
                  <a:custGeom>
                    <a:avLst/>
                    <a:gdLst>
                      <a:gd name="csX0" fmla="*/ 18955 w 65246"/>
                      <a:gd name="csY0" fmla="*/ 0 h 116204"/>
                      <a:gd name="csX1" fmla="*/ 65246 w 65246"/>
                      <a:gd name="csY1" fmla="*/ 26860 h 116204"/>
                      <a:gd name="csX2" fmla="*/ 46196 w 65246"/>
                      <a:gd name="csY2" fmla="*/ 116205 h 116204"/>
                      <a:gd name="csX3" fmla="*/ 46196 w 65246"/>
                      <a:gd name="csY3" fmla="*/ 116205 h 116204"/>
                      <a:gd name="csX4" fmla="*/ 0 w 65246"/>
                      <a:gd name="csY4" fmla="*/ 89344 h 116204"/>
                      <a:gd name="csX5" fmla="*/ 18955 w 65246"/>
                      <a:gd name="csY5" fmla="*/ 0 h 116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204">
                        <a:moveTo>
                          <a:pt x="18955" y="0"/>
                        </a:moveTo>
                        <a:lnTo>
                          <a:pt x="65246" y="26860"/>
                        </a:lnTo>
                        <a:cubicBezTo>
                          <a:pt x="53271" y="55159"/>
                          <a:pt x="46806" y="85483"/>
                          <a:pt x="46196" y="116205"/>
                        </a:cubicBezTo>
                        <a:lnTo>
                          <a:pt x="46196" y="116205"/>
                        </a:lnTo>
                        <a:lnTo>
                          <a:pt x="0" y="89344"/>
                        </a:lnTo>
                        <a:cubicBezTo>
                          <a:pt x="630" y="58634"/>
                          <a:pt x="7061" y="28320"/>
                          <a:pt x="18955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4BE0AB1B-00B3-0EA2-985B-D021D8B44350}"/>
                      </a:ext>
                    </a:extLst>
                  </p:cNvPr>
                  <p:cNvSpPr/>
                  <p:nvPr/>
                </p:nvSpPr>
                <p:spPr>
                  <a:xfrm>
                    <a:off x="6131778" y="1227575"/>
                    <a:ext cx="82665" cy="102400"/>
                  </a:xfrm>
                  <a:custGeom>
                    <a:avLst/>
                    <a:gdLst>
                      <a:gd name="csX0" fmla="*/ 26325 w 82665"/>
                      <a:gd name="csY0" fmla="*/ 102400 h 102400"/>
                      <a:gd name="csX1" fmla="*/ 13752 w 82665"/>
                      <a:gd name="csY1" fmla="*/ 99162 h 102400"/>
                      <a:gd name="csX2" fmla="*/ 131 w 82665"/>
                      <a:gd name="csY2" fmla="*/ 70587 h 102400"/>
                      <a:gd name="csX3" fmla="*/ 37469 w 82665"/>
                      <a:gd name="csY3" fmla="*/ 6102 h 102400"/>
                      <a:gd name="csX4" fmla="*/ 37469 w 82665"/>
                      <a:gd name="csY4" fmla="*/ 6102 h 102400"/>
                      <a:gd name="csX5" fmla="*/ 76564 w 82665"/>
                      <a:gd name="csY5" fmla="*/ 10431 h 102400"/>
                      <a:gd name="csX6" fmla="*/ 82332 w 82665"/>
                      <a:gd name="csY6" fmla="*/ 32106 h 102400"/>
                      <a:gd name="csX7" fmla="*/ 45089 w 82665"/>
                      <a:gd name="csY7" fmla="*/ 96590 h 102400"/>
                      <a:gd name="csX8" fmla="*/ 26325 w 82665"/>
                      <a:gd name="csY8" fmla="*/ 102400 h 102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82665" h="102400">
                        <a:moveTo>
                          <a:pt x="26325" y="102400"/>
                        </a:moveTo>
                        <a:cubicBezTo>
                          <a:pt x="21923" y="102435"/>
                          <a:pt x="17589" y="101319"/>
                          <a:pt x="13752" y="99162"/>
                        </a:cubicBezTo>
                        <a:cubicBezTo>
                          <a:pt x="4316" y="92854"/>
                          <a:pt x="-911" y="81888"/>
                          <a:pt x="131" y="70587"/>
                        </a:cubicBezTo>
                        <a:cubicBezTo>
                          <a:pt x="1390" y="44311"/>
                          <a:pt x="15307" y="20275"/>
                          <a:pt x="37469" y="6102"/>
                        </a:cubicBezTo>
                        <a:lnTo>
                          <a:pt x="37469" y="6102"/>
                        </a:lnTo>
                        <a:cubicBezTo>
                          <a:pt x="49460" y="-3498"/>
                          <a:pt x="66964" y="-1560"/>
                          <a:pt x="76564" y="10431"/>
                        </a:cubicBezTo>
                        <a:cubicBezTo>
                          <a:pt x="81443" y="16526"/>
                          <a:pt x="83537" y="24391"/>
                          <a:pt x="82332" y="32106"/>
                        </a:cubicBezTo>
                        <a:cubicBezTo>
                          <a:pt x="81110" y="58368"/>
                          <a:pt x="67227" y="82407"/>
                          <a:pt x="45089" y="96590"/>
                        </a:cubicBezTo>
                        <a:cubicBezTo>
                          <a:pt x="39450" y="100133"/>
                          <a:pt x="32980" y="102137"/>
                          <a:pt x="26325" y="1024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83F4D5F8-53F0-AB4B-7D93-16E53808ED72}"/>
                      </a:ext>
                    </a:extLst>
                  </p:cNvPr>
                  <p:cNvSpPr/>
                  <p:nvPr/>
                </p:nvSpPr>
                <p:spPr>
                  <a:xfrm>
                    <a:off x="6102381" y="1326071"/>
                    <a:ext cx="144019" cy="147208"/>
                  </a:xfrm>
                  <a:custGeom>
                    <a:avLst/>
                    <a:gdLst>
                      <a:gd name="csX0" fmla="*/ 123635 w 144019"/>
                      <a:gd name="csY0" fmla="*/ 4761 h 147208"/>
                      <a:gd name="csX1" fmla="*/ 77724 w 144019"/>
                      <a:gd name="csY1" fmla="*/ 8285 h 147208"/>
                      <a:gd name="csX2" fmla="*/ 58674 w 144019"/>
                      <a:gd name="csY2" fmla="*/ 19239 h 147208"/>
                      <a:gd name="csX3" fmla="*/ 0 w 144019"/>
                      <a:gd name="csY3" fmla="*/ 120966 h 147208"/>
                      <a:gd name="csX4" fmla="*/ 0 w 144019"/>
                      <a:gd name="csY4" fmla="*/ 140778 h 147208"/>
                      <a:gd name="csX5" fmla="*/ 72009 w 144019"/>
                      <a:gd name="csY5" fmla="*/ 133158 h 147208"/>
                      <a:gd name="csX6" fmla="*/ 144018 w 144019"/>
                      <a:gd name="csY6" fmla="*/ 57720 h 147208"/>
                      <a:gd name="csX7" fmla="*/ 144018 w 144019"/>
                      <a:gd name="csY7" fmla="*/ 48195 h 147208"/>
                      <a:gd name="csX8" fmla="*/ 123635 w 144019"/>
                      <a:gd name="csY8" fmla="*/ 4761 h 1472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44019" h="147208">
                        <a:moveTo>
                          <a:pt x="123635" y="4761"/>
                        </a:moveTo>
                        <a:cubicBezTo>
                          <a:pt x="110871" y="-2668"/>
                          <a:pt x="95060" y="-1335"/>
                          <a:pt x="77724" y="8285"/>
                        </a:cubicBezTo>
                        <a:lnTo>
                          <a:pt x="58674" y="19239"/>
                        </a:lnTo>
                        <a:cubicBezTo>
                          <a:pt x="23835" y="41682"/>
                          <a:pt x="1981" y="79571"/>
                          <a:pt x="0" y="120966"/>
                        </a:cubicBezTo>
                        <a:lnTo>
                          <a:pt x="0" y="140778"/>
                        </a:lnTo>
                        <a:cubicBezTo>
                          <a:pt x="18574" y="151065"/>
                          <a:pt x="44006" y="149351"/>
                          <a:pt x="72009" y="133158"/>
                        </a:cubicBezTo>
                        <a:cubicBezTo>
                          <a:pt x="102002" y="114502"/>
                          <a:pt x="126776" y="88547"/>
                          <a:pt x="144018" y="57720"/>
                        </a:cubicBezTo>
                        <a:lnTo>
                          <a:pt x="144018" y="48195"/>
                        </a:lnTo>
                        <a:cubicBezTo>
                          <a:pt x="144113" y="28002"/>
                          <a:pt x="136493" y="12286"/>
                          <a:pt x="123635" y="476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690F8DD-C9F0-1A8D-ECDB-594821C5AC9B}"/>
                    </a:ext>
                  </a:extLst>
                </p:cNvPr>
                <p:cNvSpPr/>
                <p:nvPr/>
              </p:nvSpPr>
              <p:spPr>
                <a:xfrm>
                  <a:off x="5425820" y="2134552"/>
                  <a:ext cx="162020" cy="244987"/>
                </a:xfrm>
                <a:custGeom>
                  <a:avLst/>
                  <a:gdLst>
                    <a:gd name="csX0" fmla="*/ 125159 w 162020"/>
                    <a:gd name="csY0" fmla="*/ 143447 h 244987"/>
                    <a:gd name="csX1" fmla="*/ 145447 w 162020"/>
                    <a:gd name="csY1" fmla="*/ 47530 h 244987"/>
                    <a:gd name="csX2" fmla="*/ 162020 w 162020"/>
                    <a:gd name="csY2" fmla="*/ 14954 h 244987"/>
                    <a:gd name="csX3" fmla="*/ 142970 w 162020"/>
                    <a:gd name="csY3" fmla="*/ 32957 h 244987"/>
                    <a:gd name="csX4" fmla="*/ 157544 w 162020"/>
                    <a:gd name="csY4" fmla="*/ 0 h 244987"/>
                    <a:gd name="csX5" fmla="*/ 136398 w 162020"/>
                    <a:gd name="csY5" fmla="*/ 22955 h 244987"/>
                    <a:gd name="csX6" fmla="*/ 112204 w 162020"/>
                    <a:gd name="csY6" fmla="*/ 22955 h 244987"/>
                    <a:gd name="csX7" fmla="*/ 79820 w 162020"/>
                    <a:gd name="csY7" fmla="*/ 96107 h 244987"/>
                    <a:gd name="csX8" fmla="*/ 11335 w 162020"/>
                    <a:gd name="csY8" fmla="*/ 89345 h 244987"/>
                    <a:gd name="csX9" fmla="*/ 21622 w 162020"/>
                    <a:gd name="csY9" fmla="*/ 142589 h 244987"/>
                    <a:gd name="csX10" fmla="*/ 6573 w 162020"/>
                    <a:gd name="csY10" fmla="*/ 145733 h 244987"/>
                    <a:gd name="csX11" fmla="*/ 33147 w 162020"/>
                    <a:gd name="csY11" fmla="*/ 174308 h 244987"/>
                    <a:gd name="csX12" fmla="*/ 18193 w 162020"/>
                    <a:gd name="csY12" fmla="*/ 183833 h 244987"/>
                    <a:gd name="csX13" fmla="*/ 40524 w 162020"/>
                    <a:gd name="csY13" fmla="*/ 200304 h 244987"/>
                    <a:gd name="csX14" fmla="*/ 49244 w 162020"/>
                    <a:gd name="csY14" fmla="*/ 196691 h 244987"/>
                    <a:gd name="csX15" fmla="*/ 0 w 162020"/>
                    <a:gd name="csY15" fmla="*/ 243459 h 244987"/>
                    <a:gd name="csX16" fmla="*/ 50959 w 162020"/>
                    <a:gd name="csY16" fmla="*/ 233934 h 244987"/>
                    <a:gd name="csX17" fmla="*/ 125159 w 162020"/>
                    <a:gd name="csY17" fmla="*/ 143542 h 2449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62020" h="244987">
                      <a:moveTo>
                        <a:pt x="125159" y="143447"/>
                      </a:moveTo>
                      <a:cubicBezTo>
                        <a:pt x="138707" y="113294"/>
                        <a:pt x="145625" y="80585"/>
                        <a:pt x="145447" y="47530"/>
                      </a:cubicBezTo>
                      <a:cubicBezTo>
                        <a:pt x="152060" y="37260"/>
                        <a:pt x="157613" y="26346"/>
                        <a:pt x="162020" y="14954"/>
                      </a:cubicBezTo>
                      <a:cubicBezTo>
                        <a:pt x="156346" y="21632"/>
                        <a:pt x="149958" y="27669"/>
                        <a:pt x="142970" y="32957"/>
                      </a:cubicBezTo>
                      <a:cubicBezTo>
                        <a:pt x="150049" y="23094"/>
                        <a:pt x="155011" y="11873"/>
                        <a:pt x="157544" y="0"/>
                      </a:cubicBezTo>
                      <a:cubicBezTo>
                        <a:pt x="151475" y="8500"/>
                        <a:pt x="144372" y="16211"/>
                        <a:pt x="136398" y="22955"/>
                      </a:cubicBezTo>
                      <a:cubicBezTo>
                        <a:pt x="129216" y="17621"/>
                        <a:pt x="119387" y="17621"/>
                        <a:pt x="112204" y="22955"/>
                      </a:cubicBezTo>
                      <a:cubicBezTo>
                        <a:pt x="88893" y="39622"/>
                        <a:pt x="76487" y="67645"/>
                        <a:pt x="79820" y="96107"/>
                      </a:cubicBezTo>
                      <a:cubicBezTo>
                        <a:pt x="52197" y="110204"/>
                        <a:pt x="27718" y="106680"/>
                        <a:pt x="11335" y="89345"/>
                      </a:cubicBezTo>
                      <a:cubicBezTo>
                        <a:pt x="2572" y="114300"/>
                        <a:pt x="6763" y="137922"/>
                        <a:pt x="21622" y="142589"/>
                      </a:cubicBezTo>
                      <a:cubicBezTo>
                        <a:pt x="17068" y="145214"/>
                        <a:pt x="11796" y="146315"/>
                        <a:pt x="6573" y="145733"/>
                      </a:cubicBezTo>
                      <a:cubicBezTo>
                        <a:pt x="6572" y="166402"/>
                        <a:pt x="17241" y="179261"/>
                        <a:pt x="33147" y="174308"/>
                      </a:cubicBezTo>
                      <a:cubicBezTo>
                        <a:pt x="28914" y="178532"/>
                        <a:pt x="23810" y="181782"/>
                        <a:pt x="18193" y="183833"/>
                      </a:cubicBezTo>
                      <a:cubicBezTo>
                        <a:pt x="19811" y="194548"/>
                        <a:pt x="29809" y="201922"/>
                        <a:pt x="40524" y="200304"/>
                      </a:cubicBezTo>
                      <a:cubicBezTo>
                        <a:pt x="43682" y="199827"/>
                        <a:pt x="46675" y="198587"/>
                        <a:pt x="49244" y="196691"/>
                      </a:cubicBezTo>
                      <a:cubicBezTo>
                        <a:pt x="37899" y="216873"/>
                        <a:pt x="20740" y="233170"/>
                        <a:pt x="0" y="243459"/>
                      </a:cubicBezTo>
                      <a:cubicBezTo>
                        <a:pt x="17576" y="247288"/>
                        <a:pt x="35953" y="243853"/>
                        <a:pt x="50959" y="233934"/>
                      </a:cubicBezTo>
                      <a:cubicBezTo>
                        <a:pt x="83820" y="214884"/>
                        <a:pt x="109061" y="180689"/>
                        <a:pt x="125159" y="143542"/>
                      </a:cubicBezTo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grpSp>
              <p:nvGrpSpPr>
                <p:cNvPr id="36" name="Graphic 5">
                  <a:extLst>
                    <a:ext uri="{FF2B5EF4-FFF2-40B4-BE49-F238E27FC236}">
                      <a16:creationId xmlns:a16="http://schemas.microsoft.com/office/drawing/2014/main" id="{A400067D-F2F5-EB3D-FA60-4D4EA94BC6BF}"/>
                    </a:ext>
                  </a:extLst>
                </p:cNvPr>
                <p:cNvGrpSpPr/>
                <p:nvPr/>
              </p:nvGrpSpPr>
              <p:grpSpPr>
                <a:xfrm>
                  <a:off x="2930651" y="2149408"/>
                  <a:ext cx="307086" cy="364079"/>
                  <a:chOff x="2930651" y="2149408"/>
                  <a:chExt cx="307086" cy="364079"/>
                </a:xfrm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D87E5F5C-451E-623D-FDB5-523BE4C285DA}"/>
                      </a:ext>
                    </a:extLst>
                  </p:cNvPr>
                  <p:cNvSpPr/>
                  <p:nvPr/>
                </p:nvSpPr>
                <p:spPr>
                  <a:xfrm>
                    <a:off x="2931033" y="2149415"/>
                    <a:ext cx="306704" cy="364072"/>
                  </a:xfrm>
                  <a:custGeom>
                    <a:avLst/>
                    <a:gdLst>
                      <a:gd name="csX0" fmla="*/ 84011 w 306704"/>
                      <a:gd name="csY0" fmla="*/ 8664 h 364072"/>
                      <a:gd name="csX1" fmla="*/ 176308 w 306704"/>
                      <a:gd name="csY1" fmla="*/ 18189 h 364072"/>
                      <a:gd name="csX2" fmla="*/ 306705 w 306704"/>
                      <a:gd name="csY2" fmla="*/ 244217 h 364072"/>
                      <a:gd name="csX3" fmla="*/ 268605 w 306704"/>
                      <a:gd name="csY3" fmla="*/ 328704 h 364072"/>
                      <a:gd name="csX4" fmla="*/ 222599 w 306704"/>
                      <a:gd name="csY4" fmla="*/ 355374 h 364072"/>
                      <a:gd name="csX5" fmla="*/ 130397 w 306704"/>
                      <a:gd name="csY5" fmla="*/ 346325 h 364072"/>
                      <a:gd name="csX6" fmla="*/ 0 w 306704"/>
                      <a:gd name="csY6" fmla="*/ 120297 h 364072"/>
                      <a:gd name="csX7" fmla="*/ 38100 w 306704"/>
                      <a:gd name="csY7" fmla="*/ 35905 h 36407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704" h="364072">
                        <a:moveTo>
                          <a:pt x="84011" y="8664"/>
                        </a:moveTo>
                        <a:cubicBezTo>
                          <a:pt x="107632" y="-4957"/>
                          <a:pt x="140208" y="-3052"/>
                          <a:pt x="176308" y="18189"/>
                        </a:cubicBezTo>
                        <a:cubicBezTo>
                          <a:pt x="248317" y="59813"/>
                          <a:pt x="306705" y="161064"/>
                          <a:pt x="306705" y="244217"/>
                        </a:cubicBezTo>
                        <a:cubicBezTo>
                          <a:pt x="306705" y="285937"/>
                          <a:pt x="291941" y="315179"/>
                          <a:pt x="268605" y="328704"/>
                        </a:cubicBezTo>
                        <a:lnTo>
                          <a:pt x="222599" y="355374"/>
                        </a:lnTo>
                        <a:cubicBezTo>
                          <a:pt x="199073" y="368995"/>
                          <a:pt x="166402" y="367090"/>
                          <a:pt x="130397" y="346325"/>
                        </a:cubicBezTo>
                        <a:cubicBezTo>
                          <a:pt x="58388" y="304701"/>
                          <a:pt x="0" y="203450"/>
                          <a:pt x="0" y="120297"/>
                        </a:cubicBezTo>
                        <a:cubicBezTo>
                          <a:pt x="0" y="78768"/>
                          <a:pt x="14573" y="49526"/>
                          <a:pt x="38100" y="35905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CC3D0018-FA98-C6F7-ADE9-668AA1DACFA1}"/>
                      </a:ext>
                    </a:extLst>
                  </p:cNvPr>
                  <p:cNvSpPr/>
                  <p:nvPr/>
                </p:nvSpPr>
                <p:spPr>
                  <a:xfrm>
                    <a:off x="2930651" y="2176277"/>
                    <a:ext cx="260889" cy="336744"/>
                  </a:xfrm>
                  <a:custGeom>
                    <a:avLst/>
                    <a:gdLst>
                      <a:gd name="csX0" fmla="*/ 130397 w 260889"/>
                      <a:gd name="csY0" fmla="*/ 17711 h 336744"/>
                      <a:gd name="csX1" fmla="*/ 260890 w 260889"/>
                      <a:gd name="csY1" fmla="*/ 243644 h 336744"/>
                      <a:gd name="csX2" fmla="*/ 130397 w 260889"/>
                      <a:gd name="csY2" fmla="*/ 318987 h 336744"/>
                      <a:gd name="csX3" fmla="*/ 0 w 260889"/>
                      <a:gd name="csY3" fmla="*/ 92958 h 336744"/>
                      <a:gd name="csX4" fmla="*/ 130397 w 260889"/>
                      <a:gd name="csY4" fmla="*/ 17711 h 3367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89" h="336744">
                        <a:moveTo>
                          <a:pt x="130397" y="17711"/>
                        </a:moveTo>
                        <a:cubicBezTo>
                          <a:pt x="202406" y="59335"/>
                          <a:pt x="260890" y="160586"/>
                          <a:pt x="260890" y="243644"/>
                        </a:cubicBezTo>
                        <a:cubicBezTo>
                          <a:pt x="260890" y="326702"/>
                          <a:pt x="202406" y="360516"/>
                          <a:pt x="130397" y="318987"/>
                        </a:cubicBezTo>
                        <a:cubicBezTo>
                          <a:pt x="58388" y="277458"/>
                          <a:pt x="-95" y="176112"/>
                          <a:pt x="0" y="92958"/>
                        </a:cubicBezTo>
                        <a:cubicBezTo>
                          <a:pt x="95" y="9805"/>
                          <a:pt x="58484" y="-23628"/>
                          <a:pt x="130397" y="17711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50F79F5D-CFF9-DA69-64F8-B026513A9888}"/>
                      </a:ext>
                    </a:extLst>
                  </p:cNvPr>
                  <p:cNvSpPr/>
                  <p:nvPr/>
                </p:nvSpPr>
                <p:spPr>
                  <a:xfrm>
                    <a:off x="3023235" y="2298022"/>
                    <a:ext cx="57150" cy="84443"/>
                  </a:xfrm>
                  <a:custGeom>
                    <a:avLst/>
                    <a:gdLst>
                      <a:gd name="csX0" fmla="*/ 28575 w 57150"/>
                      <a:gd name="csY0" fmla="*/ 3598 h 84443"/>
                      <a:gd name="csX1" fmla="*/ 0 w 57150"/>
                      <a:gd name="csY1" fmla="*/ 25506 h 84443"/>
                      <a:gd name="csX2" fmla="*/ 28575 w 57150"/>
                      <a:gd name="csY2" fmla="*/ 80846 h 84443"/>
                      <a:gd name="csX3" fmla="*/ 57150 w 57150"/>
                      <a:gd name="csY3" fmla="*/ 58938 h 84443"/>
                      <a:gd name="csX4" fmla="*/ 28575 w 57150"/>
                      <a:gd name="csY4" fmla="*/ 3598 h 84443"/>
                      <a:gd name="csX5" fmla="*/ 28575 w 57150"/>
                      <a:gd name="csY5" fmla="*/ 67320 h 84443"/>
                      <a:gd name="csX6" fmla="*/ 9525 w 57150"/>
                      <a:gd name="csY6" fmla="*/ 31316 h 84443"/>
                      <a:gd name="csX7" fmla="*/ 28575 w 57150"/>
                      <a:gd name="csY7" fmla="*/ 17124 h 84443"/>
                      <a:gd name="csX8" fmla="*/ 47625 w 57150"/>
                      <a:gd name="csY8" fmla="*/ 53033 h 84443"/>
                      <a:gd name="csX9" fmla="*/ 28575 w 57150"/>
                      <a:gd name="csY9" fmla="*/ 67320 h 8444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57150" h="84443">
                        <a:moveTo>
                          <a:pt x="28575" y="3598"/>
                        </a:moveTo>
                        <a:cubicBezTo>
                          <a:pt x="12573" y="-5927"/>
                          <a:pt x="0" y="4170"/>
                          <a:pt x="0" y="25506"/>
                        </a:cubicBezTo>
                        <a:cubicBezTo>
                          <a:pt x="239" y="47433"/>
                          <a:pt x="10835" y="67955"/>
                          <a:pt x="28575" y="80846"/>
                        </a:cubicBezTo>
                        <a:cubicBezTo>
                          <a:pt x="44577" y="90371"/>
                          <a:pt x="57150" y="80274"/>
                          <a:pt x="57150" y="58938"/>
                        </a:cubicBezTo>
                        <a:cubicBezTo>
                          <a:pt x="56911" y="37011"/>
                          <a:pt x="46315" y="16489"/>
                          <a:pt x="28575" y="3598"/>
                        </a:cubicBezTo>
                        <a:close/>
                        <a:moveTo>
                          <a:pt x="28575" y="67320"/>
                        </a:moveTo>
                        <a:cubicBezTo>
                          <a:pt x="16852" y="59038"/>
                          <a:pt x="9777" y="45667"/>
                          <a:pt x="9525" y="31316"/>
                        </a:cubicBezTo>
                        <a:cubicBezTo>
                          <a:pt x="9525" y="17505"/>
                          <a:pt x="17907" y="11123"/>
                          <a:pt x="28575" y="17124"/>
                        </a:cubicBezTo>
                        <a:cubicBezTo>
                          <a:pt x="40259" y="25396"/>
                          <a:pt x="47327" y="38720"/>
                          <a:pt x="47625" y="53033"/>
                        </a:cubicBezTo>
                        <a:cubicBezTo>
                          <a:pt x="47434" y="66939"/>
                          <a:pt x="38957" y="73702"/>
                          <a:pt x="28575" y="673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780C82E3-2C94-567B-F7EF-1FD991CF273F}"/>
                      </a:ext>
                    </a:extLst>
                  </p:cNvPr>
                  <p:cNvSpPr/>
                  <p:nvPr/>
                </p:nvSpPr>
                <p:spPr>
                  <a:xfrm>
                    <a:off x="3080766" y="2303550"/>
                    <a:ext cx="13620" cy="19666"/>
                  </a:xfrm>
                  <a:custGeom>
                    <a:avLst/>
                    <a:gdLst>
                      <a:gd name="csX0" fmla="*/ 13621 w 13620"/>
                      <a:gd name="csY0" fmla="*/ 13692 h 19666"/>
                      <a:gd name="csX1" fmla="*/ 6858 w 13620"/>
                      <a:gd name="csY1" fmla="*/ 18835 h 19666"/>
                      <a:gd name="csX2" fmla="*/ 0 w 13620"/>
                      <a:gd name="csY2" fmla="*/ 5881 h 19666"/>
                      <a:gd name="csX3" fmla="*/ 6858 w 13620"/>
                      <a:gd name="csY3" fmla="*/ 833 h 19666"/>
                      <a:gd name="csX4" fmla="*/ 13621 w 13620"/>
                      <a:gd name="csY4" fmla="*/ 13692 h 196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620" h="19666">
                        <a:moveTo>
                          <a:pt x="13621" y="13692"/>
                        </a:moveTo>
                        <a:cubicBezTo>
                          <a:pt x="13621" y="18740"/>
                          <a:pt x="10573" y="21026"/>
                          <a:pt x="6858" y="18835"/>
                        </a:cubicBezTo>
                        <a:cubicBezTo>
                          <a:pt x="2625" y="15869"/>
                          <a:pt x="73" y="11050"/>
                          <a:pt x="0" y="5881"/>
                        </a:cubicBezTo>
                        <a:cubicBezTo>
                          <a:pt x="0" y="928"/>
                          <a:pt x="3048" y="-1358"/>
                          <a:pt x="6858" y="833"/>
                        </a:cubicBezTo>
                        <a:cubicBezTo>
                          <a:pt x="11028" y="3800"/>
                          <a:pt x="13539" y="8574"/>
                          <a:pt x="13621" y="13692"/>
                        </a:cubicBezTo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A292B2DD-E486-B230-48E0-C20386003C5D}"/>
                      </a:ext>
                    </a:extLst>
                  </p:cNvPr>
                  <p:cNvSpPr/>
                  <p:nvPr/>
                </p:nvSpPr>
                <p:spPr>
                  <a:xfrm>
                    <a:off x="2992754" y="2223076"/>
                    <a:ext cx="126206" cy="229192"/>
                  </a:xfrm>
                  <a:custGeom>
                    <a:avLst/>
                    <a:gdLst>
                      <a:gd name="csX0" fmla="*/ 113348 w 126206"/>
                      <a:gd name="csY0" fmla="*/ 59685 h 229192"/>
                      <a:gd name="csX1" fmla="*/ 12859 w 126206"/>
                      <a:gd name="csY1" fmla="*/ 1582 h 229192"/>
                      <a:gd name="csX2" fmla="*/ 0 w 126206"/>
                      <a:gd name="csY2" fmla="*/ 11107 h 229192"/>
                      <a:gd name="csX3" fmla="*/ 0 w 126206"/>
                      <a:gd name="csY3" fmla="*/ 145124 h 229192"/>
                      <a:gd name="csX4" fmla="*/ 12859 w 126206"/>
                      <a:gd name="csY4" fmla="*/ 169603 h 229192"/>
                      <a:gd name="csX5" fmla="*/ 48863 w 126206"/>
                      <a:gd name="csY5" fmla="*/ 190463 h 229192"/>
                      <a:gd name="csX6" fmla="*/ 78772 w 126206"/>
                      <a:gd name="csY6" fmla="*/ 207703 h 229192"/>
                      <a:gd name="csX7" fmla="*/ 113348 w 126206"/>
                      <a:gd name="csY7" fmla="*/ 227610 h 229192"/>
                      <a:gd name="csX8" fmla="*/ 126206 w 126206"/>
                      <a:gd name="csY8" fmla="*/ 218085 h 229192"/>
                      <a:gd name="csX9" fmla="*/ 126206 w 126206"/>
                      <a:gd name="csY9" fmla="*/ 84164 h 229192"/>
                      <a:gd name="csX10" fmla="*/ 113348 w 126206"/>
                      <a:gd name="csY10" fmla="*/ 59684 h 229192"/>
                      <a:gd name="csX11" fmla="*/ 113348 w 126206"/>
                      <a:gd name="csY11" fmla="*/ 211418 h 229192"/>
                      <a:gd name="csX12" fmla="*/ 17335 w 126206"/>
                      <a:gd name="csY12" fmla="*/ 155982 h 229192"/>
                      <a:gd name="csX13" fmla="*/ 12192 w 126206"/>
                      <a:gd name="csY13" fmla="*/ 147029 h 229192"/>
                      <a:gd name="csX14" fmla="*/ 12192 w 126206"/>
                      <a:gd name="csY14" fmla="*/ 18060 h 229192"/>
                      <a:gd name="csX15" fmla="*/ 108204 w 126206"/>
                      <a:gd name="csY15" fmla="*/ 73496 h 229192"/>
                      <a:gd name="csX16" fmla="*/ 113348 w 126206"/>
                      <a:gd name="csY16" fmla="*/ 82449 h 2291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126206" h="229192">
                        <a:moveTo>
                          <a:pt x="113348" y="59685"/>
                        </a:moveTo>
                        <a:lnTo>
                          <a:pt x="12859" y="1582"/>
                        </a:lnTo>
                        <a:cubicBezTo>
                          <a:pt x="5715" y="-2514"/>
                          <a:pt x="0" y="1582"/>
                          <a:pt x="0" y="11107"/>
                        </a:cubicBezTo>
                        <a:lnTo>
                          <a:pt x="0" y="145124"/>
                        </a:lnTo>
                        <a:cubicBezTo>
                          <a:pt x="141" y="154866"/>
                          <a:pt x="4917" y="163958"/>
                          <a:pt x="12859" y="169603"/>
                        </a:cubicBezTo>
                        <a:lnTo>
                          <a:pt x="48863" y="190463"/>
                        </a:lnTo>
                        <a:lnTo>
                          <a:pt x="78772" y="207703"/>
                        </a:lnTo>
                        <a:lnTo>
                          <a:pt x="113348" y="227610"/>
                        </a:lnTo>
                        <a:cubicBezTo>
                          <a:pt x="120396" y="231706"/>
                          <a:pt x="126206" y="227610"/>
                          <a:pt x="126206" y="218085"/>
                        </a:cubicBezTo>
                        <a:lnTo>
                          <a:pt x="126206" y="84164"/>
                        </a:lnTo>
                        <a:cubicBezTo>
                          <a:pt x="126050" y="74425"/>
                          <a:pt x="121277" y="65340"/>
                          <a:pt x="113348" y="59684"/>
                        </a:cubicBezTo>
                        <a:close/>
                        <a:moveTo>
                          <a:pt x="113348" y="211418"/>
                        </a:moveTo>
                        <a:lnTo>
                          <a:pt x="17335" y="155982"/>
                        </a:lnTo>
                        <a:cubicBezTo>
                          <a:pt x="14167" y="154108"/>
                          <a:pt x="12215" y="150710"/>
                          <a:pt x="12192" y="147029"/>
                        </a:cubicBezTo>
                        <a:lnTo>
                          <a:pt x="12192" y="18060"/>
                        </a:lnTo>
                        <a:lnTo>
                          <a:pt x="108204" y="73496"/>
                        </a:lnTo>
                        <a:cubicBezTo>
                          <a:pt x="111415" y="75327"/>
                          <a:pt x="113384" y="78753"/>
                          <a:pt x="113348" y="8244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7A037E75-BB40-448D-5F91-BD997B8D8D4D}"/>
                      </a:ext>
                    </a:extLst>
                  </p:cNvPr>
                  <p:cNvSpPr/>
                  <p:nvPr/>
                </p:nvSpPr>
                <p:spPr>
                  <a:xfrm>
                    <a:off x="2968847" y="2149408"/>
                    <a:ext cx="249840" cy="181549"/>
                  </a:xfrm>
                  <a:custGeom>
                    <a:avLst/>
                    <a:gdLst>
                      <a:gd name="csX0" fmla="*/ 46196 w 249840"/>
                      <a:gd name="csY0" fmla="*/ 8671 h 181549"/>
                      <a:gd name="csX1" fmla="*/ 0 w 249840"/>
                      <a:gd name="csY1" fmla="*/ 35436 h 181549"/>
                      <a:gd name="csX2" fmla="*/ 92202 w 249840"/>
                      <a:gd name="csY2" fmla="*/ 44961 h 181549"/>
                      <a:gd name="csX3" fmla="*/ 203644 w 249840"/>
                      <a:gd name="csY3" fmla="*/ 181550 h 181549"/>
                      <a:gd name="csX4" fmla="*/ 249841 w 249840"/>
                      <a:gd name="csY4" fmla="*/ 154689 h 181549"/>
                      <a:gd name="csX5" fmla="*/ 138494 w 249840"/>
                      <a:gd name="csY5" fmla="*/ 18101 h 181549"/>
                      <a:gd name="csX6" fmla="*/ 46196 w 249840"/>
                      <a:gd name="csY6" fmla="*/ 8671 h 1815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840" h="181549">
                        <a:moveTo>
                          <a:pt x="46196" y="8671"/>
                        </a:moveTo>
                        <a:lnTo>
                          <a:pt x="0" y="35436"/>
                        </a:lnTo>
                        <a:cubicBezTo>
                          <a:pt x="23622" y="21815"/>
                          <a:pt x="56197" y="23720"/>
                          <a:pt x="92202" y="44961"/>
                        </a:cubicBezTo>
                        <a:cubicBezTo>
                          <a:pt x="139351" y="72203"/>
                          <a:pt x="180689" y="124971"/>
                          <a:pt x="203644" y="181550"/>
                        </a:cubicBezTo>
                        <a:lnTo>
                          <a:pt x="249841" y="154689"/>
                        </a:lnTo>
                        <a:cubicBezTo>
                          <a:pt x="226981" y="98206"/>
                          <a:pt x="185642" y="45342"/>
                          <a:pt x="138494" y="18101"/>
                        </a:cubicBezTo>
                        <a:cubicBezTo>
                          <a:pt x="102394" y="-3045"/>
                          <a:pt x="69628" y="-4950"/>
                          <a:pt x="46196" y="867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C7070F40-A4BC-B789-11F4-75A0CF3117D7}"/>
                      </a:ext>
                    </a:extLst>
                  </p:cNvPr>
                  <p:cNvSpPr/>
                  <p:nvPr/>
                </p:nvSpPr>
                <p:spPr>
                  <a:xfrm>
                    <a:off x="3155060" y="2393156"/>
                    <a:ext cx="82295" cy="110204"/>
                  </a:xfrm>
                  <a:custGeom>
                    <a:avLst/>
                    <a:gdLst>
                      <a:gd name="csX0" fmla="*/ 0 w 82295"/>
                      <a:gd name="csY0" fmla="*/ 110204 h 110204"/>
                      <a:gd name="csX1" fmla="*/ 44196 w 82295"/>
                      <a:gd name="csY1" fmla="*/ 84487 h 110204"/>
                      <a:gd name="csX2" fmla="*/ 82296 w 82295"/>
                      <a:gd name="csY2" fmla="*/ 0 h 110204"/>
                      <a:gd name="csX3" fmla="*/ 36100 w 82295"/>
                      <a:gd name="csY3" fmla="*/ 26765 h 110204"/>
                      <a:gd name="csX4" fmla="*/ 0 w 82295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295" h="110204">
                        <a:moveTo>
                          <a:pt x="0" y="110204"/>
                        </a:moveTo>
                        <a:lnTo>
                          <a:pt x="44196" y="84487"/>
                        </a:lnTo>
                        <a:cubicBezTo>
                          <a:pt x="67913" y="70961"/>
                          <a:pt x="82296" y="41720"/>
                          <a:pt x="82296" y="0"/>
                        </a:cubicBezTo>
                        <a:lnTo>
                          <a:pt x="36100" y="26765"/>
                        </a:lnTo>
                        <a:cubicBezTo>
                          <a:pt x="36385" y="67342"/>
                          <a:pt x="22479" y="96107"/>
                          <a:pt x="0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5B0892D7-E83C-4E10-E245-A0774B8F9233}"/>
                      </a:ext>
                    </a:extLst>
                  </p:cNvPr>
                  <p:cNvSpPr/>
                  <p:nvPr/>
                </p:nvSpPr>
                <p:spPr>
                  <a:xfrm>
                    <a:off x="3172491" y="2303716"/>
                    <a:ext cx="65246" cy="116204"/>
                  </a:xfrm>
                  <a:custGeom>
                    <a:avLst/>
                    <a:gdLst>
                      <a:gd name="csX0" fmla="*/ 46196 w 65246"/>
                      <a:gd name="csY0" fmla="*/ 0 h 116204"/>
                      <a:gd name="csX1" fmla="*/ 0 w 65246"/>
                      <a:gd name="csY1" fmla="*/ 26860 h 116204"/>
                      <a:gd name="csX2" fmla="*/ 19050 w 65246"/>
                      <a:gd name="csY2" fmla="*/ 116205 h 116204"/>
                      <a:gd name="csX3" fmla="*/ 19050 w 65246"/>
                      <a:gd name="csY3" fmla="*/ 116205 h 116204"/>
                      <a:gd name="csX4" fmla="*/ 65246 w 65246"/>
                      <a:gd name="csY4" fmla="*/ 89440 h 116204"/>
                      <a:gd name="csX5" fmla="*/ 46196 w 65246"/>
                      <a:gd name="csY5" fmla="*/ 0 h 116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204">
                        <a:moveTo>
                          <a:pt x="46196" y="0"/>
                        </a:moveTo>
                        <a:lnTo>
                          <a:pt x="0" y="26860"/>
                        </a:lnTo>
                        <a:cubicBezTo>
                          <a:pt x="11966" y="55162"/>
                          <a:pt x="18431" y="85484"/>
                          <a:pt x="19050" y="116205"/>
                        </a:cubicBezTo>
                        <a:lnTo>
                          <a:pt x="19050" y="116205"/>
                        </a:lnTo>
                        <a:lnTo>
                          <a:pt x="65246" y="89440"/>
                        </a:lnTo>
                        <a:cubicBezTo>
                          <a:pt x="64637" y="58687"/>
                          <a:pt x="58172" y="28332"/>
                          <a:pt x="46196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45" name="Graphic 5">
                  <a:extLst>
                    <a:ext uri="{FF2B5EF4-FFF2-40B4-BE49-F238E27FC236}">
                      <a16:creationId xmlns:a16="http://schemas.microsoft.com/office/drawing/2014/main" id="{49E31A40-9257-2F8E-06D7-26ADD4D039E3}"/>
                    </a:ext>
                  </a:extLst>
                </p:cNvPr>
                <p:cNvGrpSpPr/>
                <p:nvPr/>
              </p:nvGrpSpPr>
              <p:grpSpPr>
                <a:xfrm>
                  <a:off x="5261609" y="505610"/>
                  <a:ext cx="307657" cy="363967"/>
                  <a:chOff x="5261609" y="505610"/>
                  <a:chExt cx="307657" cy="363967"/>
                </a:xfrm>
              </p:grpSpPr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1E45A36C-ACB4-4039-6EDB-27A6006C4AD3}"/>
                      </a:ext>
                    </a:extLst>
                  </p:cNvPr>
                  <p:cNvSpPr/>
                  <p:nvPr/>
                </p:nvSpPr>
                <p:spPr>
                  <a:xfrm>
                    <a:off x="5261705" y="505610"/>
                    <a:ext cx="306800" cy="363671"/>
                  </a:xfrm>
                  <a:custGeom>
                    <a:avLst/>
                    <a:gdLst>
                      <a:gd name="csX0" fmla="*/ 222695 w 306800"/>
                      <a:gd name="csY0" fmla="*/ 8739 h 363671"/>
                      <a:gd name="csX1" fmla="*/ 130492 w 306800"/>
                      <a:gd name="csY1" fmla="*/ 17788 h 363671"/>
                      <a:gd name="csX2" fmla="*/ 0 w 306800"/>
                      <a:gd name="csY2" fmla="*/ 243721 h 363671"/>
                      <a:gd name="csX3" fmla="*/ 38100 w 306800"/>
                      <a:gd name="csY3" fmla="*/ 328303 h 363671"/>
                      <a:gd name="csX4" fmla="*/ 84106 w 306800"/>
                      <a:gd name="csY4" fmla="*/ 354973 h 363671"/>
                      <a:gd name="csX5" fmla="*/ 176308 w 306800"/>
                      <a:gd name="csY5" fmla="*/ 345924 h 363671"/>
                      <a:gd name="csX6" fmla="*/ 306800 w 306800"/>
                      <a:gd name="csY6" fmla="*/ 119896 h 363671"/>
                      <a:gd name="csX7" fmla="*/ 268700 w 306800"/>
                      <a:gd name="csY7" fmla="*/ 35505 h 3636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800" h="363671">
                        <a:moveTo>
                          <a:pt x="222695" y="8739"/>
                        </a:moveTo>
                        <a:cubicBezTo>
                          <a:pt x="199168" y="-4977"/>
                          <a:pt x="166497" y="-2976"/>
                          <a:pt x="130492" y="17788"/>
                        </a:cubicBezTo>
                        <a:cubicBezTo>
                          <a:pt x="58388" y="59412"/>
                          <a:pt x="0" y="160663"/>
                          <a:pt x="0" y="243721"/>
                        </a:cubicBezTo>
                        <a:cubicBezTo>
                          <a:pt x="0" y="285536"/>
                          <a:pt x="14764" y="314778"/>
                          <a:pt x="38100" y="328303"/>
                        </a:cubicBezTo>
                        <a:lnTo>
                          <a:pt x="84106" y="354973"/>
                        </a:lnTo>
                        <a:cubicBezTo>
                          <a:pt x="107728" y="368594"/>
                          <a:pt x="140303" y="366689"/>
                          <a:pt x="176308" y="345924"/>
                        </a:cubicBezTo>
                        <a:cubicBezTo>
                          <a:pt x="248317" y="304300"/>
                          <a:pt x="306800" y="203049"/>
                          <a:pt x="306800" y="119896"/>
                        </a:cubicBezTo>
                        <a:cubicBezTo>
                          <a:pt x="306800" y="78367"/>
                          <a:pt x="292132" y="49125"/>
                          <a:pt x="268700" y="35505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5E7DEF91-092C-9EC2-6855-F9384048D1B1}"/>
                      </a:ext>
                    </a:extLst>
                  </p:cNvPr>
                  <p:cNvSpPr/>
                  <p:nvPr/>
                </p:nvSpPr>
                <p:spPr>
                  <a:xfrm>
                    <a:off x="5308377" y="532708"/>
                    <a:ext cx="260889" cy="336869"/>
                  </a:xfrm>
                  <a:custGeom>
                    <a:avLst/>
                    <a:gdLst>
                      <a:gd name="csX0" fmla="*/ 130397 w 260889"/>
                      <a:gd name="csY0" fmla="*/ 17836 h 336869"/>
                      <a:gd name="csX1" fmla="*/ 0 w 260889"/>
                      <a:gd name="csY1" fmla="*/ 243769 h 336869"/>
                      <a:gd name="csX2" fmla="*/ 130397 w 260889"/>
                      <a:gd name="csY2" fmla="*/ 319112 h 336869"/>
                      <a:gd name="csX3" fmla="*/ 260890 w 260889"/>
                      <a:gd name="csY3" fmla="*/ 93084 h 336869"/>
                      <a:gd name="csX4" fmla="*/ 130397 w 260889"/>
                      <a:gd name="csY4" fmla="*/ 17836 h 3368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89" h="336869">
                        <a:moveTo>
                          <a:pt x="130397" y="17836"/>
                        </a:moveTo>
                        <a:cubicBezTo>
                          <a:pt x="58388" y="59460"/>
                          <a:pt x="0" y="160711"/>
                          <a:pt x="0" y="243769"/>
                        </a:cubicBezTo>
                        <a:cubicBezTo>
                          <a:pt x="0" y="326827"/>
                          <a:pt x="58007" y="360641"/>
                          <a:pt x="130397" y="319112"/>
                        </a:cubicBezTo>
                        <a:cubicBezTo>
                          <a:pt x="202787" y="277583"/>
                          <a:pt x="260890" y="176237"/>
                          <a:pt x="260890" y="93084"/>
                        </a:cubicBezTo>
                        <a:cubicBezTo>
                          <a:pt x="260890" y="9930"/>
                          <a:pt x="202025" y="-23788"/>
                          <a:pt x="130397" y="17836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5B756142-DBCB-ADF1-A8ED-A9CF664AF3A4}"/>
                      </a:ext>
                    </a:extLst>
                  </p:cNvPr>
                  <p:cNvSpPr/>
                  <p:nvPr/>
                </p:nvSpPr>
                <p:spPr>
                  <a:xfrm>
                    <a:off x="5280755" y="505846"/>
                    <a:ext cx="249935" cy="181381"/>
                  </a:xfrm>
                  <a:custGeom>
                    <a:avLst/>
                    <a:gdLst>
                      <a:gd name="csX0" fmla="*/ 203645 w 249935"/>
                      <a:gd name="csY0" fmla="*/ 8503 h 181381"/>
                      <a:gd name="csX1" fmla="*/ 249936 w 249935"/>
                      <a:gd name="csY1" fmla="*/ 35268 h 181381"/>
                      <a:gd name="csX2" fmla="*/ 157639 w 249935"/>
                      <a:gd name="csY2" fmla="*/ 44793 h 181381"/>
                      <a:gd name="csX3" fmla="*/ 46196 w 249935"/>
                      <a:gd name="csY3" fmla="*/ 181382 h 181381"/>
                      <a:gd name="csX4" fmla="*/ 0 w 249935"/>
                      <a:gd name="csY4" fmla="*/ 154521 h 181381"/>
                      <a:gd name="csX5" fmla="*/ 111442 w 249935"/>
                      <a:gd name="csY5" fmla="*/ 17933 h 181381"/>
                      <a:gd name="csX6" fmla="*/ 203645 w 249935"/>
                      <a:gd name="csY6" fmla="*/ 8503 h 1813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935" h="181381">
                        <a:moveTo>
                          <a:pt x="203645" y="8503"/>
                        </a:moveTo>
                        <a:lnTo>
                          <a:pt x="249936" y="35268"/>
                        </a:lnTo>
                        <a:cubicBezTo>
                          <a:pt x="226314" y="21648"/>
                          <a:pt x="193643" y="23553"/>
                          <a:pt x="157639" y="44793"/>
                        </a:cubicBezTo>
                        <a:cubicBezTo>
                          <a:pt x="110490" y="72035"/>
                          <a:pt x="69152" y="124803"/>
                          <a:pt x="46196" y="181382"/>
                        </a:cubicBezTo>
                        <a:lnTo>
                          <a:pt x="0" y="154521"/>
                        </a:lnTo>
                        <a:cubicBezTo>
                          <a:pt x="22955" y="98038"/>
                          <a:pt x="64198" y="45174"/>
                          <a:pt x="111442" y="17933"/>
                        </a:cubicBezTo>
                        <a:cubicBezTo>
                          <a:pt x="147447" y="-2927"/>
                          <a:pt x="180118" y="-4927"/>
                          <a:pt x="203645" y="8503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9EF88BD2-B81C-1079-9BFF-DA0AEA4102E6}"/>
                      </a:ext>
                    </a:extLst>
                  </p:cNvPr>
                  <p:cNvSpPr/>
                  <p:nvPr/>
                </p:nvSpPr>
                <p:spPr>
                  <a:xfrm>
                    <a:off x="5262086" y="749712"/>
                    <a:ext cx="82391" cy="110204"/>
                  </a:xfrm>
                  <a:custGeom>
                    <a:avLst/>
                    <a:gdLst>
                      <a:gd name="csX0" fmla="*/ 82391 w 82391"/>
                      <a:gd name="csY0" fmla="*/ 110204 h 110204"/>
                      <a:gd name="csX1" fmla="*/ 38100 w 82391"/>
                      <a:gd name="csY1" fmla="*/ 84487 h 110204"/>
                      <a:gd name="csX2" fmla="*/ 0 w 82391"/>
                      <a:gd name="csY2" fmla="*/ 0 h 110204"/>
                      <a:gd name="csX3" fmla="*/ 46291 w 82391"/>
                      <a:gd name="csY3" fmla="*/ 26765 h 110204"/>
                      <a:gd name="csX4" fmla="*/ 82391 w 82391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391" h="110204">
                        <a:moveTo>
                          <a:pt x="82391" y="110204"/>
                        </a:moveTo>
                        <a:lnTo>
                          <a:pt x="38100" y="84487"/>
                        </a:lnTo>
                        <a:cubicBezTo>
                          <a:pt x="14383" y="70961"/>
                          <a:pt x="0" y="41720"/>
                          <a:pt x="0" y="0"/>
                        </a:cubicBezTo>
                        <a:lnTo>
                          <a:pt x="46291" y="26765"/>
                        </a:lnTo>
                        <a:cubicBezTo>
                          <a:pt x="45910" y="67342"/>
                          <a:pt x="59817" y="96107"/>
                          <a:pt x="82391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223B7B25-F1DB-D554-B1AE-138965466ABA}"/>
                      </a:ext>
                    </a:extLst>
                  </p:cNvPr>
                  <p:cNvSpPr/>
                  <p:nvPr/>
                </p:nvSpPr>
                <p:spPr>
                  <a:xfrm>
                    <a:off x="5261609" y="660272"/>
                    <a:ext cx="65341" cy="116205"/>
                  </a:xfrm>
                  <a:custGeom>
                    <a:avLst/>
                    <a:gdLst>
                      <a:gd name="csX0" fmla="*/ 19145 w 65341"/>
                      <a:gd name="csY0" fmla="*/ 0 h 116205"/>
                      <a:gd name="csX1" fmla="*/ 65342 w 65341"/>
                      <a:gd name="csY1" fmla="*/ 26860 h 116205"/>
                      <a:gd name="csX2" fmla="*/ 46292 w 65341"/>
                      <a:gd name="csY2" fmla="*/ 116205 h 116205"/>
                      <a:gd name="csX3" fmla="*/ 46292 w 65341"/>
                      <a:gd name="csY3" fmla="*/ 116205 h 116205"/>
                      <a:gd name="csX4" fmla="*/ 0 w 65341"/>
                      <a:gd name="csY4" fmla="*/ 89440 h 116205"/>
                      <a:gd name="csX5" fmla="*/ 19145 w 65341"/>
                      <a:gd name="csY5" fmla="*/ 0 h 1162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341" h="116205">
                        <a:moveTo>
                          <a:pt x="19145" y="0"/>
                        </a:moveTo>
                        <a:lnTo>
                          <a:pt x="65342" y="26860"/>
                        </a:lnTo>
                        <a:cubicBezTo>
                          <a:pt x="53415" y="55175"/>
                          <a:pt x="46952" y="85489"/>
                          <a:pt x="46292" y="116205"/>
                        </a:cubicBezTo>
                        <a:lnTo>
                          <a:pt x="46292" y="116205"/>
                        </a:lnTo>
                        <a:lnTo>
                          <a:pt x="0" y="89440"/>
                        </a:lnTo>
                        <a:cubicBezTo>
                          <a:pt x="639" y="58681"/>
                          <a:pt x="7137" y="28325"/>
                          <a:pt x="19145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15F0F010-8446-FF33-95F6-B53CB96E7FDA}"/>
                      </a:ext>
                    </a:extLst>
                  </p:cNvPr>
                  <p:cNvSpPr/>
                  <p:nvPr/>
                </p:nvSpPr>
                <p:spPr>
                  <a:xfrm>
                    <a:off x="5400675" y="574262"/>
                    <a:ext cx="76200" cy="253745"/>
                  </a:xfrm>
                  <a:custGeom>
                    <a:avLst/>
                    <a:gdLst>
                      <a:gd name="csX0" fmla="*/ 16954 w 76200"/>
                      <a:gd name="csY0" fmla="*/ 253746 h 253745"/>
                      <a:gd name="csX1" fmla="*/ 50102 w 76200"/>
                      <a:gd name="csY1" fmla="*/ 234696 h 253745"/>
                      <a:gd name="csX2" fmla="*/ 50102 w 76200"/>
                      <a:gd name="csY2" fmla="*/ 123730 h 253745"/>
                      <a:gd name="csX3" fmla="*/ 73247 w 76200"/>
                      <a:gd name="csY3" fmla="*/ 110395 h 253745"/>
                      <a:gd name="csX4" fmla="*/ 75724 w 76200"/>
                      <a:gd name="csY4" fmla="*/ 72295 h 253745"/>
                      <a:gd name="csX5" fmla="*/ 50102 w 76200"/>
                      <a:gd name="csY5" fmla="*/ 87058 h 253745"/>
                      <a:gd name="csX6" fmla="*/ 50102 w 76200"/>
                      <a:gd name="csY6" fmla="*/ 65532 h 253745"/>
                      <a:gd name="csX7" fmla="*/ 57817 w 76200"/>
                      <a:gd name="csY7" fmla="*/ 48958 h 253745"/>
                      <a:gd name="csX8" fmla="*/ 76200 w 76200"/>
                      <a:gd name="csY8" fmla="*/ 38576 h 253745"/>
                      <a:gd name="csX9" fmla="*/ 76200 w 76200"/>
                      <a:gd name="csY9" fmla="*/ 0 h 253745"/>
                      <a:gd name="csX10" fmla="*/ 53245 w 76200"/>
                      <a:gd name="csY10" fmla="*/ 13335 h 253745"/>
                      <a:gd name="csX11" fmla="*/ 17431 w 76200"/>
                      <a:gd name="csY11" fmla="*/ 76295 h 253745"/>
                      <a:gd name="csX12" fmla="*/ 17431 w 76200"/>
                      <a:gd name="csY12" fmla="*/ 105823 h 253745"/>
                      <a:gd name="csX13" fmla="*/ 0 w 76200"/>
                      <a:gd name="csY13" fmla="*/ 115824 h 253745"/>
                      <a:gd name="csX14" fmla="*/ 0 w 76200"/>
                      <a:gd name="csY14" fmla="*/ 153352 h 253745"/>
                      <a:gd name="csX15" fmla="*/ 17240 w 76200"/>
                      <a:gd name="csY15" fmla="*/ 143827 h 25374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76200" h="253745">
                        <a:moveTo>
                          <a:pt x="16954" y="253746"/>
                        </a:moveTo>
                        <a:lnTo>
                          <a:pt x="50102" y="234696"/>
                        </a:lnTo>
                        <a:lnTo>
                          <a:pt x="50102" y="123730"/>
                        </a:lnTo>
                        <a:lnTo>
                          <a:pt x="73247" y="110395"/>
                        </a:lnTo>
                        <a:lnTo>
                          <a:pt x="75724" y="72295"/>
                        </a:lnTo>
                        <a:lnTo>
                          <a:pt x="50102" y="87058"/>
                        </a:lnTo>
                        <a:lnTo>
                          <a:pt x="50102" y="65532"/>
                        </a:lnTo>
                        <a:cubicBezTo>
                          <a:pt x="50102" y="56769"/>
                          <a:pt x="51435" y="52578"/>
                          <a:pt x="57817" y="48958"/>
                        </a:cubicBezTo>
                        <a:lnTo>
                          <a:pt x="76200" y="38576"/>
                        </a:lnTo>
                        <a:lnTo>
                          <a:pt x="76200" y="0"/>
                        </a:lnTo>
                        <a:lnTo>
                          <a:pt x="53245" y="13335"/>
                        </a:lnTo>
                        <a:cubicBezTo>
                          <a:pt x="30075" y="25568"/>
                          <a:pt x="16104" y="50128"/>
                          <a:pt x="17431" y="76295"/>
                        </a:cubicBezTo>
                        <a:lnTo>
                          <a:pt x="17431" y="105823"/>
                        </a:lnTo>
                        <a:lnTo>
                          <a:pt x="0" y="115824"/>
                        </a:lnTo>
                        <a:lnTo>
                          <a:pt x="0" y="153352"/>
                        </a:lnTo>
                        <a:lnTo>
                          <a:pt x="17240" y="14382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52" name="Graphic 5">
                  <a:extLst>
                    <a:ext uri="{FF2B5EF4-FFF2-40B4-BE49-F238E27FC236}">
                      <a16:creationId xmlns:a16="http://schemas.microsoft.com/office/drawing/2014/main" id="{12541426-A871-6CE3-E9C6-87C616FC5076}"/>
                    </a:ext>
                  </a:extLst>
                </p:cNvPr>
                <p:cNvGrpSpPr/>
                <p:nvPr/>
              </p:nvGrpSpPr>
              <p:grpSpPr>
                <a:xfrm>
                  <a:off x="4886325" y="2758177"/>
                  <a:ext cx="307276" cy="363648"/>
                  <a:chOff x="4886325" y="2758177"/>
                  <a:chExt cx="307276" cy="363648"/>
                </a:xfrm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11698510-9142-6AB7-7888-B2287B9BCE12}"/>
                      </a:ext>
                    </a:extLst>
                  </p:cNvPr>
                  <p:cNvSpPr/>
                  <p:nvPr/>
                </p:nvSpPr>
                <p:spPr>
                  <a:xfrm>
                    <a:off x="4886420" y="2758177"/>
                    <a:ext cx="306800" cy="363637"/>
                  </a:xfrm>
                  <a:custGeom>
                    <a:avLst/>
                    <a:gdLst>
                      <a:gd name="csX0" fmla="*/ 222695 w 306800"/>
                      <a:gd name="csY0" fmla="*/ 8739 h 363637"/>
                      <a:gd name="csX1" fmla="*/ 130492 w 306800"/>
                      <a:gd name="csY1" fmla="*/ 17788 h 363637"/>
                      <a:gd name="csX2" fmla="*/ 0 w 306800"/>
                      <a:gd name="csY2" fmla="*/ 243721 h 363637"/>
                      <a:gd name="csX3" fmla="*/ 38100 w 306800"/>
                      <a:gd name="csY3" fmla="*/ 328303 h 363637"/>
                      <a:gd name="csX4" fmla="*/ 84106 w 306800"/>
                      <a:gd name="csY4" fmla="*/ 354973 h 363637"/>
                      <a:gd name="csX5" fmla="*/ 176308 w 306800"/>
                      <a:gd name="csY5" fmla="*/ 345448 h 363637"/>
                      <a:gd name="csX6" fmla="*/ 306800 w 306800"/>
                      <a:gd name="csY6" fmla="*/ 119515 h 363637"/>
                      <a:gd name="csX7" fmla="*/ 268700 w 306800"/>
                      <a:gd name="csY7" fmla="*/ 35124 h 3636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800" h="363637">
                        <a:moveTo>
                          <a:pt x="222695" y="8739"/>
                        </a:moveTo>
                        <a:cubicBezTo>
                          <a:pt x="199168" y="-4977"/>
                          <a:pt x="166497" y="-2976"/>
                          <a:pt x="130492" y="17788"/>
                        </a:cubicBezTo>
                        <a:cubicBezTo>
                          <a:pt x="58388" y="59412"/>
                          <a:pt x="0" y="160663"/>
                          <a:pt x="0" y="243721"/>
                        </a:cubicBezTo>
                        <a:cubicBezTo>
                          <a:pt x="0" y="285536"/>
                          <a:pt x="14764" y="314778"/>
                          <a:pt x="38100" y="328303"/>
                        </a:cubicBezTo>
                        <a:lnTo>
                          <a:pt x="84106" y="354973"/>
                        </a:lnTo>
                        <a:cubicBezTo>
                          <a:pt x="107728" y="368594"/>
                          <a:pt x="140303" y="366689"/>
                          <a:pt x="176308" y="345448"/>
                        </a:cubicBezTo>
                        <a:cubicBezTo>
                          <a:pt x="248317" y="303919"/>
                          <a:pt x="306800" y="202573"/>
                          <a:pt x="306800" y="119515"/>
                        </a:cubicBezTo>
                        <a:cubicBezTo>
                          <a:pt x="306800" y="77986"/>
                          <a:pt x="292132" y="48744"/>
                          <a:pt x="268700" y="35124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6D785538-4DDC-B7FB-A48A-B14C2412C7D4}"/>
                      </a:ext>
                    </a:extLst>
                  </p:cNvPr>
                  <p:cNvSpPr/>
                  <p:nvPr/>
                </p:nvSpPr>
                <p:spPr>
                  <a:xfrm>
                    <a:off x="4932711" y="2785007"/>
                    <a:ext cx="260889" cy="336818"/>
                  </a:xfrm>
                  <a:custGeom>
                    <a:avLst/>
                    <a:gdLst>
                      <a:gd name="csX0" fmla="*/ 130397 w 260889"/>
                      <a:gd name="csY0" fmla="*/ 17819 h 336818"/>
                      <a:gd name="csX1" fmla="*/ 0 w 260889"/>
                      <a:gd name="csY1" fmla="*/ 243752 h 336818"/>
                      <a:gd name="csX2" fmla="*/ 130397 w 260889"/>
                      <a:gd name="csY2" fmla="*/ 318999 h 336818"/>
                      <a:gd name="csX3" fmla="*/ 260890 w 260889"/>
                      <a:gd name="csY3" fmla="*/ 93066 h 336818"/>
                      <a:gd name="csX4" fmla="*/ 130397 w 260889"/>
                      <a:gd name="csY4" fmla="*/ 17819 h 3368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89" h="336818">
                        <a:moveTo>
                          <a:pt x="130397" y="17819"/>
                        </a:moveTo>
                        <a:cubicBezTo>
                          <a:pt x="58388" y="59348"/>
                          <a:pt x="0" y="160694"/>
                          <a:pt x="0" y="243752"/>
                        </a:cubicBezTo>
                        <a:cubicBezTo>
                          <a:pt x="0" y="326810"/>
                          <a:pt x="58388" y="360624"/>
                          <a:pt x="130397" y="318999"/>
                        </a:cubicBezTo>
                        <a:cubicBezTo>
                          <a:pt x="202406" y="277375"/>
                          <a:pt x="260890" y="176124"/>
                          <a:pt x="260890" y="93066"/>
                        </a:cubicBezTo>
                        <a:cubicBezTo>
                          <a:pt x="260890" y="10008"/>
                          <a:pt x="202406" y="-23805"/>
                          <a:pt x="130397" y="17819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1806BCFB-094A-B667-C9D2-E465FDB2B35C}"/>
                      </a:ext>
                    </a:extLst>
                  </p:cNvPr>
                  <p:cNvSpPr/>
                  <p:nvPr/>
                </p:nvSpPr>
                <p:spPr>
                  <a:xfrm>
                    <a:off x="4905375" y="2758177"/>
                    <a:ext cx="250031" cy="181237"/>
                  </a:xfrm>
                  <a:custGeom>
                    <a:avLst/>
                    <a:gdLst>
                      <a:gd name="csX0" fmla="*/ 203740 w 250031"/>
                      <a:gd name="csY0" fmla="*/ 8739 h 181237"/>
                      <a:gd name="csX1" fmla="*/ 250031 w 250031"/>
                      <a:gd name="csY1" fmla="*/ 35504 h 181237"/>
                      <a:gd name="csX2" fmla="*/ 157734 w 250031"/>
                      <a:gd name="csY2" fmla="*/ 44553 h 181237"/>
                      <a:gd name="csX3" fmla="*/ 46291 w 250031"/>
                      <a:gd name="csY3" fmla="*/ 181237 h 181237"/>
                      <a:gd name="csX4" fmla="*/ 0 w 250031"/>
                      <a:gd name="csY4" fmla="*/ 154377 h 181237"/>
                      <a:gd name="csX5" fmla="*/ 111443 w 250031"/>
                      <a:gd name="csY5" fmla="*/ 17788 h 181237"/>
                      <a:gd name="csX6" fmla="*/ 203740 w 250031"/>
                      <a:gd name="csY6" fmla="*/ 8739 h 1812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50031" h="181237">
                        <a:moveTo>
                          <a:pt x="203740" y="8739"/>
                        </a:moveTo>
                        <a:lnTo>
                          <a:pt x="250031" y="35504"/>
                        </a:lnTo>
                        <a:cubicBezTo>
                          <a:pt x="226409" y="21884"/>
                          <a:pt x="193738" y="23789"/>
                          <a:pt x="157734" y="44553"/>
                        </a:cubicBezTo>
                        <a:cubicBezTo>
                          <a:pt x="110585" y="71890"/>
                          <a:pt x="69247" y="124659"/>
                          <a:pt x="46291" y="181237"/>
                        </a:cubicBezTo>
                        <a:lnTo>
                          <a:pt x="0" y="154377"/>
                        </a:lnTo>
                        <a:cubicBezTo>
                          <a:pt x="22955" y="97798"/>
                          <a:pt x="64198" y="45029"/>
                          <a:pt x="111443" y="17788"/>
                        </a:cubicBezTo>
                        <a:cubicBezTo>
                          <a:pt x="147542" y="-2976"/>
                          <a:pt x="180213" y="-4977"/>
                          <a:pt x="203740" y="873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7AFFCAC7-856F-D614-08D5-367B6AB90ECC}"/>
                      </a:ext>
                    </a:extLst>
                  </p:cNvPr>
                  <p:cNvSpPr/>
                  <p:nvPr/>
                </p:nvSpPr>
                <p:spPr>
                  <a:xfrm>
                    <a:off x="4886801" y="3001517"/>
                    <a:ext cx="82391" cy="110585"/>
                  </a:xfrm>
                  <a:custGeom>
                    <a:avLst/>
                    <a:gdLst>
                      <a:gd name="csX0" fmla="*/ 82391 w 82391"/>
                      <a:gd name="csY0" fmla="*/ 110585 h 110585"/>
                      <a:gd name="csX1" fmla="*/ 38100 w 82391"/>
                      <a:gd name="csY1" fmla="*/ 84582 h 110585"/>
                      <a:gd name="csX2" fmla="*/ 0 w 82391"/>
                      <a:gd name="csY2" fmla="*/ 0 h 110585"/>
                      <a:gd name="csX3" fmla="*/ 46292 w 82391"/>
                      <a:gd name="csY3" fmla="*/ 26861 h 110585"/>
                      <a:gd name="csX4" fmla="*/ 82391 w 82391"/>
                      <a:gd name="csY4" fmla="*/ 110585 h 11058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391" h="110585">
                        <a:moveTo>
                          <a:pt x="82391" y="110585"/>
                        </a:moveTo>
                        <a:lnTo>
                          <a:pt x="38100" y="84582"/>
                        </a:lnTo>
                        <a:cubicBezTo>
                          <a:pt x="14383" y="71056"/>
                          <a:pt x="0" y="41815"/>
                          <a:pt x="0" y="0"/>
                        </a:cubicBezTo>
                        <a:lnTo>
                          <a:pt x="46292" y="26861"/>
                        </a:lnTo>
                        <a:cubicBezTo>
                          <a:pt x="45911" y="67818"/>
                          <a:pt x="59817" y="96584"/>
                          <a:pt x="82391" y="11058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0B6187E2-B6E4-79FC-9015-DB7BAF2F6360}"/>
                      </a:ext>
                    </a:extLst>
                  </p:cNvPr>
                  <p:cNvSpPr/>
                  <p:nvPr/>
                </p:nvSpPr>
                <p:spPr>
                  <a:xfrm>
                    <a:off x="4886325" y="2912554"/>
                    <a:ext cx="65246" cy="116205"/>
                  </a:xfrm>
                  <a:custGeom>
                    <a:avLst/>
                    <a:gdLst>
                      <a:gd name="csX0" fmla="*/ 19050 w 65246"/>
                      <a:gd name="csY0" fmla="*/ 0 h 116205"/>
                      <a:gd name="csX1" fmla="*/ 65246 w 65246"/>
                      <a:gd name="csY1" fmla="*/ 26861 h 116205"/>
                      <a:gd name="csX2" fmla="*/ 46196 w 65246"/>
                      <a:gd name="csY2" fmla="*/ 116205 h 116205"/>
                      <a:gd name="csX3" fmla="*/ 46196 w 65246"/>
                      <a:gd name="csY3" fmla="*/ 116205 h 116205"/>
                      <a:gd name="csX4" fmla="*/ 0 w 65246"/>
                      <a:gd name="csY4" fmla="*/ 89345 h 116205"/>
                      <a:gd name="csX5" fmla="*/ 19050 w 65246"/>
                      <a:gd name="csY5" fmla="*/ 0 h 1162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205">
                        <a:moveTo>
                          <a:pt x="19050" y="0"/>
                        </a:moveTo>
                        <a:lnTo>
                          <a:pt x="65246" y="26861"/>
                        </a:lnTo>
                        <a:cubicBezTo>
                          <a:pt x="53311" y="55172"/>
                          <a:pt x="46847" y="85488"/>
                          <a:pt x="46196" y="116205"/>
                        </a:cubicBezTo>
                        <a:lnTo>
                          <a:pt x="46196" y="116205"/>
                        </a:lnTo>
                        <a:lnTo>
                          <a:pt x="0" y="89345"/>
                        </a:lnTo>
                        <a:cubicBezTo>
                          <a:pt x="619" y="58623"/>
                          <a:pt x="7084" y="28301"/>
                          <a:pt x="19050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EFFAFECE-587C-3255-29E3-BE99CE81DA14}"/>
                      </a:ext>
                    </a:extLst>
                  </p:cNvPr>
                  <p:cNvSpPr/>
                  <p:nvPr/>
                </p:nvSpPr>
                <p:spPr>
                  <a:xfrm>
                    <a:off x="5032819" y="2843640"/>
                    <a:ext cx="114681" cy="202740"/>
                  </a:xfrm>
                  <a:custGeom>
                    <a:avLst/>
                    <a:gdLst>
                      <a:gd name="csX0" fmla="*/ 0 w 114681"/>
                      <a:gd name="csY0" fmla="*/ 101966 h 202740"/>
                      <a:gd name="csX1" fmla="*/ 23146 w 114681"/>
                      <a:gd name="csY1" fmla="*/ 46340 h 202740"/>
                      <a:gd name="csX2" fmla="*/ 23146 w 114681"/>
                      <a:gd name="csY2" fmla="*/ 10145 h 202740"/>
                      <a:gd name="csX3" fmla="*/ 48578 w 114681"/>
                      <a:gd name="csY3" fmla="*/ 5859 h 202740"/>
                      <a:gd name="csX4" fmla="*/ 51816 w 114681"/>
                      <a:gd name="csY4" fmla="*/ 50817 h 202740"/>
                      <a:gd name="csX5" fmla="*/ 98679 w 114681"/>
                      <a:gd name="csY5" fmla="*/ 23480 h 202740"/>
                      <a:gd name="csX6" fmla="*/ 112681 w 114681"/>
                      <a:gd name="csY6" fmla="*/ 32243 h 202740"/>
                      <a:gd name="csX7" fmla="*/ 105156 w 114681"/>
                      <a:gd name="csY7" fmla="*/ 52436 h 202740"/>
                      <a:gd name="csX8" fmla="*/ 114681 w 114681"/>
                      <a:gd name="csY8" fmla="*/ 61961 h 202740"/>
                      <a:gd name="csX9" fmla="*/ 103346 w 114681"/>
                      <a:gd name="csY9" fmla="*/ 84916 h 202740"/>
                      <a:gd name="csX10" fmla="*/ 106489 w 114681"/>
                      <a:gd name="csY10" fmla="*/ 96060 h 202740"/>
                      <a:gd name="csX11" fmla="*/ 93345 w 114681"/>
                      <a:gd name="csY11" fmla="*/ 119492 h 202740"/>
                      <a:gd name="csX12" fmla="*/ 95440 w 114681"/>
                      <a:gd name="csY12" fmla="*/ 130541 h 202740"/>
                      <a:gd name="csX13" fmla="*/ 78296 w 114681"/>
                      <a:gd name="csY13" fmla="*/ 157497 h 202740"/>
                      <a:gd name="csX14" fmla="*/ 762 w 114681"/>
                      <a:gd name="csY14" fmla="*/ 202740 h 2027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14681" h="202740">
                        <a:moveTo>
                          <a:pt x="0" y="101966"/>
                        </a:moveTo>
                        <a:cubicBezTo>
                          <a:pt x="0" y="101966"/>
                          <a:pt x="21146" y="53388"/>
                          <a:pt x="23146" y="46340"/>
                        </a:cubicBezTo>
                        <a:cubicBezTo>
                          <a:pt x="24155" y="34296"/>
                          <a:pt x="24155" y="22189"/>
                          <a:pt x="23146" y="10145"/>
                        </a:cubicBezTo>
                        <a:cubicBezTo>
                          <a:pt x="23146" y="5478"/>
                          <a:pt x="42196" y="-7476"/>
                          <a:pt x="48578" y="5859"/>
                        </a:cubicBezTo>
                        <a:cubicBezTo>
                          <a:pt x="54542" y="20088"/>
                          <a:pt x="55679" y="35880"/>
                          <a:pt x="51816" y="50817"/>
                        </a:cubicBezTo>
                        <a:lnTo>
                          <a:pt x="98679" y="23480"/>
                        </a:lnTo>
                        <a:cubicBezTo>
                          <a:pt x="108204" y="17670"/>
                          <a:pt x="112681" y="25861"/>
                          <a:pt x="112681" y="32243"/>
                        </a:cubicBezTo>
                        <a:cubicBezTo>
                          <a:pt x="112323" y="39591"/>
                          <a:pt x="109694" y="46646"/>
                          <a:pt x="105156" y="52436"/>
                        </a:cubicBezTo>
                        <a:cubicBezTo>
                          <a:pt x="105156" y="52436"/>
                          <a:pt x="114681" y="49578"/>
                          <a:pt x="114681" y="61961"/>
                        </a:cubicBezTo>
                        <a:cubicBezTo>
                          <a:pt x="114151" y="70827"/>
                          <a:pt x="110064" y="79105"/>
                          <a:pt x="103346" y="84916"/>
                        </a:cubicBezTo>
                        <a:cubicBezTo>
                          <a:pt x="103346" y="84916"/>
                          <a:pt x="106394" y="87297"/>
                          <a:pt x="106489" y="96060"/>
                        </a:cubicBezTo>
                        <a:cubicBezTo>
                          <a:pt x="105167" y="105231"/>
                          <a:pt x="100482" y="113583"/>
                          <a:pt x="93345" y="119492"/>
                        </a:cubicBezTo>
                        <a:cubicBezTo>
                          <a:pt x="94768" y="123000"/>
                          <a:pt x="95481" y="126755"/>
                          <a:pt x="95440" y="130541"/>
                        </a:cubicBezTo>
                        <a:cubicBezTo>
                          <a:pt x="94243" y="141709"/>
                          <a:pt x="87902" y="151677"/>
                          <a:pt x="78296" y="157497"/>
                        </a:cubicBezTo>
                        <a:lnTo>
                          <a:pt x="762" y="2027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41DAB4DA-5886-2431-CC9B-C1C6828A3C5D}"/>
                      </a:ext>
                    </a:extLst>
                  </p:cNvPr>
                  <p:cNvSpPr/>
                  <p:nvPr/>
                </p:nvSpPr>
                <p:spPr>
                  <a:xfrm>
                    <a:off x="4987861" y="2949225"/>
                    <a:ext cx="34290" cy="137159"/>
                  </a:xfrm>
                  <a:custGeom>
                    <a:avLst/>
                    <a:gdLst>
                      <a:gd name="csX0" fmla="*/ 476 w 34290"/>
                      <a:gd name="csY0" fmla="*/ 137160 h 137159"/>
                      <a:gd name="csX1" fmla="*/ 34290 w 34290"/>
                      <a:gd name="csY1" fmla="*/ 117443 h 137159"/>
                      <a:gd name="csX2" fmla="*/ 33814 w 34290"/>
                      <a:gd name="csY2" fmla="*/ 0 h 137159"/>
                      <a:gd name="csX3" fmla="*/ 0 w 34290"/>
                      <a:gd name="csY3" fmla="*/ 19621 h 137159"/>
                      <a:gd name="csX4" fmla="*/ 476 w 34290"/>
                      <a:gd name="csY4" fmla="*/ 137160 h 1371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4290" h="137159">
                        <a:moveTo>
                          <a:pt x="476" y="137160"/>
                        </a:moveTo>
                        <a:lnTo>
                          <a:pt x="34290" y="117443"/>
                        </a:lnTo>
                        <a:lnTo>
                          <a:pt x="33814" y="0"/>
                        </a:lnTo>
                        <a:lnTo>
                          <a:pt x="0" y="19621"/>
                        </a:lnTo>
                        <a:lnTo>
                          <a:pt x="476" y="1371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B347E0B9-D997-2C69-8053-B3F01216B8D0}"/>
                    </a:ext>
                  </a:extLst>
                </p:cNvPr>
                <p:cNvSpPr/>
                <p:nvPr/>
              </p:nvSpPr>
              <p:spPr>
                <a:xfrm>
                  <a:off x="3409378" y="1378779"/>
                  <a:ext cx="166973" cy="182463"/>
                </a:xfrm>
                <a:custGeom>
                  <a:avLst/>
                  <a:gdLst>
                    <a:gd name="csX0" fmla="*/ 83248 w 166973"/>
                    <a:gd name="csY0" fmla="*/ 182463 h 182463"/>
                    <a:gd name="csX1" fmla="*/ 104775 w 166973"/>
                    <a:gd name="csY1" fmla="*/ 180749 h 182463"/>
                    <a:gd name="csX2" fmla="*/ 166973 w 166973"/>
                    <a:gd name="csY2" fmla="*/ 126742 h 182463"/>
                    <a:gd name="csX3" fmla="*/ 123920 w 166973"/>
                    <a:gd name="csY3" fmla="*/ 52161 h 182463"/>
                    <a:gd name="csX4" fmla="*/ 83439 w 166973"/>
                    <a:gd name="csY4" fmla="*/ 61686 h 182463"/>
                    <a:gd name="csX5" fmla="*/ 43053 w 166973"/>
                    <a:gd name="csY5" fmla="*/ 5870 h 182463"/>
                    <a:gd name="csX6" fmla="*/ 0 w 166973"/>
                    <a:gd name="csY6" fmla="*/ 30730 h 182463"/>
                    <a:gd name="csX7" fmla="*/ 61817 w 166973"/>
                    <a:gd name="csY7" fmla="*/ 156079 h 1824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66973" h="182463">
                      <a:moveTo>
                        <a:pt x="83248" y="182463"/>
                      </a:moveTo>
                      <a:lnTo>
                        <a:pt x="104775" y="180749"/>
                      </a:lnTo>
                      <a:cubicBezTo>
                        <a:pt x="133350" y="178463"/>
                        <a:pt x="166973" y="167319"/>
                        <a:pt x="166973" y="126742"/>
                      </a:cubicBezTo>
                      <a:cubicBezTo>
                        <a:pt x="165321" y="96443"/>
                        <a:pt x="149332" y="68745"/>
                        <a:pt x="123920" y="52161"/>
                      </a:cubicBezTo>
                      <a:cubicBezTo>
                        <a:pt x="105346" y="41493"/>
                        <a:pt x="89535" y="45875"/>
                        <a:pt x="83439" y="61686"/>
                      </a:cubicBezTo>
                      <a:cubicBezTo>
                        <a:pt x="77413" y="38693"/>
                        <a:pt x="63008" y="18784"/>
                        <a:pt x="43053" y="5870"/>
                      </a:cubicBezTo>
                      <a:cubicBezTo>
                        <a:pt x="19241" y="-7846"/>
                        <a:pt x="0" y="3298"/>
                        <a:pt x="0" y="30730"/>
                      </a:cubicBezTo>
                      <a:cubicBezTo>
                        <a:pt x="0" y="70545"/>
                        <a:pt x="33623" y="120837"/>
                        <a:pt x="61817" y="15607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grpSp>
              <p:nvGrpSpPr>
                <p:cNvPr id="61" name="Graphic 5">
                  <a:extLst>
                    <a:ext uri="{FF2B5EF4-FFF2-40B4-BE49-F238E27FC236}">
                      <a16:creationId xmlns:a16="http://schemas.microsoft.com/office/drawing/2014/main" id="{6ABFABF4-B954-23D5-048D-9D7A8C2CDA61}"/>
                    </a:ext>
                  </a:extLst>
                </p:cNvPr>
                <p:cNvGrpSpPr/>
                <p:nvPr/>
              </p:nvGrpSpPr>
              <p:grpSpPr>
                <a:xfrm>
                  <a:off x="3909631" y="2730126"/>
                  <a:ext cx="307086" cy="364037"/>
                  <a:chOff x="3909631" y="2730126"/>
                  <a:chExt cx="307086" cy="364037"/>
                </a:xfrm>
              </p:grpSpPr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CCA9A7E7-B5BD-2DE5-CCEE-A153131EC26B}"/>
                      </a:ext>
                    </a:extLst>
                  </p:cNvPr>
                  <p:cNvSpPr/>
                  <p:nvPr/>
                </p:nvSpPr>
                <p:spPr>
                  <a:xfrm>
                    <a:off x="3910012" y="2730154"/>
                    <a:ext cx="306704" cy="364009"/>
                  </a:xfrm>
                  <a:custGeom>
                    <a:avLst/>
                    <a:gdLst>
                      <a:gd name="csX0" fmla="*/ 84011 w 306704"/>
                      <a:gd name="csY0" fmla="*/ 8664 h 364009"/>
                      <a:gd name="csX1" fmla="*/ 176308 w 306704"/>
                      <a:gd name="csY1" fmla="*/ 18189 h 364009"/>
                      <a:gd name="csX2" fmla="*/ 306705 w 306704"/>
                      <a:gd name="csY2" fmla="*/ 244122 h 364009"/>
                      <a:gd name="csX3" fmla="*/ 268605 w 306704"/>
                      <a:gd name="csY3" fmla="*/ 328704 h 364009"/>
                      <a:gd name="csX4" fmla="*/ 222599 w 306704"/>
                      <a:gd name="csY4" fmla="*/ 355374 h 364009"/>
                      <a:gd name="csX5" fmla="*/ 130397 w 306704"/>
                      <a:gd name="csY5" fmla="*/ 345849 h 364009"/>
                      <a:gd name="csX6" fmla="*/ 0 w 306704"/>
                      <a:gd name="csY6" fmla="*/ 119916 h 364009"/>
                      <a:gd name="csX7" fmla="*/ 38100 w 306704"/>
                      <a:gd name="csY7" fmla="*/ 35524 h 3640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704" h="364009">
                        <a:moveTo>
                          <a:pt x="84011" y="8664"/>
                        </a:moveTo>
                        <a:cubicBezTo>
                          <a:pt x="107633" y="-4957"/>
                          <a:pt x="140208" y="-3052"/>
                          <a:pt x="176308" y="18189"/>
                        </a:cubicBezTo>
                        <a:cubicBezTo>
                          <a:pt x="248317" y="59813"/>
                          <a:pt x="306705" y="161064"/>
                          <a:pt x="306705" y="244122"/>
                        </a:cubicBezTo>
                        <a:cubicBezTo>
                          <a:pt x="306705" y="285842"/>
                          <a:pt x="291941" y="315083"/>
                          <a:pt x="268605" y="328704"/>
                        </a:cubicBezTo>
                        <a:lnTo>
                          <a:pt x="222599" y="355374"/>
                        </a:lnTo>
                        <a:cubicBezTo>
                          <a:pt x="199072" y="368995"/>
                          <a:pt x="166402" y="366995"/>
                          <a:pt x="130397" y="345849"/>
                        </a:cubicBezTo>
                        <a:cubicBezTo>
                          <a:pt x="58388" y="304225"/>
                          <a:pt x="0" y="202974"/>
                          <a:pt x="0" y="119916"/>
                        </a:cubicBezTo>
                        <a:cubicBezTo>
                          <a:pt x="0" y="78292"/>
                          <a:pt x="14573" y="49145"/>
                          <a:pt x="38100" y="35524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BA411B8A-4175-4674-3869-3A3B97F11802}"/>
                      </a:ext>
                    </a:extLst>
                  </p:cNvPr>
                  <p:cNvSpPr/>
                  <p:nvPr/>
                </p:nvSpPr>
                <p:spPr>
                  <a:xfrm>
                    <a:off x="3909631" y="2757178"/>
                    <a:ext cx="260889" cy="336624"/>
                  </a:xfrm>
                  <a:custGeom>
                    <a:avLst/>
                    <a:gdLst>
                      <a:gd name="csX0" fmla="*/ 130397 w 260889"/>
                      <a:gd name="csY0" fmla="*/ 17549 h 336624"/>
                      <a:gd name="csX1" fmla="*/ 260890 w 260889"/>
                      <a:gd name="csY1" fmla="*/ 243482 h 336624"/>
                      <a:gd name="csX2" fmla="*/ 130397 w 260889"/>
                      <a:gd name="csY2" fmla="*/ 318825 h 336624"/>
                      <a:gd name="csX3" fmla="*/ 0 w 260889"/>
                      <a:gd name="csY3" fmla="*/ 92892 h 336624"/>
                      <a:gd name="csX4" fmla="*/ 130397 w 260889"/>
                      <a:gd name="csY4" fmla="*/ 17549 h 3366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89" h="336624">
                        <a:moveTo>
                          <a:pt x="130397" y="17549"/>
                        </a:moveTo>
                        <a:cubicBezTo>
                          <a:pt x="202502" y="59173"/>
                          <a:pt x="260890" y="160424"/>
                          <a:pt x="260890" y="243482"/>
                        </a:cubicBezTo>
                        <a:cubicBezTo>
                          <a:pt x="260890" y="326540"/>
                          <a:pt x="202406" y="360449"/>
                          <a:pt x="130397" y="318825"/>
                        </a:cubicBezTo>
                        <a:cubicBezTo>
                          <a:pt x="58388" y="277201"/>
                          <a:pt x="-95" y="175950"/>
                          <a:pt x="0" y="92892"/>
                        </a:cubicBezTo>
                        <a:cubicBezTo>
                          <a:pt x="95" y="9834"/>
                          <a:pt x="58484" y="-23504"/>
                          <a:pt x="130397" y="17549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0" name="Freeform: Shape 319">
                    <a:extLst>
                      <a:ext uri="{FF2B5EF4-FFF2-40B4-BE49-F238E27FC236}">
                        <a16:creationId xmlns:a16="http://schemas.microsoft.com/office/drawing/2014/main" id="{FE5F2F35-8E77-8C2D-5209-E888511E013F}"/>
                      </a:ext>
                    </a:extLst>
                  </p:cNvPr>
                  <p:cNvSpPr/>
                  <p:nvPr/>
                </p:nvSpPr>
                <p:spPr>
                  <a:xfrm>
                    <a:off x="3947826" y="2730126"/>
                    <a:ext cx="249840" cy="181189"/>
                  </a:xfrm>
                  <a:custGeom>
                    <a:avLst/>
                    <a:gdLst>
                      <a:gd name="csX0" fmla="*/ 46196 w 249840"/>
                      <a:gd name="csY0" fmla="*/ 8692 h 181189"/>
                      <a:gd name="csX1" fmla="*/ 0 w 249840"/>
                      <a:gd name="csY1" fmla="*/ 35552 h 181189"/>
                      <a:gd name="csX2" fmla="*/ 92202 w 249840"/>
                      <a:gd name="csY2" fmla="*/ 44601 h 181189"/>
                      <a:gd name="csX3" fmla="*/ 203645 w 249840"/>
                      <a:gd name="csY3" fmla="*/ 181190 h 181189"/>
                      <a:gd name="csX4" fmla="*/ 249841 w 249840"/>
                      <a:gd name="csY4" fmla="*/ 154424 h 181189"/>
                      <a:gd name="csX5" fmla="*/ 138398 w 249840"/>
                      <a:gd name="csY5" fmla="*/ 17836 h 181189"/>
                      <a:gd name="csX6" fmla="*/ 46196 w 249840"/>
                      <a:gd name="csY6" fmla="*/ 8692 h 1811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840" h="181189">
                        <a:moveTo>
                          <a:pt x="46196" y="8692"/>
                        </a:moveTo>
                        <a:lnTo>
                          <a:pt x="0" y="35552"/>
                        </a:lnTo>
                        <a:cubicBezTo>
                          <a:pt x="23622" y="21837"/>
                          <a:pt x="56197" y="23837"/>
                          <a:pt x="92202" y="44601"/>
                        </a:cubicBezTo>
                        <a:cubicBezTo>
                          <a:pt x="139351" y="71843"/>
                          <a:pt x="180689" y="124706"/>
                          <a:pt x="203645" y="181190"/>
                        </a:cubicBezTo>
                        <a:lnTo>
                          <a:pt x="249841" y="154424"/>
                        </a:lnTo>
                        <a:cubicBezTo>
                          <a:pt x="226981" y="97846"/>
                          <a:pt x="186023" y="45077"/>
                          <a:pt x="138398" y="17836"/>
                        </a:cubicBezTo>
                        <a:cubicBezTo>
                          <a:pt x="102394" y="-3024"/>
                          <a:pt x="69818" y="-4929"/>
                          <a:pt x="46196" y="869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1" name="Freeform: Shape 320">
                    <a:extLst>
                      <a:ext uri="{FF2B5EF4-FFF2-40B4-BE49-F238E27FC236}">
                        <a16:creationId xmlns:a16="http://schemas.microsoft.com/office/drawing/2014/main" id="{1B64E6DC-E93F-C629-9F1B-087557031A45}"/>
                      </a:ext>
                    </a:extLst>
                  </p:cNvPr>
                  <p:cNvSpPr/>
                  <p:nvPr/>
                </p:nvSpPr>
                <p:spPr>
                  <a:xfrm>
                    <a:off x="4133850" y="2973895"/>
                    <a:ext cx="82295" cy="110204"/>
                  </a:xfrm>
                  <a:custGeom>
                    <a:avLst/>
                    <a:gdLst>
                      <a:gd name="csX0" fmla="*/ 0 w 82295"/>
                      <a:gd name="csY0" fmla="*/ 110204 h 110204"/>
                      <a:gd name="csX1" fmla="*/ 44196 w 82295"/>
                      <a:gd name="csY1" fmla="*/ 84582 h 110204"/>
                      <a:gd name="csX2" fmla="*/ 82296 w 82295"/>
                      <a:gd name="csY2" fmla="*/ 0 h 110204"/>
                      <a:gd name="csX3" fmla="*/ 36671 w 82295"/>
                      <a:gd name="csY3" fmla="*/ 26479 h 110204"/>
                      <a:gd name="csX4" fmla="*/ 0 w 82295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295" h="110204">
                        <a:moveTo>
                          <a:pt x="0" y="110204"/>
                        </a:moveTo>
                        <a:lnTo>
                          <a:pt x="44196" y="84582"/>
                        </a:lnTo>
                        <a:cubicBezTo>
                          <a:pt x="67913" y="70961"/>
                          <a:pt x="82296" y="41720"/>
                          <a:pt x="82296" y="0"/>
                        </a:cubicBezTo>
                        <a:lnTo>
                          <a:pt x="36671" y="26479"/>
                        </a:lnTo>
                        <a:cubicBezTo>
                          <a:pt x="36576" y="67342"/>
                          <a:pt x="22670" y="96203"/>
                          <a:pt x="0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2" name="Freeform: Shape 321">
                    <a:extLst>
                      <a:ext uri="{FF2B5EF4-FFF2-40B4-BE49-F238E27FC236}">
                        <a16:creationId xmlns:a16="http://schemas.microsoft.com/office/drawing/2014/main" id="{1D86E97B-A81A-60DA-86F2-08038118CD2A}"/>
                      </a:ext>
                    </a:extLst>
                  </p:cNvPr>
                  <p:cNvSpPr/>
                  <p:nvPr/>
                </p:nvSpPr>
                <p:spPr>
                  <a:xfrm>
                    <a:off x="4151471" y="2884550"/>
                    <a:ext cx="65246" cy="116109"/>
                  </a:xfrm>
                  <a:custGeom>
                    <a:avLst/>
                    <a:gdLst>
                      <a:gd name="csX0" fmla="*/ 46196 w 65246"/>
                      <a:gd name="csY0" fmla="*/ 0 h 116109"/>
                      <a:gd name="csX1" fmla="*/ 0 w 65246"/>
                      <a:gd name="csY1" fmla="*/ 26765 h 116109"/>
                      <a:gd name="csX2" fmla="*/ 19050 w 65246"/>
                      <a:gd name="csY2" fmla="*/ 116110 h 116109"/>
                      <a:gd name="csX3" fmla="*/ 19050 w 65246"/>
                      <a:gd name="csY3" fmla="*/ 116110 h 116109"/>
                      <a:gd name="csX4" fmla="*/ 65246 w 65246"/>
                      <a:gd name="csY4" fmla="*/ 89249 h 116109"/>
                      <a:gd name="csX5" fmla="*/ 46196 w 65246"/>
                      <a:gd name="csY5" fmla="*/ 0 h 1161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109">
                        <a:moveTo>
                          <a:pt x="46196" y="0"/>
                        </a:moveTo>
                        <a:lnTo>
                          <a:pt x="0" y="26765"/>
                        </a:lnTo>
                        <a:cubicBezTo>
                          <a:pt x="11966" y="55067"/>
                          <a:pt x="18431" y="85389"/>
                          <a:pt x="19050" y="116110"/>
                        </a:cubicBezTo>
                        <a:lnTo>
                          <a:pt x="19050" y="116110"/>
                        </a:lnTo>
                        <a:lnTo>
                          <a:pt x="65246" y="89249"/>
                        </a:lnTo>
                        <a:cubicBezTo>
                          <a:pt x="64615" y="58560"/>
                          <a:pt x="58150" y="28272"/>
                          <a:pt x="46196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3" name="Freeform: Shape 322">
                    <a:extLst>
                      <a:ext uri="{FF2B5EF4-FFF2-40B4-BE49-F238E27FC236}">
                        <a16:creationId xmlns:a16="http://schemas.microsoft.com/office/drawing/2014/main" id="{3B8EE3B8-B9AA-4DE1-723F-C8121F2E48F9}"/>
                      </a:ext>
                    </a:extLst>
                  </p:cNvPr>
                  <p:cNvSpPr/>
                  <p:nvPr/>
                </p:nvSpPr>
                <p:spPr>
                  <a:xfrm>
                    <a:off x="3998975" y="2835520"/>
                    <a:ext cx="98394" cy="149019"/>
                  </a:xfrm>
                  <a:custGeom>
                    <a:avLst/>
                    <a:gdLst>
                      <a:gd name="csX0" fmla="*/ 0 w 98394"/>
                      <a:gd name="csY0" fmla="*/ 7025 h 149019"/>
                      <a:gd name="csX1" fmla="*/ 0 w 98394"/>
                      <a:gd name="csY1" fmla="*/ 133422 h 149019"/>
                      <a:gd name="csX2" fmla="*/ 8382 w 98394"/>
                      <a:gd name="csY2" fmla="*/ 148947 h 149019"/>
                      <a:gd name="csX3" fmla="*/ 95917 w 98394"/>
                      <a:gd name="csY3" fmla="*/ 132088 h 149019"/>
                      <a:gd name="csX4" fmla="*/ 91440 w 98394"/>
                      <a:gd name="csY4" fmla="*/ 113038 h 149019"/>
                      <a:gd name="csX5" fmla="*/ 12859 w 98394"/>
                      <a:gd name="csY5" fmla="*/ 7120 h 149019"/>
                      <a:gd name="csX6" fmla="*/ 0 w 98394"/>
                      <a:gd name="csY6" fmla="*/ 7025 h 1490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98394" h="149019">
                        <a:moveTo>
                          <a:pt x="0" y="7025"/>
                        </a:moveTo>
                        <a:lnTo>
                          <a:pt x="0" y="133422"/>
                        </a:lnTo>
                        <a:cubicBezTo>
                          <a:pt x="0" y="142947"/>
                          <a:pt x="3715" y="149805"/>
                          <a:pt x="8382" y="148947"/>
                        </a:cubicBezTo>
                        <a:lnTo>
                          <a:pt x="95917" y="132088"/>
                        </a:lnTo>
                        <a:cubicBezTo>
                          <a:pt x="100489" y="131135"/>
                          <a:pt x="98584" y="122563"/>
                          <a:pt x="91440" y="113038"/>
                        </a:cubicBezTo>
                        <a:lnTo>
                          <a:pt x="12859" y="7120"/>
                        </a:lnTo>
                        <a:cubicBezTo>
                          <a:pt x="5715" y="-2310"/>
                          <a:pt x="0" y="-2405"/>
                          <a:pt x="0" y="70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24" name="Graphic 5">
                  <a:extLst>
                    <a:ext uri="{FF2B5EF4-FFF2-40B4-BE49-F238E27FC236}">
                      <a16:creationId xmlns:a16="http://schemas.microsoft.com/office/drawing/2014/main" id="{2F26D97C-871B-2025-5270-71722759E6E2}"/>
                    </a:ext>
                  </a:extLst>
                </p:cNvPr>
                <p:cNvGrpSpPr/>
                <p:nvPr/>
              </p:nvGrpSpPr>
              <p:grpSpPr>
                <a:xfrm>
                  <a:off x="2852546" y="1078825"/>
                  <a:ext cx="307086" cy="364124"/>
                  <a:chOff x="2852546" y="1078825"/>
                  <a:chExt cx="307086" cy="364124"/>
                </a:xfrm>
              </p:grpSpPr>
              <p:sp>
                <p:nvSpPr>
                  <p:cNvPr id="325" name="Freeform: Shape 324">
                    <a:extLst>
                      <a:ext uri="{FF2B5EF4-FFF2-40B4-BE49-F238E27FC236}">
                        <a16:creationId xmlns:a16="http://schemas.microsoft.com/office/drawing/2014/main" id="{6C923A7D-8BEB-B5F5-B51D-FF1B3553789A}"/>
                      </a:ext>
                    </a:extLst>
                  </p:cNvPr>
                  <p:cNvSpPr/>
                  <p:nvPr/>
                </p:nvSpPr>
                <p:spPr>
                  <a:xfrm>
                    <a:off x="2852927" y="1078825"/>
                    <a:ext cx="306705" cy="363637"/>
                  </a:xfrm>
                  <a:custGeom>
                    <a:avLst/>
                    <a:gdLst>
                      <a:gd name="csX0" fmla="*/ 84011 w 306705"/>
                      <a:gd name="csY0" fmla="*/ 8739 h 363637"/>
                      <a:gd name="csX1" fmla="*/ 176308 w 306705"/>
                      <a:gd name="csY1" fmla="*/ 17788 h 363637"/>
                      <a:gd name="csX2" fmla="*/ 306705 w 306705"/>
                      <a:gd name="csY2" fmla="*/ 243721 h 363637"/>
                      <a:gd name="csX3" fmla="*/ 268605 w 306705"/>
                      <a:gd name="csY3" fmla="*/ 328303 h 363637"/>
                      <a:gd name="csX4" fmla="*/ 222695 w 306705"/>
                      <a:gd name="csY4" fmla="*/ 354973 h 363637"/>
                      <a:gd name="csX5" fmla="*/ 130397 w 306705"/>
                      <a:gd name="csY5" fmla="*/ 345448 h 363637"/>
                      <a:gd name="csX6" fmla="*/ 0 w 306705"/>
                      <a:gd name="csY6" fmla="*/ 119515 h 363637"/>
                      <a:gd name="csX7" fmla="*/ 38100 w 306705"/>
                      <a:gd name="csY7" fmla="*/ 35124 h 36363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705" h="363637">
                        <a:moveTo>
                          <a:pt x="84011" y="8739"/>
                        </a:moveTo>
                        <a:cubicBezTo>
                          <a:pt x="107633" y="-4977"/>
                          <a:pt x="140208" y="-2976"/>
                          <a:pt x="176308" y="17788"/>
                        </a:cubicBezTo>
                        <a:cubicBezTo>
                          <a:pt x="248317" y="59412"/>
                          <a:pt x="306705" y="160663"/>
                          <a:pt x="306705" y="243721"/>
                        </a:cubicBezTo>
                        <a:cubicBezTo>
                          <a:pt x="306705" y="285536"/>
                          <a:pt x="292037" y="314778"/>
                          <a:pt x="268605" y="328303"/>
                        </a:cubicBezTo>
                        <a:lnTo>
                          <a:pt x="222695" y="354973"/>
                        </a:lnTo>
                        <a:cubicBezTo>
                          <a:pt x="199073" y="368594"/>
                          <a:pt x="166497" y="366689"/>
                          <a:pt x="130397" y="345448"/>
                        </a:cubicBezTo>
                        <a:cubicBezTo>
                          <a:pt x="58388" y="303919"/>
                          <a:pt x="0" y="202573"/>
                          <a:pt x="0" y="119515"/>
                        </a:cubicBezTo>
                        <a:cubicBezTo>
                          <a:pt x="0" y="77986"/>
                          <a:pt x="14573" y="48744"/>
                          <a:pt x="38100" y="35124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6" name="Freeform: Shape 325">
                    <a:extLst>
                      <a:ext uri="{FF2B5EF4-FFF2-40B4-BE49-F238E27FC236}">
                        <a16:creationId xmlns:a16="http://schemas.microsoft.com/office/drawing/2014/main" id="{E841B835-A937-3813-5F4A-73E0FB948EF2}"/>
                      </a:ext>
                    </a:extLst>
                  </p:cNvPr>
                  <p:cNvSpPr/>
                  <p:nvPr/>
                </p:nvSpPr>
                <p:spPr>
                  <a:xfrm>
                    <a:off x="2852546" y="1105922"/>
                    <a:ext cx="260889" cy="337027"/>
                  </a:xfrm>
                  <a:custGeom>
                    <a:avLst/>
                    <a:gdLst>
                      <a:gd name="csX0" fmla="*/ 130493 w 260889"/>
                      <a:gd name="csY0" fmla="*/ 18028 h 337027"/>
                      <a:gd name="csX1" fmla="*/ 260890 w 260889"/>
                      <a:gd name="csY1" fmla="*/ 243961 h 337027"/>
                      <a:gd name="csX2" fmla="*/ 130397 w 260889"/>
                      <a:gd name="csY2" fmla="*/ 319208 h 337027"/>
                      <a:gd name="csX3" fmla="*/ 0 w 260889"/>
                      <a:gd name="csY3" fmla="*/ 93275 h 337027"/>
                      <a:gd name="csX4" fmla="*/ 130493 w 260889"/>
                      <a:gd name="csY4" fmla="*/ 18028 h 33702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89" h="337027">
                        <a:moveTo>
                          <a:pt x="130493" y="18028"/>
                        </a:moveTo>
                        <a:cubicBezTo>
                          <a:pt x="202502" y="59652"/>
                          <a:pt x="260890" y="160903"/>
                          <a:pt x="260890" y="243961"/>
                        </a:cubicBezTo>
                        <a:cubicBezTo>
                          <a:pt x="260890" y="327019"/>
                          <a:pt x="202502" y="360833"/>
                          <a:pt x="130397" y="319208"/>
                        </a:cubicBezTo>
                        <a:cubicBezTo>
                          <a:pt x="58293" y="277584"/>
                          <a:pt x="-95" y="176333"/>
                          <a:pt x="0" y="93275"/>
                        </a:cubicBezTo>
                        <a:cubicBezTo>
                          <a:pt x="95" y="10217"/>
                          <a:pt x="58484" y="-24073"/>
                          <a:pt x="130493" y="18028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7" name="Freeform: Shape 326">
                    <a:extLst>
                      <a:ext uri="{FF2B5EF4-FFF2-40B4-BE49-F238E27FC236}">
                        <a16:creationId xmlns:a16="http://schemas.microsoft.com/office/drawing/2014/main" id="{B25F9509-B6D6-FA6D-56DF-58668D3653D5}"/>
                      </a:ext>
                    </a:extLst>
                  </p:cNvPr>
                  <p:cNvSpPr/>
                  <p:nvPr/>
                </p:nvSpPr>
                <p:spPr>
                  <a:xfrm>
                    <a:off x="2890742" y="1078970"/>
                    <a:ext cx="249840" cy="181568"/>
                  </a:xfrm>
                  <a:custGeom>
                    <a:avLst/>
                    <a:gdLst>
                      <a:gd name="csX0" fmla="*/ 46196 w 249840"/>
                      <a:gd name="csY0" fmla="*/ 8594 h 181568"/>
                      <a:gd name="csX1" fmla="*/ 0 w 249840"/>
                      <a:gd name="csY1" fmla="*/ 35455 h 181568"/>
                      <a:gd name="csX2" fmla="*/ 92202 w 249840"/>
                      <a:gd name="csY2" fmla="*/ 44980 h 181568"/>
                      <a:gd name="csX3" fmla="*/ 203645 w 249840"/>
                      <a:gd name="csY3" fmla="*/ 181568 h 181568"/>
                      <a:gd name="csX4" fmla="*/ 249841 w 249840"/>
                      <a:gd name="csY4" fmla="*/ 154708 h 181568"/>
                      <a:gd name="csX5" fmla="*/ 138208 w 249840"/>
                      <a:gd name="csY5" fmla="*/ 17643 h 181568"/>
                      <a:gd name="csX6" fmla="*/ 46196 w 249840"/>
                      <a:gd name="csY6" fmla="*/ 8594 h 1815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840" h="181568">
                        <a:moveTo>
                          <a:pt x="46196" y="8594"/>
                        </a:moveTo>
                        <a:lnTo>
                          <a:pt x="0" y="35455"/>
                        </a:lnTo>
                        <a:cubicBezTo>
                          <a:pt x="23622" y="21834"/>
                          <a:pt x="56198" y="23739"/>
                          <a:pt x="92202" y="44980"/>
                        </a:cubicBezTo>
                        <a:cubicBezTo>
                          <a:pt x="139827" y="72221"/>
                          <a:pt x="180785" y="124990"/>
                          <a:pt x="203645" y="181568"/>
                        </a:cubicBezTo>
                        <a:lnTo>
                          <a:pt x="249841" y="154708"/>
                        </a:lnTo>
                        <a:cubicBezTo>
                          <a:pt x="226981" y="97653"/>
                          <a:pt x="185833" y="44980"/>
                          <a:pt x="138208" y="17643"/>
                        </a:cubicBezTo>
                        <a:cubicBezTo>
                          <a:pt x="102394" y="-2645"/>
                          <a:pt x="69818" y="-5122"/>
                          <a:pt x="46196" y="859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8" name="Freeform: Shape 327">
                    <a:extLst>
                      <a:ext uri="{FF2B5EF4-FFF2-40B4-BE49-F238E27FC236}">
                        <a16:creationId xmlns:a16="http://schemas.microsoft.com/office/drawing/2014/main" id="{365AC7E2-2D8B-6C55-1B36-4A64E0D1930A}"/>
                      </a:ext>
                    </a:extLst>
                  </p:cNvPr>
                  <p:cNvSpPr/>
                  <p:nvPr/>
                </p:nvSpPr>
                <p:spPr>
                  <a:xfrm>
                    <a:off x="3076575" y="1322546"/>
                    <a:ext cx="82295" cy="110204"/>
                  </a:xfrm>
                  <a:custGeom>
                    <a:avLst/>
                    <a:gdLst>
                      <a:gd name="csX0" fmla="*/ 0 w 82295"/>
                      <a:gd name="csY0" fmla="*/ 110204 h 110204"/>
                      <a:gd name="csX1" fmla="*/ 44196 w 82295"/>
                      <a:gd name="csY1" fmla="*/ 84582 h 110204"/>
                      <a:gd name="csX2" fmla="*/ 82296 w 82295"/>
                      <a:gd name="csY2" fmla="*/ 0 h 110204"/>
                      <a:gd name="csX3" fmla="*/ 36100 w 82295"/>
                      <a:gd name="csY3" fmla="*/ 26860 h 110204"/>
                      <a:gd name="csX4" fmla="*/ 0 w 82295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295" h="110204">
                        <a:moveTo>
                          <a:pt x="0" y="110204"/>
                        </a:moveTo>
                        <a:lnTo>
                          <a:pt x="44196" y="84582"/>
                        </a:lnTo>
                        <a:cubicBezTo>
                          <a:pt x="68008" y="71056"/>
                          <a:pt x="82296" y="41815"/>
                          <a:pt x="82296" y="0"/>
                        </a:cubicBezTo>
                        <a:lnTo>
                          <a:pt x="36100" y="26860"/>
                        </a:lnTo>
                        <a:cubicBezTo>
                          <a:pt x="36862" y="67437"/>
                          <a:pt x="22955" y="96679"/>
                          <a:pt x="0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29" name="Freeform: Shape 328">
                    <a:extLst>
                      <a:ext uri="{FF2B5EF4-FFF2-40B4-BE49-F238E27FC236}">
                        <a16:creationId xmlns:a16="http://schemas.microsoft.com/office/drawing/2014/main" id="{2DD35B7E-D203-A27A-FD98-40079A3BD344}"/>
                      </a:ext>
                    </a:extLst>
                  </p:cNvPr>
                  <p:cNvSpPr/>
                  <p:nvPr/>
                </p:nvSpPr>
                <p:spPr>
                  <a:xfrm>
                    <a:off x="3094386" y="1233201"/>
                    <a:ext cx="65246" cy="116204"/>
                  </a:xfrm>
                  <a:custGeom>
                    <a:avLst/>
                    <a:gdLst>
                      <a:gd name="csX0" fmla="*/ 46196 w 65246"/>
                      <a:gd name="csY0" fmla="*/ 0 h 116204"/>
                      <a:gd name="csX1" fmla="*/ 0 w 65246"/>
                      <a:gd name="csY1" fmla="*/ 26860 h 116204"/>
                      <a:gd name="csX2" fmla="*/ 19050 w 65246"/>
                      <a:gd name="csY2" fmla="*/ 116205 h 116204"/>
                      <a:gd name="csX3" fmla="*/ 19050 w 65246"/>
                      <a:gd name="csY3" fmla="*/ 116205 h 116204"/>
                      <a:gd name="csX4" fmla="*/ 65246 w 65246"/>
                      <a:gd name="csY4" fmla="*/ 89344 h 116204"/>
                      <a:gd name="csX5" fmla="*/ 46196 w 65246"/>
                      <a:gd name="csY5" fmla="*/ 0 h 116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204">
                        <a:moveTo>
                          <a:pt x="46196" y="0"/>
                        </a:moveTo>
                        <a:lnTo>
                          <a:pt x="0" y="26860"/>
                        </a:lnTo>
                        <a:cubicBezTo>
                          <a:pt x="11966" y="55162"/>
                          <a:pt x="18431" y="85484"/>
                          <a:pt x="19050" y="116205"/>
                        </a:cubicBezTo>
                        <a:lnTo>
                          <a:pt x="19050" y="116205"/>
                        </a:lnTo>
                        <a:lnTo>
                          <a:pt x="65246" y="89344"/>
                        </a:lnTo>
                        <a:cubicBezTo>
                          <a:pt x="64628" y="58623"/>
                          <a:pt x="58162" y="28302"/>
                          <a:pt x="46196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0" name="Freeform: Shape 329">
                    <a:extLst>
                      <a:ext uri="{FF2B5EF4-FFF2-40B4-BE49-F238E27FC236}">
                        <a16:creationId xmlns:a16="http://schemas.microsoft.com/office/drawing/2014/main" id="{24D4CCF3-04F6-1219-CC12-DAB4DC0B0D34}"/>
                      </a:ext>
                    </a:extLst>
                  </p:cNvPr>
                  <p:cNvSpPr/>
                  <p:nvPr/>
                </p:nvSpPr>
                <p:spPr>
                  <a:xfrm>
                    <a:off x="2926357" y="1162526"/>
                    <a:ext cx="109069" cy="222866"/>
                  </a:xfrm>
                  <a:custGeom>
                    <a:avLst/>
                    <a:gdLst>
                      <a:gd name="csX0" fmla="*/ 26393 w 109069"/>
                      <a:gd name="csY0" fmla="*/ 0 h 222866"/>
                      <a:gd name="csX1" fmla="*/ 26393 w 109069"/>
                      <a:gd name="csY1" fmla="*/ 129540 h 222866"/>
                      <a:gd name="csX2" fmla="*/ 17820 w 109069"/>
                      <a:gd name="csY2" fmla="*/ 122968 h 222866"/>
                      <a:gd name="csX3" fmla="*/ 9 w 109069"/>
                      <a:gd name="csY3" fmla="*/ 140113 h 222866"/>
                      <a:gd name="csX4" fmla="*/ 17820 w 109069"/>
                      <a:gd name="csY4" fmla="*/ 177736 h 222866"/>
                      <a:gd name="csX5" fmla="*/ 39442 w 109069"/>
                      <a:gd name="csY5" fmla="*/ 162687 h 222866"/>
                      <a:gd name="csX6" fmla="*/ 39442 w 109069"/>
                      <a:gd name="csY6" fmla="*/ 43910 h 222866"/>
                      <a:gd name="csX7" fmla="*/ 96592 w 109069"/>
                      <a:gd name="csY7" fmla="*/ 77438 h 222866"/>
                      <a:gd name="csX8" fmla="*/ 96592 w 109069"/>
                      <a:gd name="csY8" fmla="*/ 170402 h 222866"/>
                      <a:gd name="csX9" fmla="*/ 88020 w 109069"/>
                      <a:gd name="csY9" fmla="*/ 163830 h 222866"/>
                      <a:gd name="csX10" fmla="*/ 73446 w 109069"/>
                      <a:gd name="csY10" fmla="*/ 182880 h 222866"/>
                      <a:gd name="csX11" fmla="*/ 91258 w 109069"/>
                      <a:gd name="csY11" fmla="*/ 220980 h 222866"/>
                      <a:gd name="csX12" fmla="*/ 109070 w 109069"/>
                      <a:gd name="csY12" fmla="*/ 203835 h 222866"/>
                      <a:gd name="csX13" fmla="*/ 109070 w 109069"/>
                      <a:gd name="csY13" fmla="*/ 203835 h 222866"/>
                      <a:gd name="csX14" fmla="*/ 109070 w 109069"/>
                      <a:gd name="csY14" fmla="*/ 48577 h 2228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09069" h="222866">
                        <a:moveTo>
                          <a:pt x="26393" y="0"/>
                        </a:moveTo>
                        <a:lnTo>
                          <a:pt x="26393" y="129540"/>
                        </a:lnTo>
                        <a:cubicBezTo>
                          <a:pt x="23811" y="127011"/>
                          <a:pt x="20933" y="124804"/>
                          <a:pt x="17820" y="122968"/>
                        </a:cubicBezTo>
                        <a:cubicBezTo>
                          <a:pt x="8295" y="117253"/>
                          <a:pt x="9" y="124968"/>
                          <a:pt x="9" y="140113"/>
                        </a:cubicBezTo>
                        <a:cubicBezTo>
                          <a:pt x="-271" y="154751"/>
                          <a:pt x="6321" y="168675"/>
                          <a:pt x="17820" y="177736"/>
                        </a:cubicBezTo>
                        <a:cubicBezTo>
                          <a:pt x="27345" y="183451"/>
                          <a:pt x="39442" y="177736"/>
                          <a:pt x="39442" y="162687"/>
                        </a:cubicBezTo>
                        <a:lnTo>
                          <a:pt x="39442" y="43910"/>
                        </a:lnTo>
                        <a:lnTo>
                          <a:pt x="96592" y="77438"/>
                        </a:lnTo>
                        <a:lnTo>
                          <a:pt x="96592" y="170402"/>
                        </a:lnTo>
                        <a:cubicBezTo>
                          <a:pt x="93986" y="167902"/>
                          <a:pt x="91111" y="165698"/>
                          <a:pt x="88020" y="163830"/>
                        </a:cubicBezTo>
                        <a:cubicBezTo>
                          <a:pt x="78495" y="158115"/>
                          <a:pt x="73446" y="167545"/>
                          <a:pt x="73446" y="182880"/>
                        </a:cubicBezTo>
                        <a:cubicBezTo>
                          <a:pt x="73046" y="197678"/>
                          <a:pt x="79647" y="211797"/>
                          <a:pt x="91258" y="220980"/>
                        </a:cubicBezTo>
                        <a:cubicBezTo>
                          <a:pt x="100783" y="226695"/>
                          <a:pt x="109070" y="218980"/>
                          <a:pt x="109070" y="203835"/>
                        </a:cubicBezTo>
                        <a:lnTo>
                          <a:pt x="109070" y="203835"/>
                        </a:lnTo>
                        <a:lnTo>
                          <a:pt x="109070" y="485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31" name="Graphic 5">
                  <a:extLst>
                    <a:ext uri="{FF2B5EF4-FFF2-40B4-BE49-F238E27FC236}">
                      <a16:creationId xmlns:a16="http://schemas.microsoft.com/office/drawing/2014/main" id="{A3F9C010-5AB4-DF40-8DAE-E321F475DC3D}"/>
                    </a:ext>
                  </a:extLst>
                </p:cNvPr>
                <p:cNvGrpSpPr/>
                <p:nvPr/>
              </p:nvGrpSpPr>
              <p:grpSpPr>
                <a:xfrm>
                  <a:off x="5938742" y="2204374"/>
                  <a:ext cx="306800" cy="364009"/>
                  <a:chOff x="5938742" y="2204374"/>
                  <a:chExt cx="306800" cy="364009"/>
                </a:xfrm>
              </p:grpSpPr>
              <p:sp>
                <p:nvSpPr>
                  <p:cNvPr id="332" name="Freeform: Shape 331">
                    <a:extLst>
                      <a:ext uri="{FF2B5EF4-FFF2-40B4-BE49-F238E27FC236}">
                        <a16:creationId xmlns:a16="http://schemas.microsoft.com/office/drawing/2014/main" id="{B331A20F-69E5-1059-1475-2616805D5288}"/>
                      </a:ext>
                    </a:extLst>
                  </p:cNvPr>
                  <p:cNvSpPr/>
                  <p:nvPr/>
                </p:nvSpPr>
                <p:spPr>
                  <a:xfrm>
                    <a:off x="5938742" y="2204374"/>
                    <a:ext cx="306705" cy="364009"/>
                  </a:xfrm>
                  <a:custGeom>
                    <a:avLst/>
                    <a:gdLst>
                      <a:gd name="csX0" fmla="*/ 222695 w 306705"/>
                      <a:gd name="csY0" fmla="*/ 8664 h 364009"/>
                      <a:gd name="csX1" fmla="*/ 130397 w 306705"/>
                      <a:gd name="csY1" fmla="*/ 18189 h 364009"/>
                      <a:gd name="csX2" fmla="*/ 0 w 306705"/>
                      <a:gd name="csY2" fmla="*/ 244122 h 364009"/>
                      <a:gd name="csX3" fmla="*/ 38100 w 306705"/>
                      <a:gd name="csY3" fmla="*/ 328704 h 364009"/>
                      <a:gd name="csX4" fmla="*/ 84011 w 306705"/>
                      <a:gd name="csY4" fmla="*/ 355374 h 364009"/>
                      <a:gd name="csX5" fmla="*/ 176213 w 306705"/>
                      <a:gd name="csY5" fmla="*/ 345849 h 364009"/>
                      <a:gd name="csX6" fmla="*/ 306705 w 306705"/>
                      <a:gd name="csY6" fmla="*/ 119916 h 364009"/>
                      <a:gd name="csX7" fmla="*/ 268605 w 306705"/>
                      <a:gd name="csY7" fmla="*/ 35525 h 3640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06705" h="364009">
                        <a:moveTo>
                          <a:pt x="222695" y="8664"/>
                        </a:moveTo>
                        <a:cubicBezTo>
                          <a:pt x="199073" y="-4957"/>
                          <a:pt x="166402" y="-3052"/>
                          <a:pt x="130397" y="18189"/>
                        </a:cubicBezTo>
                        <a:cubicBezTo>
                          <a:pt x="58388" y="59813"/>
                          <a:pt x="0" y="161064"/>
                          <a:pt x="0" y="244122"/>
                        </a:cubicBezTo>
                        <a:cubicBezTo>
                          <a:pt x="0" y="285842"/>
                          <a:pt x="14669" y="315083"/>
                          <a:pt x="38100" y="328704"/>
                        </a:cubicBezTo>
                        <a:lnTo>
                          <a:pt x="84011" y="355374"/>
                        </a:lnTo>
                        <a:cubicBezTo>
                          <a:pt x="107633" y="368995"/>
                          <a:pt x="140208" y="366995"/>
                          <a:pt x="176213" y="345849"/>
                        </a:cubicBezTo>
                        <a:cubicBezTo>
                          <a:pt x="248317" y="304225"/>
                          <a:pt x="306705" y="202974"/>
                          <a:pt x="306705" y="119916"/>
                        </a:cubicBezTo>
                        <a:cubicBezTo>
                          <a:pt x="306705" y="78292"/>
                          <a:pt x="292132" y="49145"/>
                          <a:pt x="268605" y="35525"/>
                        </a:cubicBezTo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3" name="Freeform: Shape 332">
                    <a:extLst>
                      <a:ext uri="{FF2B5EF4-FFF2-40B4-BE49-F238E27FC236}">
                        <a16:creationId xmlns:a16="http://schemas.microsoft.com/office/drawing/2014/main" id="{B91C5573-1E33-7DEB-BA44-C9B514E1E025}"/>
                      </a:ext>
                    </a:extLst>
                  </p:cNvPr>
                  <p:cNvSpPr/>
                  <p:nvPr/>
                </p:nvSpPr>
                <p:spPr>
                  <a:xfrm>
                    <a:off x="5984652" y="2231189"/>
                    <a:ext cx="260890" cy="336833"/>
                  </a:xfrm>
                  <a:custGeom>
                    <a:avLst/>
                    <a:gdLst>
                      <a:gd name="csX0" fmla="*/ 130397 w 260890"/>
                      <a:gd name="csY0" fmla="*/ 17758 h 336833"/>
                      <a:gd name="csX1" fmla="*/ 0 w 260890"/>
                      <a:gd name="csY1" fmla="*/ 243691 h 336833"/>
                      <a:gd name="csX2" fmla="*/ 130397 w 260890"/>
                      <a:gd name="csY2" fmla="*/ 319034 h 336833"/>
                      <a:gd name="csX3" fmla="*/ 260890 w 260890"/>
                      <a:gd name="csY3" fmla="*/ 93101 h 336833"/>
                      <a:gd name="csX4" fmla="*/ 130397 w 260890"/>
                      <a:gd name="csY4" fmla="*/ 17758 h 33683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60890" h="336833">
                        <a:moveTo>
                          <a:pt x="130397" y="17758"/>
                        </a:moveTo>
                        <a:cubicBezTo>
                          <a:pt x="58388" y="59382"/>
                          <a:pt x="0" y="160633"/>
                          <a:pt x="0" y="243691"/>
                        </a:cubicBezTo>
                        <a:cubicBezTo>
                          <a:pt x="0" y="326749"/>
                          <a:pt x="58388" y="360658"/>
                          <a:pt x="130397" y="319034"/>
                        </a:cubicBezTo>
                        <a:cubicBezTo>
                          <a:pt x="202406" y="277409"/>
                          <a:pt x="260985" y="176159"/>
                          <a:pt x="260890" y="93101"/>
                        </a:cubicBezTo>
                        <a:cubicBezTo>
                          <a:pt x="260795" y="10043"/>
                          <a:pt x="202692" y="-23771"/>
                          <a:pt x="130397" y="17758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4" name="Freeform: Shape 333">
                    <a:extLst>
                      <a:ext uri="{FF2B5EF4-FFF2-40B4-BE49-F238E27FC236}">
                        <a16:creationId xmlns:a16="http://schemas.microsoft.com/office/drawing/2014/main" id="{AEC0AB01-B7BF-2836-EC8B-EF7A756A107E}"/>
                      </a:ext>
                    </a:extLst>
                  </p:cNvPr>
                  <p:cNvSpPr/>
                  <p:nvPr/>
                </p:nvSpPr>
                <p:spPr>
                  <a:xfrm>
                    <a:off x="5957697" y="2204381"/>
                    <a:ext cx="249935" cy="181631"/>
                  </a:xfrm>
                  <a:custGeom>
                    <a:avLst/>
                    <a:gdLst>
                      <a:gd name="csX0" fmla="*/ 203740 w 249935"/>
                      <a:gd name="csY0" fmla="*/ 8657 h 181631"/>
                      <a:gd name="csX1" fmla="*/ 249936 w 249935"/>
                      <a:gd name="csY1" fmla="*/ 35518 h 181631"/>
                      <a:gd name="csX2" fmla="*/ 157639 w 249935"/>
                      <a:gd name="csY2" fmla="*/ 45043 h 181631"/>
                      <a:gd name="csX3" fmla="*/ 46291 w 249935"/>
                      <a:gd name="csY3" fmla="*/ 181631 h 181631"/>
                      <a:gd name="csX4" fmla="*/ 0 w 249935"/>
                      <a:gd name="csY4" fmla="*/ 154866 h 181631"/>
                      <a:gd name="csX5" fmla="*/ 111442 w 249935"/>
                      <a:gd name="csY5" fmla="*/ 18277 h 181631"/>
                      <a:gd name="csX6" fmla="*/ 203740 w 249935"/>
                      <a:gd name="csY6" fmla="*/ 8657 h 1816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935" h="181631">
                        <a:moveTo>
                          <a:pt x="203740" y="8657"/>
                        </a:moveTo>
                        <a:lnTo>
                          <a:pt x="249936" y="35518"/>
                        </a:lnTo>
                        <a:cubicBezTo>
                          <a:pt x="226314" y="21802"/>
                          <a:pt x="193738" y="23802"/>
                          <a:pt x="157639" y="45043"/>
                        </a:cubicBezTo>
                        <a:cubicBezTo>
                          <a:pt x="110490" y="72284"/>
                          <a:pt x="69151" y="125148"/>
                          <a:pt x="46291" y="181631"/>
                        </a:cubicBezTo>
                        <a:lnTo>
                          <a:pt x="0" y="154866"/>
                        </a:lnTo>
                        <a:cubicBezTo>
                          <a:pt x="22955" y="98287"/>
                          <a:pt x="64294" y="45519"/>
                          <a:pt x="111442" y="18277"/>
                        </a:cubicBezTo>
                        <a:cubicBezTo>
                          <a:pt x="147828" y="-3059"/>
                          <a:pt x="180118" y="-4964"/>
                          <a:pt x="203740" y="865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5" name="Freeform: Shape 334">
                    <a:extLst>
                      <a:ext uri="{FF2B5EF4-FFF2-40B4-BE49-F238E27FC236}">
                        <a16:creationId xmlns:a16="http://schemas.microsoft.com/office/drawing/2014/main" id="{CAAF9304-2E1A-CE63-5086-A823EBDB1DA6}"/>
                      </a:ext>
                    </a:extLst>
                  </p:cNvPr>
                  <p:cNvSpPr/>
                  <p:nvPr/>
                </p:nvSpPr>
                <p:spPr>
                  <a:xfrm>
                    <a:off x="5939123" y="2448115"/>
                    <a:ext cx="82296" cy="110204"/>
                  </a:xfrm>
                  <a:custGeom>
                    <a:avLst/>
                    <a:gdLst>
                      <a:gd name="csX0" fmla="*/ 82296 w 82296"/>
                      <a:gd name="csY0" fmla="*/ 110204 h 110204"/>
                      <a:gd name="csX1" fmla="*/ 38100 w 82296"/>
                      <a:gd name="csY1" fmla="*/ 84582 h 110204"/>
                      <a:gd name="csX2" fmla="*/ 0 w 82296"/>
                      <a:gd name="csY2" fmla="*/ 0 h 110204"/>
                      <a:gd name="csX3" fmla="*/ 46196 w 82296"/>
                      <a:gd name="csY3" fmla="*/ 26860 h 110204"/>
                      <a:gd name="csX4" fmla="*/ 82296 w 82296"/>
                      <a:gd name="csY4" fmla="*/ 110204 h 110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2296" h="110204">
                        <a:moveTo>
                          <a:pt x="82296" y="110204"/>
                        </a:moveTo>
                        <a:lnTo>
                          <a:pt x="38100" y="84582"/>
                        </a:lnTo>
                        <a:cubicBezTo>
                          <a:pt x="14288" y="70961"/>
                          <a:pt x="0" y="41719"/>
                          <a:pt x="0" y="0"/>
                        </a:cubicBezTo>
                        <a:lnTo>
                          <a:pt x="46196" y="26860"/>
                        </a:lnTo>
                        <a:cubicBezTo>
                          <a:pt x="45815" y="67342"/>
                          <a:pt x="59722" y="96202"/>
                          <a:pt x="82296" y="1102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6" name="Freeform: Shape 335">
                    <a:extLst>
                      <a:ext uri="{FF2B5EF4-FFF2-40B4-BE49-F238E27FC236}">
                        <a16:creationId xmlns:a16="http://schemas.microsoft.com/office/drawing/2014/main" id="{194A80A5-DA4A-589C-6A6D-BC7448087F62}"/>
                      </a:ext>
                    </a:extLst>
                  </p:cNvPr>
                  <p:cNvSpPr/>
                  <p:nvPr/>
                </p:nvSpPr>
                <p:spPr>
                  <a:xfrm>
                    <a:off x="5938742" y="2358770"/>
                    <a:ext cx="65246" cy="116109"/>
                  </a:xfrm>
                  <a:custGeom>
                    <a:avLst/>
                    <a:gdLst>
                      <a:gd name="csX0" fmla="*/ 18955 w 65246"/>
                      <a:gd name="csY0" fmla="*/ 0 h 116109"/>
                      <a:gd name="csX1" fmla="*/ 65246 w 65246"/>
                      <a:gd name="csY1" fmla="*/ 26765 h 116109"/>
                      <a:gd name="csX2" fmla="*/ 46196 w 65246"/>
                      <a:gd name="csY2" fmla="*/ 116110 h 116109"/>
                      <a:gd name="csX3" fmla="*/ 46196 w 65246"/>
                      <a:gd name="csY3" fmla="*/ 116110 h 116109"/>
                      <a:gd name="csX4" fmla="*/ 0 w 65246"/>
                      <a:gd name="csY4" fmla="*/ 89154 h 116109"/>
                      <a:gd name="csX5" fmla="*/ 18955 w 65246"/>
                      <a:gd name="csY5" fmla="*/ 0 h 1161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5246" h="116109">
                        <a:moveTo>
                          <a:pt x="18955" y="0"/>
                        </a:moveTo>
                        <a:lnTo>
                          <a:pt x="65246" y="26765"/>
                        </a:lnTo>
                        <a:cubicBezTo>
                          <a:pt x="53280" y="55067"/>
                          <a:pt x="46815" y="85389"/>
                          <a:pt x="46196" y="116110"/>
                        </a:cubicBezTo>
                        <a:lnTo>
                          <a:pt x="46196" y="116110"/>
                        </a:lnTo>
                        <a:lnTo>
                          <a:pt x="0" y="89154"/>
                        </a:lnTo>
                        <a:cubicBezTo>
                          <a:pt x="654" y="58508"/>
                          <a:pt x="7085" y="28261"/>
                          <a:pt x="18955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7" name="Freeform: Shape 336">
                    <a:extLst>
                      <a:ext uri="{FF2B5EF4-FFF2-40B4-BE49-F238E27FC236}">
                        <a16:creationId xmlns:a16="http://schemas.microsoft.com/office/drawing/2014/main" id="{E0D86093-5B60-D14C-709B-302FF6DF5881}"/>
                      </a:ext>
                    </a:extLst>
                  </p:cNvPr>
                  <p:cNvSpPr/>
                  <p:nvPr/>
                </p:nvSpPr>
                <p:spPr>
                  <a:xfrm>
                    <a:off x="6050184" y="2274518"/>
                    <a:ext cx="130397" cy="250192"/>
                  </a:xfrm>
                  <a:custGeom>
                    <a:avLst/>
                    <a:gdLst>
                      <a:gd name="csX0" fmla="*/ 0 w 130397"/>
                      <a:gd name="csY0" fmla="*/ 80823 h 250192"/>
                      <a:gd name="csX1" fmla="*/ 0 w 130397"/>
                      <a:gd name="csY1" fmla="*/ 244653 h 250192"/>
                      <a:gd name="csX2" fmla="*/ 7715 w 130397"/>
                      <a:gd name="csY2" fmla="*/ 249130 h 250192"/>
                      <a:gd name="csX3" fmla="*/ 122682 w 130397"/>
                      <a:gd name="csY3" fmla="*/ 182455 h 250192"/>
                      <a:gd name="csX4" fmla="*/ 130397 w 130397"/>
                      <a:gd name="csY4" fmla="*/ 169120 h 250192"/>
                      <a:gd name="csX5" fmla="*/ 130397 w 130397"/>
                      <a:gd name="csY5" fmla="*/ 5480 h 250192"/>
                      <a:gd name="csX6" fmla="*/ 122682 w 130397"/>
                      <a:gd name="csY6" fmla="*/ 1004 h 250192"/>
                      <a:gd name="csX7" fmla="*/ 7715 w 130397"/>
                      <a:gd name="csY7" fmla="*/ 67679 h 250192"/>
                      <a:gd name="csX8" fmla="*/ 0 w 130397"/>
                      <a:gd name="csY8" fmla="*/ 80823 h 250192"/>
                      <a:gd name="csX9" fmla="*/ 115443 w 130397"/>
                      <a:gd name="csY9" fmla="*/ 176073 h 250192"/>
                      <a:gd name="csX10" fmla="*/ 14954 w 130397"/>
                      <a:gd name="csY10" fmla="*/ 234176 h 250192"/>
                      <a:gd name="csX11" fmla="*/ 7239 w 130397"/>
                      <a:gd name="csY11" fmla="*/ 229699 h 250192"/>
                      <a:gd name="csX12" fmla="*/ 7239 w 130397"/>
                      <a:gd name="csY12" fmla="*/ 87681 h 250192"/>
                      <a:gd name="csX13" fmla="*/ 14954 w 130397"/>
                      <a:gd name="csY13" fmla="*/ 74346 h 250192"/>
                      <a:gd name="csX14" fmla="*/ 115443 w 130397"/>
                      <a:gd name="csY14" fmla="*/ 16339 h 250192"/>
                      <a:gd name="csX15" fmla="*/ 123158 w 130397"/>
                      <a:gd name="csY15" fmla="*/ 20720 h 250192"/>
                      <a:gd name="csX16" fmla="*/ 123158 w 130397"/>
                      <a:gd name="csY16" fmla="*/ 162357 h 250192"/>
                      <a:gd name="csX17" fmla="*/ 115443 w 130397"/>
                      <a:gd name="csY17" fmla="*/ 175692 h 2501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130397" h="250192">
                        <a:moveTo>
                          <a:pt x="0" y="80823"/>
                        </a:moveTo>
                        <a:lnTo>
                          <a:pt x="0" y="244653"/>
                        </a:lnTo>
                        <a:cubicBezTo>
                          <a:pt x="0" y="249606"/>
                          <a:pt x="3429" y="251606"/>
                          <a:pt x="7715" y="249130"/>
                        </a:cubicBezTo>
                        <a:lnTo>
                          <a:pt x="122682" y="182455"/>
                        </a:lnTo>
                        <a:cubicBezTo>
                          <a:pt x="127230" y="179491"/>
                          <a:pt x="130095" y="174540"/>
                          <a:pt x="130397" y="169120"/>
                        </a:cubicBezTo>
                        <a:lnTo>
                          <a:pt x="130397" y="5480"/>
                        </a:lnTo>
                        <a:cubicBezTo>
                          <a:pt x="130397" y="623"/>
                          <a:pt x="126968" y="-1378"/>
                          <a:pt x="122682" y="1004"/>
                        </a:cubicBezTo>
                        <a:lnTo>
                          <a:pt x="7715" y="67679"/>
                        </a:lnTo>
                        <a:cubicBezTo>
                          <a:pt x="3185" y="70570"/>
                          <a:pt x="316" y="75458"/>
                          <a:pt x="0" y="80823"/>
                        </a:cubicBezTo>
                        <a:close/>
                        <a:moveTo>
                          <a:pt x="115443" y="176073"/>
                        </a:moveTo>
                        <a:lnTo>
                          <a:pt x="14954" y="234176"/>
                        </a:lnTo>
                        <a:cubicBezTo>
                          <a:pt x="10668" y="236557"/>
                          <a:pt x="7239" y="234176"/>
                          <a:pt x="7239" y="229699"/>
                        </a:cubicBezTo>
                        <a:lnTo>
                          <a:pt x="7239" y="87681"/>
                        </a:lnTo>
                        <a:cubicBezTo>
                          <a:pt x="7526" y="82257"/>
                          <a:pt x="10395" y="77299"/>
                          <a:pt x="14954" y="74346"/>
                        </a:cubicBezTo>
                        <a:lnTo>
                          <a:pt x="115443" y="16339"/>
                        </a:lnTo>
                        <a:cubicBezTo>
                          <a:pt x="119729" y="13862"/>
                          <a:pt x="123158" y="15863"/>
                          <a:pt x="123158" y="20720"/>
                        </a:cubicBezTo>
                        <a:lnTo>
                          <a:pt x="123158" y="162357"/>
                        </a:lnTo>
                        <a:cubicBezTo>
                          <a:pt x="122902" y="167791"/>
                          <a:pt x="120026" y="172762"/>
                          <a:pt x="115443" y="1756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8" name="Freeform: Shape 337">
                    <a:extLst>
                      <a:ext uri="{FF2B5EF4-FFF2-40B4-BE49-F238E27FC236}">
                        <a16:creationId xmlns:a16="http://schemas.microsoft.com/office/drawing/2014/main" id="{2965A8B4-64D5-95D6-48B6-44B35643F79B}"/>
                      </a:ext>
                    </a:extLst>
                  </p:cNvPr>
                  <p:cNvSpPr/>
                  <p:nvPr/>
                </p:nvSpPr>
                <p:spPr>
                  <a:xfrm>
                    <a:off x="6057423" y="2390203"/>
                    <a:ext cx="115919" cy="122491"/>
                  </a:xfrm>
                  <a:custGeom>
                    <a:avLst/>
                    <a:gdLst>
                      <a:gd name="csX0" fmla="*/ 0 w 115919"/>
                      <a:gd name="csY0" fmla="*/ 122492 h 122491"/>
                      <a:gd name="csX1" fmla="*/ 0 w 115919"/>
                      <a:gd name="csY1" fmla="*/ 76391 h 122491"/>
                      <a:gd name="csX2" fmla="*/ 36576 w 115919"/>
                      <a:gd name="csY2" fmla="*/ 6191 h 122491"/>
                      <a:gd name="csX3" fmla="*/ 74581 w 115919"/>
                      <a:gd name="csY3" fmla="*/ 47911 h 122491"/>
                      <a:gd name="csX4" fmla="*/ 66389 w 115919"/>
                      <a:gd name="csY4" fmla="*/ 27718 h 122491"/>
                      <a:gd name="csX5" fmla="*/ 81439 w 115919"/>
                      <a:gd name="csY5" fmla="*/ 0 h 122491"/>
                      <a:gd name="csX6" fmla="*/ 115919 w 115919"/>
                      <a:gd name="csY6" fmla="*/ 23622 h 122491"/>
                      <a:gd name="csX7" fmla="*/ 115919 w 115919"/>
                      <a:gd name="csY7" fmla="*/ 55626 h 122491"/>
                      <a:gd name="csX8" fmla="*/ 0 w 115919"/>
                      <a:gd name="csY8" fmla="*/ 122492 h 1224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15919" h="122491">
                        <a:moveTo>
                          <a:pt x="0" y="122492"/>
                        </a:moveTo>
                        <a:lnTo>
                          <a:pt x="0" y="76391"/>
                        </a:lnTo>
                        <a:lnTo>
                          <a:pt x="36576" y="6191"/>
                        </a:lnTo>
                        <a:lnTo>
                          <a:pt x="74581" y="47911"/>
                        </a:lnTo>
                        <a:lnTo>
                          <a:pt x="66389" y="27718"/>
                        </a:lnTo>
                        <a:lnTo>
                          <a:pt x="81439" y="0"/>
                        </a:lnTo>
                        <a:lnTo>
                          <a:pt x="115919" y="23622"/>
                        </a:lnTo>
                        <a:lnTo>
                          <a:pt x="115919" y="55626"/>
                        </a:lnTo>
                        <a:lnTo>
                          <a:pt x="0" y="12249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39" name="Freeform: Shape 338">
                    <a:extLst>
                      <a:ext uri="{FF2B5EF4-FFF2-40B4-BE49-F238E27FC236}">
                        <a16:creationId xmlns:a16="http://schemas.microsoft.com/office/drawing/2014/main" id="{B1A4BEC9-0520-81E6-6CFC-A52AD3D314F3}"/>
                      </a:ext>
                    </a:extLst>
                  </p:cNvPr>
                  <p:cNvSpPr/>
                  <p:nvPr/>
                </p:nvSpPr>
                <p:spPr>
                  <a:xfrm>
                    <a:off x="6136190" y="2332176"/>
                    <a:ext cx="16771" cy="27566"/>
                  </a:xfrm>
                  <a:custGeom>
                    <a:avLst/>
                    <a:gdLst>
                      <a:gd name="csX0" fmla="*/ 8387 w 16771"/>
                      <a:gd name="csY0" fmla="*/ 877 h 27566"/>
                      <a:gd name="csX1" fmla="*/ 16769 w 16771"/>
                      <a:gd name="csY1" fmla="*/ 8973 h 27566"/>
                      <a:gd name="csX2" fmla="*/ 8387 w 16771"/>
                      <a:gd name="csY2" fmla="*/ 26690 h 27566"/>
                      <a:gd name="csX3" fmla="*/ 5 w 16771"/>
                      <a:gd name="csY3" fmla="*/ 18594 h 27566"/>
                      <a:gd name="csX4" fmla="*/ 8387 w 16771"/>
                      <a:gd name="csY4" fmla="*/ 877 h 275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6771" h="27566">
                        <a:moveTo>
                          <a:pt x="8387" y="877"/>
                        </a:moveTo>
                        <a:cubicBezTo>
                          <a:pt x="12959" y="-1790"/>
                          <a:pt x="16769" y="1829"/>
                          <a:pt x="16769" y="8973"/>
                        </a:cubicBezTo>
                        <a:cubicBezTo>
                          <a:pt x="16861" y="15856"/>
                          <a:pt x="13767" y="22395"/>
                          <a:pt x="8387" y="26690"/>
                        </a:cubicBezTo>
                        <a:cubicBezTo>
                          <a:pt x="3720" y="29357"/>
                          <a:pt x="5" y="25737"/>
                          <a:pt x="5" y="18594"/>
                        </a:cubicBezTo>
                        <a:cubicBezTo>
                          <a:pt x="-146" y="11698"/>
                          <a:pt x="2960" y="5134"/>
                          <a:pt x="8387" y="8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40" name="Graphic 5">
                  <a:extLst>
                    <a:ext uri="{FF2B5EF4-FFF2-40B4-BE49-F238E27FC236}">
                      <a16:creationId xmlns:a16="http://schemas.microsoft.com/office/drawing/2014/main" id="{375E7127-57E7-9DCA-FA4C-C0039E1D5DE2}"/>
                    </a:ext>
                  </a:extLst>
                </p:cNvPr>
                <p:cNvGrpSpPr/>
                <p:nvPr/>
              </p:nvGrpSpPr>
              <p:grpSpPr>
                <a:xfrm>
                  <a:off x="3627310" y="425295"/>
                  <a:ext cx="450722" cy="478166"/>
                  <a:chOff x="3627310" y="425295"/>
                  <a:chExt cx="450722" cy="478166"/>
                </a:xfrm>
              </p:grpSpPr>
              <p:sp>
                <p:nvSpPr>
                  <p:cNvPr id="341" name="Freeform: Shape 340">
                    <a:extLst>
                      <a:ext uri="{FF2B5EF4-FFF2-40B4-BE49-F238E27FC236}">
                        <a16:creationId xmlns:a16="http://schemas.microsoft.com/office/drawing/2014/main" id="{C4DAA8ED-1BA3-26C2-A04C-E6C45C1B987C}"/>
                      </a:ext>
                    </a:extLst>
                  </p:cNvPr>
                  <p:cNvSpPr/>
                  <p:nvPr/>
                </p:nvSpPr>
                <p:spPr>
                  <a:xfrm>
                    <a:off x="3736943" y="757332"/>
                    <a:ext cx="68103" cy="144970"/>
                  </a:xfrm>
                  <a:custGeom>
                    <a:avLst/>
                    <a:gdLst>
                      <a:gd name="csX0" fmla="*/ 68104 w 68103"/>
                      <a:gd name="csY0" fmla="*/ 144971 h 144970"/>
                      <a:gd name="csX1" fmla="*/ 42291 w 68103"/>
                      <a:gd name="csY1" fmla="*/ 96488 h 144970"/>
                      <a:gd name="csX2" fmla="*/ 63532 w 68103"/>
                      <a:gd name="csY2" fmla="*/ 36671 h 144970"/>
                      <a:gd name="csX3" fmla="*/ 63532 w 68103"/>
                      <a:gd name="csY3" fmla="*/ 0 h 144970"/>
                      <a:gd name="csX4" fmla="*/ 0 w 68103"/>
                      <a:gd name="csY4" fmla="*/ 36671 h 144970"/>
                      <a:gd name="csX5" fmla="*/ 0 w 68103"/>
                      <a:gd name="csY5" fmla="*/ 73247 h 144970"/>
                      <a:gd name="csX6" fmla="*/ 27337 w 68103"/>
                      <a:gd name="csY6" fmla="*/ 120872 h 144970"/>
                      <a:gd name="csX7" fmla="*/ 29242 w 68103"/>
                      <a:gd name="csY7" fmla="*/ 122491 h 144970"/>
                      <a:gd name="csX8" fmla="*/ 29242 w 68103"/>
                      <a:gd name="csY8" fmla="*/ 122492 h 1449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8103" h="144970">
                        <a:moveTo>
                          <a:pt x="68104" y="144971"/>
                        </a:moveTo>
                        <a:lnTo>
                          <a:pt x="42291" y="96488"/>
                        </a:lnTo>
                        <a:lnTo>
                          <a:pt x="63532" y="36671"/>
                        </a:lnTo>
                        <a:lnTo>
                          <a:pt x="63532" y="0"/>
                        </a:lnTo>
                        <a:lnTo>
                          <a:pt x="0" y="36671"/>
                        </a:lnTo>
                        <a:lnTo>
                          <a:pt x="0" y="73247"/>
                        </a:lnTo>
                        <a:lnTo>
                          <a:pt x="27337" y="120872"/>
                        </a:lnTo>
                        <a:cubicBezTo>
                          <a:pt x="27777" y="121606"/>
                          <a:pt x="28446" y="122175"/>
                          <a:pt x="29242" y="122491"/>
                        </a:cubicBezTo>
                        <a:lnTo>
                          <a:pt x="29242" y="122492"/>
                        </a:ln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2" name="Freeform: Shape 341">
                    <a:extLst>
                      <a:ext uri="{FF2B5EF4-FFF2-40B4-BE49-F238E27FC236}">
                        <a16:creationId xmlns:a16="http://schemas.microsoft.com/office/drawing/2014/main" id="{C7F1C3BD-32B2-FF7E-5E4A-0D6D19603727}"/>
                      </a:ext>
                    </a:extLst>
                  </p:cNvPr>
                  <p:cNvSpPr/>
                  <p:nvPr/>
                </p:nvSpPr>
                <p:spPr>
                  <a:xfrm>
                    <a:off x="3736943" y="757332"/>
                    <a:ext cx="68103" cy="144970"/>
                  </a:xfrm>
                  <a:custGeom>
                    <a:avLst/>
                    <a:gdLst>
                      <a:gd name="csX0" fmla="*/ 68104 w 68103"/>
                      <a:gd name="csY0" fmla="*/ 144971 h 144970"/>
                      <a:gd name="csX1" fmla="*/ 42291 w 68103"/>
                      <a:gd name="csY1" fmla="*/ 96488 h 144970"/>
                      <a:gd name="csX2" fmla="*/ 63532 w 68103"/>
                      <a:gd name="csY2" fmla="*/ 36671 h 144970"/>
                      <a:gd name="csX3" fmla="*/ 63532 w 68103"/>
                      <a:gd name="csY3" fmla="*/ 0 h 144970"/>
                      <a:gd name="csX4" fmla="*/ 0 w 68103"/>
                      <a:gd name="csY4" fmla="*/ 36671 h 144970"/>
                      <a:gd name="csX5" fmla="*/ 0 w 68103"/>
                      <a:gd name="csY5" fmla="*/ 73247 h 144970"/>
                      <a:gd name="csX6" fmla="*/ 27337 w 68103"/>
                      <a:gd name="csY6" fmla="*/ 120872 h 144970"/>
                      <a:gd name="csX7" fmla="*/ 29242 w 68103"/>
                      <a:gd name="csY7" fmla="*/ 122491 h 144970"/>
                      <a:gd name="csX8" fmla="*/ 29242 w 68103"/>
                      <a:gd name="csY8" fmla="*/ 122492 h 1449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8103" h="144970">
                        <a:moveTo>
                          <a:pt x="68104" y="144971"/>
                        </a:moveTo>
                        <a:lnTo>
                          <a:pt x="42291" y="96488"/>
                        </a:lnTo>
                        <a:lnTo>
                          <a:pt x="63532" y="36671"/>
                        </a:lnTo>
                        <a:lnTo>
                          <a:pt x="63532" y="0"/>
                        </a:lnTo>
                        <a:lnTo>
                          <a:pt x="0" y="36671"/>
                        </a:lnTo>
                        <a:lnTo>
                          <a:pt x="0" y="73247"/>
                        </a:lnTo>
                        <a:lnTo>
                          <a:pt x="27337" y="120872"/>
                        </a:lnTo>
                        <a:cubicBezTo>
                          <a:pt x="27777" y="121606"/>
                          <a:pt x="28446" y="122175"/>
                          <a:pt x="29242" y="122491"/>
                        </a:cubicBezTo>
                        <a:lnTo>
                          <a:pt x="29242" y="122492"/>
                        </a:ln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3" name="Freeform: Shape 342">
                    <a:extLst>
                      <a:ext uri="{FF2B5EF4-FFF2-40B4-BE49-F238E27FC236}">
                        <a16:creationId xmlns:a16="http://schemas.microsoft.com/office/drawing/2014/main" id="{F4B4E01C-63B7-5A65-87FF-588E76EB17ED}"/>
                      </a:ext>
                    </a:extLst>
                  </p:cNvPr>
                  <p:cNvSpPr/>
                  <p:nvPr/>
                </p:nvSpPr>
                <p:spPr>
                  <a:xfrm>
                    <a:off x="3627310" y="425295"/>
                    <a:ext cx="450722" cy="478166"/>
                  </a:xfrm>
                  <a:custGeom>
                    <a:avLst/>
                    <a:gdLst>
                      <a:gd name="csX0" fmla="*/ 450723 w 450722"/>
                      <a:gd name="csY0" fmla="*/ 46478 h 478166"/>
                      <a:gd name="csX1" fmla="*/ 431673 w 450722"/>
                      <a:gd name="csY1" fmla="*/ 13522 h 478166"/>
                      <a:gd name="csX2" fmla="*/ 416147 w 450722"/>
                      <a:gd name="csY2" fmla="*/ 4568 h 478166"/>
                      <a:gd name="csX3" fmla="*/ 378047 w 450722"/>
                      <a:gd name="csY3" fmla="*/ 4568 h 478166"/>
                      <a:gd name="csX4" fmla="*/ 19050 w 450722"/>
                      <a:gd name="csY4" fmla="*/ 212023 h 478166"/>
                      <a:gd name="csX5" fmla="*/ 0 w 450722"/>
                      <a:gd name="csY5" fmla="*/ 244979 h 478166"/>
                      <a:gd name="csX6" fmla="*/ 0 w 450722"/>
                      <a:gd name="csY6" fmla="*/ 430621 h 478166"/>
                      <a:gd name="csX7" fmla="*/ 19050 w 450722"/>
                      <a:gd name="csY7" fmla="*/ 463673 h 478166"/>
                      <a:gd name="csX8" fmla="*/ 34576 w 450722"/>
                      <a:gd name="csY8" fmla="*/ 472627 h 478166"/>
                      <a:gd name="csX9" fmla="*/ 72676 w 450722"/>
                      <a:gd name="csY9" fmla="*/ 472627 h 478166"/>
                      <a:gd name="csX10" fmla="*/ 148876 w 450722"/>
                      <a:gd name="csY10" fmla="*/ 428431 h 478166"/>
                      <a:gd name="csX11" fmla="*/ 176117 w 450722"/>
                      <a:gd name="csY11" fmla="*/ 476056 h 478166"/>
                      <a:gd name="csX12" fmla="*/ 181533 w 450722"/>
                      <a:gd name="csY12" fmla="*/ 477691 h 478166"/>
                      <a:gd name="csX13" fmla="*/ 183451 w 450722"/>
                      <a:gd name="csY13" fmla="*/ 475389 h 478166"/>
                      <a:gd name="csX14" fmla="*/ 212026 w 450722"/>
                      <a:gd name="csY14" fmla="*/ 392236 h 478166"/>
                      <a:gd name="csX15" fmla="*/ 431101 w 450722"/>
                      <a:gd name="csY15" fmla="*/ 265648 h 478166"/>
                      <a:gd name="csX16" fmla="*/ 450151 w 450722"/>
                      <a:gd name="csY16" fmla="*/ 232692 h 4781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50722" h="478166">
                        <a:moveTo>
                          <a:pt x="450723" y="46478"/>
                        </a:moveTo>
                        <a:cubicBezTo>
                          <a:pt x="449955" y="33094"/>
                          <a:pt x="442888" y="20867"/>
                          <a:pt x="431673" y="13522"/>
                        </a:cubicBezTo>
                        <a:lnTo>
                          <a:pt x="416147" y="4568"/>
                        </a:lnTo>
                        <a:cubicBezTo>
                          <a:pt x="404177" y="-1523"/>
                          <a:pt x="390017" y="-1523"/>
                          <a:pt x="378047" y="4568"/>
                        </a:cubicBezTo>
                        <a:lnTo>
                          <a:pt x="19050" y="212023"/>
                        </a:lnTo>
                        <a:cubicBezTo>
                          <a:pt x="7789" y="219324"/>
                          <a:pt x="707" y="231577"/>
                          <a:pt x="0" y="244979"/>
                        </a:cubicBezTo>
                        <a:lnTo>
                          <a:pt x="0" y="430621"/>
                        </a:lnTo>
                        <a:cubicBezTo>
                          <a:pt x="692" y="444053"/>
                          <a:pt x="7775" y="456341"/>
                          <a:pt x="19050" y="463673"/>
                        </a:cubicBezTo>
                        <a:lnTo>
                          <a:pt x="34576" y="472627"/>
                        </a:lnTo>
                        <a:cubicBezTo>
                          <a:pt x="46560" y="478656"/>
                          <a:pt x="60691" y="478656"/>
                          <a:pt x="72676" y="472627"/>
                        </a:cubicBezTo>
                        <a:lnTo>
                          <a:pt x="148876" y="428431"/>
                        </a:lnTo>
                        <a:lnTo>
                          <a:pt x="176117" y="476056"/>
                        </a:lnTo>
                        <a:cubicBezTo>
                          <a:pt x="177161" y="478003"/>
                          <a:pt x="179586" y="478735"/>
                          <a:pt x="181533" y="477691"/>
                        </a:cubicBezTo>
                        <a:cubicBezTo>
                          <a:pt x="182447" y="477201"/>
                          <a:pt x="183134" y="476376"/>
                          <a:pt x="183451" y="475389"/>
                        </a:cubicBezTo>
                        <a:lnTo>
                          <a:pt x="212026" y="392236"/>
                        </a:lnTo>
                        <a:lnTo>
                          <a:pt x="431101" y="265648"/>
                        </a:lnTo>
                        <a:cubicBezTo>
                          <a:pt x="442316" y="258303"/>
                          <a:pt x="449384" y="246076"/>
                          <a:pt x="450151" y="232692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4" name="Freeform: Shape 343">
                    <a:extLst>
                      <a:ext uri="{FF2B5EF4-FFF2-40B4-BE49-F238E27FC236}">
                        <a16:creationId xmlns:a16="http://schemas.microsoft.com/office/drawing/2014/main" id="{2AB63EFC-B2AC-27F4-F50B-2201EC0645F7}"/>
                      </a:ext>
                    </a:extLst>
                  </p:cNvPr>
                  <p:cNvSpPr/>
                  <p:nvPr/>
                </p:nvSpPr>
                <p:spPr>
                  <a:xfrm>
                    <a:off x="3627310" y="651224"/>
                    <a:ext cx="69341" cy="251187"/>
                  </a:xfrm>
                  <a:custGeom>
                    <a:avLst/>
                    <a:gdLst>
                      <a:gd name="csX0" fmla="*/ 0 w 69341"/>
                      <a:gd name="csY0" fmla="*/ 204692 h 251187"/>
                      <a:gd name="csX1" fmla="*/ 19050 w 69341"/>
                      <a:gd name="csY1" fmla="*/ 237744 h 251187"/>
                      <a:gd name="csX2" fmla="*/ 34576 w 69341"/>
                      <a:gd name="csY2" fmla="*/ 246697 h 251187"/>
                      <a:gd name="csX3" fmla="*/ 69342 w 69341"/>
                      <a:gd name="csY3" fmla="*/ 248222 h 251187"/>
                      <a:gd name="csX4" fmla="*/ 53530 w 69341"/>
                      <a:gd name="csY4" fmla="*/ 235649 h 251187"/>
                      <a:gd name="csX5" fmla="*/ 53530 w 69341"/>
                      <a:gd name="csY5" fmla="*/ 50006 h 251187"/>
                      <a:gd name="csX6" fmla="*/ 59150 w 69341"/>
                      <a:gd name="csY6" fmla="*/ 30956 h 251187"/>
                      <a:gd name="csX7" fmla="*/ 5620 w 69341"/>
                      <a:gd name="csY7" fmla="*/ 0 h 251187"/>
                      <a:gd name="csX8" fmla="*/ 0 w 69341"/>
                      <a:gd name="csY8" fmla="*/ 19050 h 2511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9341" h="251187">
                        <a:moveTo>
                          <a:pt x="0" y="204692"/>
                        </a:moveTo>
                        <a:cubicBezTo>
                          <a:pt x="692" y="218124"/>
                          <a:pt x="7775" y="230412"/>
                          <a:pt x="19050" y="237744"/>
                        </a:cubicBezTo>
                        <a:lnTo>
                          <a:pt x="34576" y="246697"/>
                        </a:lnTo>
                        <a:cubicBezTo>
                          <a:pt x="45428" y="252099"/>
                          <a:pt x="58059" y="252652"/>
                          <a:pt x="69342" y="248222"/>
                        </a:cubicBezTo>
                        <a:cubicBezTo>
                          <a:pt x="60388" y="251555"/>
                          <a:pt x="53530" y="246507"/>
                          <a:pt x="53530" y="235649"/>
                        </a:cubicBezTo>
                        <a:lnTo>
                          <a:pt x="53530" y="50006"/>
                        </a:lnTo>
                        <a:cubicBezTo>
                          <a:pt x="53722" y="43277"/>
                          <a:pt x="55659" y="36712"/>
                          <a:pt x="59150" y="30956"/>
                        </a:cubicBezTo>
                        <a:lnTo>
                          <a:pt x="5620" y="0"/>
                        </a:lnTo>
                        <a:cubicBezTo>
                          <a:pt x="2095" y="5741"/>
                          <a:pt x="156" y="12315"/>
                          <a:pt x="0" y="1905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5" name="Freeform: Shape 344">
                    <a:extLst>
                      <a:ext uri="{FF2B5EF4-FFF2-40B4-BE49-F238E27FC236}">
                        <a16:creationId xmlns:a16="http://schemas.microsoft.com/office/drawing/2014/main" id="{0E5371D0-2FEC-0552-B014-2D9549A5D583}"/>
                      </a:ext>
                    </a:extLst>
                  </p:cNvPr>
                  <p:cNvSpPr/>
                  <p:nvPr/>
                </p:nvSpPr>
                <p:spPr>
                  <a:xfrm>
                    <a:off x="3632644" y="425363"/>
                    <a:ext cx="444722" cy="257102"/>
                  </a:xfrm>
                  <a:custGeom>
                    <a:avLst/>
                    <a:gdLst>
                      <a:gd name="csX0" fmla="*/ 444722 w 444722"/>
                      <a:gd name="csY0" fmla="*/ 41361 h 257102"/>
                      <a:gd name="csX1" fmla="*/ 426339 w 444722"/>
                      <a:gd name="csY1" fmla="*/ 35742 h 257102"/>
                      <a:gd name="csX2" fmla="*/ 67246 w 444722"/>
                      <a:gd name="csY2" fmla="*/ 243291 h 257102"/>
                      <a:gd name="csX3" fmla="*/ 53530 w 444722"/>
                      <a:gd name="csY3" fmla="*/ 257103 h 257102"/>
                      <a:gd name="csX4" fmla="*/ 0 w 444722"/>
                      <a:gd name="csY4" fmla="*/ 226146 h 257102"/>
                      <a:gd name="csX5" fmla="*/ 13430 w 444722"/>
                      <a:gd name="csY5" fmla="*/ 211954 h 257102"/>
                      <a:gd name="csX6" fmla="*/ 372427 w 444722"/>
                      <a:gd name="csY6" fmla="*/ 4499 h 257102"/>
                      <a:gd name="csX7" fmla="*/ 410527 w 444722"/>
                      <a:gd name="csY7" fmla="*/ 4499 h 257102"/>
                      <a:gd name="csX8" fmla="*/ 426053 w 444722"/>
                      <a:gd name="csY8" fmla="*/ 13453 h 257102"/>
                      <a:gd name="csX9" fmla="*/ 444722 w 444722"/>
                      <a:gd name="csY9" fmla="*/ 41361 h 2571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44722" h="257102">
                        <a:moveTo>
                          <a:pt x="444722" y="41361"/>
                        </a:moveTo>
                        <a:cubicBezTo>
                          <a:pt x="442531" y="33265"/>
                          <a:pt x="435197" y="30693"/>
                          <a:pt x="426339" y="35742"/>
                        </a:cubicBezTo>
                        <a:lnTo>
                          <a:pt x="67246" y="243291"/>
                        </a:lnTo>
                        <a:cubicBezTo>
                          <a:pt x="61531" y="246598"/>
                          <a:pt x="56797" y="251364"/>
                          <a:pt x="53530" y="257103"/>
                        </a:cubicBezTo>
                        <a:lnTo>
                          <a:pt x="0" y="226146"/>
                        </a:lnTo>
                        <a:cubicBezTo>
                          <a:pt x="3215" y="220364"/>
                          <a:pt x="7834" y="215483"/>
                          <a:pt x="13430" y="211954"/>
                        </a:cubicBezTo>
                        <a:lnTo>
                          <a:pt x="372427" y="4499"/>
                        </a:lnTo>
                        <a:cubicBezTo>
                          <a:pt x="384419" y="-1500"/>
                          <a:pt x="398536" y="-1500"/>
                          <a:pt x="410527" y="4499"/>
                        </a:cubicBezTo>
                        <a:lnTo>
                          <a:pt x="426053" y="13453"/>
                        </a:lnTo>
                        <a:cubicBezTo>
                          <a:pt x="435902" y="19739"/>
                          <a:pt x="442672" y="29859"/>
                          <a:pt x="444722" y="4136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6" name="Freeform: Shape 345">
                    <a:extLst>
                      <a:ext uri="{FF2B5EF4-FFF2-40B4-BE49-F238E27FC236}">
                        <a16:creationId xmlns:a16="http://schemas.microsoft.com/office/drawing/2014/main" id="{70A37434-7A0F-94BC-785D-683C4033332C}"/>
                      </a:ext>
                    </a:extLst>
                  </p:cNvPr>
                  <p:cNvSpPr/>
                  <p:nvPr/>
                </p:nvSpPr>
                <p:spPr>
                  <a:xfrm>
                    <a:off x="3760374" y="700717"/>
                    <a:ext cx="50768" cy="65605"/>
                  </a:xfrm>
                  <a:custGeom>
                    <a:avLst/>
                    <a:gdLst>
                      <a:gd name="csX0" fmla="*/ 25432 w 50768"/>
                      <a:gd name="csY0" fmla="*/ 3466 h 65605"/>
                      <a:gd name="csX1" fmla="*/ 0 w 50768"/>
                      <a:gd name="csY1" fmla="*/ 47471 h 65605"/>
                      <a:gd name="csX2" fmla="*/ 25432 w 50768"/>
                      <a:gd name="csY2" fmla="*/ 62140 h 65605"/>
                      <a:gd name="csX3" fmla="*/ 50768 w 50768"/>
                      <a:gd name="csY3" fmla="*/ 18135 h 65605"/>
                      <a:gd name="csX4" fmla="*/ 25432 w 50768"/>
                      <a:gd name="csY4" fmla="*/ 3466 h 656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50768" h="65605">
                        <a:moveTo>
                          <a:pt x="25432" y="3466"/>
                        </a:moveTo>
                        <a:cubicBezTo>
                          <a:pt x="10404" y="13222"/>
                          <a:pt x="950" y="29579"/>
                          <a:pt x="0" y="47471"/>
                        </a:cubicBezTo>
                        <a:cubicBezTo>
                          <a:pt x="0" y="63664"/>
                          <a:pt x="11335" y="70236"/>
                          <a:pt x="25432" y="62140"/>
                        </a:cubicBezTo>
                        <a:cubicBezTo>
                          <a:pt x="40401" y="52341"/>
                          <a:pt x="49809" y="36000"/>
                          <a:pt x="50768" y="18135"/>
                        </a:cubicBezTo>
                        <a:cubicBezTo>
                          <a:pt x="50768" y="1942"/>
                          <a:pt x="39433" y="-4630"/>
                          <a:pt x="25432" y="34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7" name="Freeform: Shape 346">
                    <a:extLst>
                      <a:ext uri="{FF2B5EF4-FFF2-40B4-BE49-F238E27FC236}">
                        <a16:creationId xmlns:a16="http://schemas.microsoft.com/office/drawing/2014/main" id="{42EE7C5F-CBC3-9AB0-6092-ECD27AE59F3A}"/>
                      </a:ext>
                    </a:extLst>
                  </p:cNvPr>
                  <p:cNvSpPr/>
                  <p:nvPr/>
                </p:nvSpPr>
                <p:spPr>
                  <a:xfrm>
                    <a:off x="3854005" y="646520"/>
                    <a:ext cx="51244" cy="65606"/>
                  </a:xfrm>
                  <a:custGeom>
                    <a:avLst/>
                    <a:gdLst>
                      <a:gd name="csX0" fmla="*/ 25432 w 51244"/>
                      <a:gd name="csY0" fmla="*/ 3466 h 65606"/>
                      <a:gd name="csX1" fmla="*/ 0 w 51244"/>
                      <a:gd name="csY1" fmla="*/ 47472 h 65606"/>
                      <a:gd name="csX2" fmla="*/ 25432 w 51244"/>
                      <a:gd name="csY2" fmla="*/ 62140 h 65606"/>
                      <a:gd name="csX3" fmla="*/ 51245 w 51244"/>
                      <a:gd name="csY3" fmla="*/ 18135 h 65606"/>
                      <a:gd name="csX4" fmla="*/ 25432 w 51244"/>
                      <a:gd name="csY4" fmla="*/ 3466 h 656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51244" h="65606">
                        <a:moveTo>
                          <a:pt x="25432" y="3466"/>
                        </a:moveTo>
                        <a:cubicBezTo>
                          <a:pt x="10438" y="13255"/>
                          <a:pt x="996" y="29593"/>
                          <a:pt x="0" y="47472"/>
                        </a:cubicBezTo>
                        <a:cubicBezTo>
                          <a:pt x="0" y="63664"/>
                          <a:pt x="11430" y="70236"/>
                          <a:pt x="25432" y="62140"/>
                        </a:cubicBezTo>
                        <a:cubicBezTo>
                          <a:pt x="40571" y="52436"/>
                          <a:pt x="50162" y="36084"/>
                          <a:pt x="51245" y="18135"/>
                        </a:cubicBezTo>
                        <a:cubicBezTo>
                          <a:pt x="51245" y="1942"/>
                          <a:pt x="39433" y="-4630"/>
                          <a:pt x="25432" y="34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48" name="Freeform: Shape 347">
                    <a:extLst>
                      <a:ext uri="{FF2B5EF4-FFF2-40B4-BE49-F238E27FC236}">
                        <a16:creationId xmlns:a16="http://schemas.microsoft.com/office/drawing/2014/main" id="{DE914EF7-9F97-C220-0FD3-DA495CB1836A}"/>
                      </a:ext>
                    </a:extLst>
                  </p:cNvPr>
                  <p:cNvSpPr/>
                  <p:nvPr/>
                </p:nvSpPr>
                <p:spPr>
                  <a:xfrm>
                    <a:off x="3947731" y="592322"/>
                    <a:ext cx="50768" cy="65606"/>
                  </a:xfrm>
                  <a:custGeom>
                    <a:avLst/>
                    <a:gdLst>
                      <a:gd name="csX0" fmla="*/ 25432 w 50768"/>
                      <a:gd name="csY0" fmla="*/ 3466 h 65606"/>
                      <a:gd name="csX1" fmla="*/ 0 w 50768"/>
                      <a:gd name="csY1" fmla="*/ 47471 h 65606"/>
                      <a:gd name="csX2" fmla="*/ 25432 w 50768"/>
                      <a:gd name="csY2" fmla="*/ 62140 h 65606"/>
                      <a:gd name="csX3" fmla="*/ 50768 w 50768"/>
                      <a:gd name="csY3" fmla="*/ 18135 h 65606"/>
                      <a:gd name="csX4" fmla="*/ 25432 w 50768"/>
                      <a:gd name="csY4" fmla="*/ 3466 h 656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50768" h="65606">
                        <a:moveTo>
                          <a:pt x="25432" y="3466"/>
                        </a:moveTo>
                        <a:cubicBezTo>
                          <a:pt x="10404" y="13222"/>
                          <a:pt x="950" y="29579"/>
                          <a:pt x="0" y="47471"/>
                        </a:cubicBezTo>
                        <a:cubicBezTo>
                          <a:pt x="0" y="63664"/>
                          <a:pt x="11335" y="70236"/>
                          <a:pt x="25432" y="62140"/>
                        </a:cubicBezTo>
                        <a:cubicBezTo>
                          <a:pt x="40401" y="52341"/>
                          <a:pt x="49809" y="36000"/>
                          <a:pt x="50768" y="18135"/>
                        </a:cubicBezTo>
                        <a:cubicBezTo>
                          <a:pt x="50768" y="1942"/>
                          <a:pt x="39433" y="-4630"/>
                          <a:pt x="25432" y="34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349" name="Graphic 5">
                  <a:extLst>
                    <a:ext uri="{FF2B5EF4-FFF2-40B4-BE49-F238E27FC236}">
                      <a16:creationId xmlns:a16="http://schemas.microsoft.com/office/drawing/2014/main" id="{8AEABC1F-A5D0-F292-7E1C-3E96DE75E37B}"/>
                    </a:ext>
                  </a:extLst>
                </p:cNvPr>
                <p:cNvGrpSpPr/>
                <p:nvPr/>
              </p:nvGrpSpPr>
              <p:grpSpPr>
                <a:xfrm>
                  <a:off x="5543550" y="1276142"/>
                  <a:ext cx="176402" cy="260067"/>
                  <a:chOff x="5543550" y="1276142"/>
                  <a:chExt cx="176402" cy="260067"/>
                </a:xfrm>
              </p:grpSpPr>
              <p:sp>
                <p:nvSpPr>
                  <p:cNvPr id="350" name="Freeform: Shape 349">
                    <a:extLst>
                      <a:ext uri="{FF2B5EF4-FFF2-40B4-BE49-F238E27FC236}">
                        <a16:creationId xmlns:a16="http://schemas.microsoft.com/office/drawing/2014/main" id="{0C0D6D72-3553-3554-EA57-E96A603EFA24}"/>
                      </a:ext>
                    </a:extLst>
                  </p:cNvPr>
                  <p:cNvSpPr/>
                  <p:nvPr/>
                </p:nvSpPr>
                <p:spPr>
                  <a:xfrm>
                    <a:off x="5543731" y="1276142"/>
                    <a:ext cx="176221" cy="260067"/>
                  </a:xfrm>
                  <a:custGeom>
                    <a:avLst/>
                    <a:gdLst>
                      <a:gd name="csX0" fmla="*/ 5724 w 176221"/>
                      <a:gd name="csY0" fmla="*/ 259383 h 260067"/>
                      <a:gd name="csX1" fmla="*/ 170602 w 176221"/>
                      <a:gd name="csY1" fmla="*/ 164133 h 260067"/>
                      <a:gd name="csX2" fmla="*/ 176222 w 176221"/>
                      <a:gd name="csY2" fmla="*/ 153179 h 260067"/>
                      <a:gd name="csX3" fmla="*/ 176222 w 176221"/>
                      <a:gd name="csY3" fmla="*/ 4970 h 260067"/>
                      <a:gd name="csX4" fmla="*/ 170602 w 176221"/>
                      <a:gd name="csY4" fmla="*/ 684 h 260067"/>
                      <a:gd name="csX5" fmla="*/ 5724 w 176221"/>
                      <a:gd name="csY5" fmla="*/ 95934 h 260067"/>
                      <a:gd name="csX6" fmla="*/ 9 w 176221"/>
                      <a:gd name="csY6" fmla="*/ 106792 h 260067"/>
                      <a:gd name="csX7" fmla="*/ 9 w 176221"/>
                      <a:gd name="csY7" fmla="*/ 255192 h 260067"/>
                      <a:gd name="csX8" fmla="*/ 5724 w 176221"/>
                      <a:gd name="csY8" fmla="*/ 259383 h 26006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76221" h="260067">
                        <a:moveTo>
                          <a:pt x="5724" y="259383"/>
                        </a:moveTo>
                        <a:lnTo>
                          <a:pt x="170602" y="164133"/>
                        </a:lnTo>
                        <a:cubicBezTo>
                          <a:pt x="174077" y="161555"/>
                          <a:pt x="176155" y="157506"/>
                          <a:pt x="176222" y="153179"/>
                        </a:cubicBezTo>
                        <a:lnTo>
                          <a:pt x="176222" y="4970"/>
                        </a:lnTo>
                        <a:cubicBezTo>
                          <a:pt x="176222" y="779"/>
                          <a:pt x="173746" y="-1126"/>
                          <a:pt x="170602" y="684"/>
                        </a:cubicBezTo>
                        <a:lnTo>
                          <a:pt x="5724" y="95934"/>
                        </a:lnTo>
                        <a:cubicBezTo>
                          <a:pt x="2205" y="98441"/>
                          <a:pt x="84" y="102471"/>
                          <a:pt x="9" y="106792"/>
                        </a:cubicBezTo>
                        <a:lnTo>
                          <a:pt x="9" y="255192"/>
                        </a:lnTo>
                        <a:cubicBezTo>
                          <a:pt x="-181" y="259287"/>
                          <a:pt x="2581" y="261192"/>
                          <a:pt x="5724" y="259383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51" name="Freeform: Shape 350">
                    <a:extLst>
                      <a:ext uri="{FF2B5EF4-FFF2-40B4-BE49-F238E27FC236}">
                        <a16:creationId xmlns:a16="http://schemas.microsoft.com/office/drawing/2014/main" id="{87DBECAF-593A-7E8D-260A-47223C42B571}"/>
                      </a:ext>
                    </a:extLst>
                  </p:cNvPr>
                  <p:cNvSpPr/>
                  <p:nvPr/>
                </p:nvSpPr>
                <p:spPr>
                  <a:xfrm>
                    <a:off x="5543550" y="1276896"/>
                    <a:ext cx="176212" cy="258247"/>
                  </a:xfrm>
                  <a:custGeom>
                    <a:avLst/>
                    <a:gdLst>
                      <a:gd name="csX0" fmla="*/ 0 w 176212"/>
                      <a:gd name="csY0" fmla="*/ 254343 h 258247"/>
                      <a:gd name="csX1" fmla="*/ 0 w 176212"/>
                      <a:gd name="csY1" fmla="*/ 251390 h 258247"/>
                      <a:gd name="csX2" fmla="*/ 68199 w 176212"/>
                      <a:gd name="csY2" fmla="*/ 138423 h 258247"/>
                      <a:gd name="csX3" fmla="*/ 953 w 176212"/>
                      <a:gd name="csY3" fmla="*/ 101181 h 258247"/>
                      <a:gd name="csX4" fmla="*/ 1429 w 176212"/>
                      <a:gd name="csY4" fmla="*/ 99942 h 258247"/>
                      <a:gd name="csX5" fmla="*/ 85249 w 176212"/>
                      <a:gd name="csY5" fmla="*/ 134899 h 258247"/>
                      <a:gd name="csX6" fmla="*/ 91059 w 176212"/>
                      <a:gd name="csY6" fmla="*/ 131470 h 258247"/>
                      <a:gd name="csX7" fmla="*/ 174784 w 176212"/>
                      <a:gd name="csY7" fmla="*/ 25 h 258247"/>
                      <a:gd name="csX8" fmla="*/ 175260 w 176212"/>
                      <a:gd name="csY8" fmla="*/ 25 h 258247"/>
                      <a:gd name="csX9" fmla="*/ 108109 w 176212"/>
                      <a:gd name="csY9" fmla="*/ 114897 h 258247"/>
                      <a:gd name="csX10" fmla="*/ 176213 w 176212"/>
                      <a:gd name="csY10" fmla="*/ 149187 h 258247"/>
                      <a:gd name="csX11" fmla="*/ 176213 w 176212"/>
                      <a:gd name="csY11" fmla="*/ 152044 h 258247"/>
                      <a:gd name="csX12" fmla="*/ 174498 w 176212"/>
                      <a:gd name="csY12" fmla="*/ 158807 h 258247"/>
                      <a:gd name="csX13" fmla="*/ 104680 w 176212"/>
                      <a:gd name="csY13" fmla="*/ 120707 h 258247"/>
                      <a:gd name="csX14" fmla="*/ 95155 w 176212"/>
                      <a:gd name="csY14" fmla="*/ 137661 h 258247"/>
                      <a:gd name="csX15" fmla="*/ 81915 w 176212"/>
                      <a:gd name="csY15" fmla="*/ 145281 h 258247"/>
                      <a:gd name="csX16" fmla="*/ 72390 w 176212"/>
                      <a:gd name="csY16" fmla="*/ 139757 h 258247"/>
                      <a:gd name="csX17" fmla="*/ 2667 w 176212"/>
                      <a:gd name="csY17" fmla="*/ 258248 h 258247"/>
                      <a:gd name="csX18" fmla="*/ 0 w 176212"/>
                      <a:gd name="csY18" fmla="*/ 254343 h 2582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76212" h="258247">
                        <a:moveTo>
                          <a:pt x="0" y="254343"/>
                        </a:moveTo>
                        <a:lnTo>
                          <a:pt x="0" y="251390"/>
                        </a:lnTo>
                        <a:lnTo>
                          <a:pt x="68199" y="138423"/>
                        </a:lnTo>
                        <a:lnTo>
                          <a:pt x="953" y="101181"/>
                        </a:lnTo>
                        <a:cubicBezTo>
                          <a:pt x="1053" y="100748"/>
                          <a:pt x="1213" y="100331"/>
                          <a:pt x="1429" y="99942"/>
                        </a:cubicBezTo>
                        <a:lnTo>
                          <a:pt x="85249" y="134899"/>
                        </a:lnTo>
                        <a:cubicBezTo>
                          <a:pt x="86963" y="135661"/>
                          <a:pt x="89249" y="134328"/>
                          <a:pt x="91059" y="131470"/>
                        </a:cubicBezTo>
                        <a:lnTo>
                          <a:pt x="174784" y="25"/>
                        </a:lnTo>
                        <a:cubicBezTo>
                          <a:pt x="174941" y="-8"/>
                          <a:pt x="175103" y="-8"/>
                          <a:pt x="175260" y="25"/>
                        </a:cubicBezTo>
                        <a:lnTo>
                          <a:pt x="108109" y="114897"/>
                        </a:lnTo>
                        <a:lnTo>
                          <a:pt x="176213" y="149187"/>
                        </a:lnTo>
                        <a:lnTo>
                          <a:pt x="176213" y="152044"/>
                        </a:lnTo>
                        <a:cubicBezTo>
                          <a:pt x="176175" y="154401"/>
                          <a:pt x="175588" y="156717"/>
                          <a:pt x="174498" y="158807"/>
                        </a:cubicBezTo>
                        <a:lnTo>
                          <a:pt x="104680" y="120707"/>
                        </a:lnTo>
                        <a:lnTo>
                          <a:pt x="95155" y="137661"/>
                        </a:lnTo>
                        <a:cubicBezTo>
                          <a:pt x="91154" y="144329"/>
                          <a:pt x="85630" y="147186"/>
                          <a:pt x="81915" y="145281"/>
                        </a:cubicBezTo>
                        <a:lnTo>
                          <a:pt x="72390" y="139757"/>
                        </a:lnTo>
                        <a:lnTo>
                          <a:pt x="2667" y="258248"/>
                        </a:lnTo>
                        <a:cubicBezTo>
                          <a:pt x="1207" y="257444"/>
                          <a:pt x="217" y="255994"/>
                          <a:pt x="0" y="2543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20E20B45-F2EF-6E44-0B5C-E0C47AAA47E1}"/>
                    </a:ext>
                  </a:extLst>
                </p:cNvPr>
                <p:cNvSpPr/>
                <p:nvPr/>
              </p:nvSpPr>
              <p:spPr>
                <a:xfrm>
                  <a:off x="3609959" y="2095100"/>
                  <a:ext cx="103466" cy="283200"/>
                </a:xfrm>
                <a:custGeom>
                  <a:avLst/>
                  <a:gdLst>
                    <a:gd name="csX0" fmla="*/ 66690 w 103466"/>
                    <a:gd name="csY0" fmla="*/ 46786 h 283200"/>
                    <a:gd name="csX1" fmla="*/ 80406 w 103466"/>
                    <a:gd name="csY1" fmla="*/ 64122 h 283200"/>
                    <a:gd name="csX2" fmla="*/ 90979 w 103466"/>
                    <a:gd name="csY2" fmla="*/ 84029 h 283200"/>
                    <a:gd name="csX3" fmla="*/ 97837 w 103466"/>
                    <a:gd name="csY3" fmla="*/ 104032 h 283200"/>
                    <a:gd name="csX4" fmla="*/ 100599 w 103466"/>
                    <a:gd name="csY4" fmla="*/ 121748 h 283200"/>
                    <a:gd name="csX5" fmla="*/ 99456 w 103466"/>
                    <a:gd name="csY5" fmla="*/ 125749 h 283200"/>
                    <a:gd name="csX6" fmla="*/ 96980 w 103466"/>
                    <a:gd name="csY6" fmla="*/ 126320 h 283200"/>
                    <a:gd name="csX7" fmla="*/ 74977 w 103466"/>
                    <a:gd name="csY7" fmla="*/ 113557 h 283200"/>
                    <a:gd name="csX8" fmla="*/ 71167 w 103466"/>
                    <a:gd name="csY8" fmla="*/ 110128 h 283200"/>
                    <a:gd name="csX9" fmla="*/ 68214 w 103466"/>
                    <a:gd name="csY9" fmla="*/ 104889 h 283200"/>
                    <a:gd name="csX10" fmla="*/ 66595 w 103466"/>
                    <a:gd name="csY10" fmla="*/ 100983 h 283200"/>
                    <a:gd name="csX11" fmla="*/ 63547 w 103466"/>
                    <a:gd name="csY11" fmla="*/ 94792 h 283200"/>
                    <a:gd name="csX12" fmla="*/ 58404 w 103466"/>
                    <a:gd name="csY12" fmla="*/ 88029 h 283200"/>
                    <a:gd name="csX13" fmla="*/ 51069 w 103466"/>
                    <a:gd name="csY13" fmla="*/ 82124 h 283200"/>
                    <a:gd name="csX14" fmla="*/ 44878 w 103466"/>
                    <a:gd name="csY14" fmla="*/ 79266 h 283200"/>
                    <a:gd name="csX15" fmla="*/ 39639 w 103466"/>
                    <a:gd name="csY15" fmla="*/ 78695 h 283200"/>
                    <a:gd name="csX16" fmla="*/ 35925 w 103466"/>
                    <a:gd name="csY16" fmla="*/ 81171 h 283200"/>
                    <a:gd name="csX17" fmla="*/ 34496 w 103466"/>
                    <a:gd name="csY17" fmla="*/ 87839 h 283200"/>
                    <a:gd name="csX18" fmla="*/ 36115 w 103466"/>
                    <a:gd name="csY18" fmla="*/ 96221 h 283200"/>
                    <a:gd name="csX19" fmla="*/ 41544 w 103466"/>
                    <a:gd name="csY19" fmla="*/ 104889 h 283200"/>
                    <a:gd name="csX20" fmla="*/ 51069 w 103466"/>
                    <a:gd name="csY20" fmla="*/ 115557 h 283200"/>
                    <a:gd name="csX21" fmla="*/ 66595 w 103466"/>
                    <a:gd name="csY21" fmla="*/ 130225 h 283200"/>
                    <a:gd name="csX22" fmla="*/ 82692 w 103466"/>
                    <a:gd name="csY22" fmla="*/ 147942 h 283200"/>
                    <a:gd name="csX23" fmla="*/ 94218 w 103466"/>
                    <a:gd name="csY23" fmla="*/ 166992 h 283200"/>
                    <a:gd name="csX24" fmla="*/ 101171 w 103466"/>
                    <a:gd name="csY24" fmla="*/ 188899 h 283200"/>
                    <a:gd name="csX25" fmla="*/ 103457 w 103466"/>
                    <a:gd name="csY25" fmla="*/ 214617 h 283200"/>
                    <a:gd name="csX26" fmla="*/ 100790 w 103466"/>
                    <a:gd name="csY26" fmla="*/ 236143 h 283200"/>
                    <a:gd name="csX27" fmla="*/ 93170 w 103466"/>
                    <a:gd name="csY27" fmla="*/ 250336 h 283200"/>
                    <a:gd name="csX28" fmla="*/ 81359 w 103466"/>
                    <a:gd name="csY28" fmla="*/ 257003 h 283200"/>
                    <a:gd name="csX29" fmla="*/ 66214 w 103466"/>
                    <a:gd name="csY29" fmla="*/ 256050 h 283200"/>
                    <a:gd name="csX30" fmla="*/ 66214 w 103466"/>
                    <a:gd name="csY30" fmla="*/ 277291 h 283200"/>
                    <a:gd name="csX31" fmla="*/ 64881 w 103466"/>
                    <a:gd name="csY31" fmla="*/ 282149 h 283200"/>
                    <a:gd name="csX32" fmla="*/ 61870 w 103466"/>
                    <a:gd name="csY32" fmla="*/ 282880 h 283200"/>
                    <a:gd name="csX33" fmla="*/ 61642 w 103466"/>
                    <a:gd name="csY33" fmla="*/ 282720 h 283200"/>
                    <a:gd name="csX34" fmla="*/ 39639 w 103466"/>
                    <a:gd name="csY34" fmla="*/ 269957 h 283200"/>
                    <a:gd name="csX35" fmla="*/ 36401 w 103466"/>
                    <a:gd name="csY35" fmla="*/ 265766 h 283200"/>
                    <a:gd name="csX36" fmla="*/ 35067 w 103466"/>
                    <a:gd name="csY36" fmla="*/ 259289 h 283200"/>
                    <a:gd name="csX37" fmla="*/ 35067 w 103466"/>
                    <a:gd name="csY37" fmla="*/ 237096 h 283200"/>
                    <a:gd name="csX38" fmla="*/ 20970 w 103466"/>
                    <a:gd name="csY38" fmla="*/ 219474 h 283200"/>
                    <a:gd name="csX39" fmla="*/ 9826 w 103466"/>
                    <a:gd name="csY39" fmla="*/ 199091 h 283200"/>
                    <a:gd name="csX40" fmla="*/ 2682 w 103466"/>
                    <a:gd name="csY40" fmla="*/ 178041 h 283200"/>
                    <a:gd name="csX41" fmla="*/ 15 w 103466"/>
                    <a:gd name="csY41" fmla="*/ 158133 h 283200"/>
                    <a:gd name="csX42" fmla="*/ 1063 w 103466"/>
                    <a:gd name="csY42" fmla="*/ 154133 h 283200"/>
                    <a:gd name="csX43" fmla="*/ 3540 w 103466"/>
                    <a:gd name="csY43" fmla="*/ 153562 h 283200"/>
                    <a:gd name="csX44" fmla="*/ 25638 w 103466"/>
                    <a:gd name="csY44" fmla="*/ 166325 h 283200"/>
                    <a:gd name="csX45" fmla="*/ 29352 w 103466"/>
                    <a:gd name="csY45" fmla="*/ 169468 h 283200"/>
                    <a:gd name="csX46" fmla="*/ 32019 w 103466"/>
                    <a:gd name="csY46" fmla="*/ 174231 h 283200"/>
                    <a:gd name="csX47" fmla="*/ 34020 w 103466"/>
                    <a:gd name="csY47" fmla="*/ 179279 h 283200"/>
                    <a:gd name="csX48" fmla="*/ 37639 w 103466"/>
                    <a:gd name="csY48" fmla="*/ 186899 h 283200"/>
                    <a:gd name="csX49" fmla="*/ 43354 w 103466"/>
                    <a:gd name="csY49" fmla="*/ 195091 h 283200"/>
                    <a:gd name="csX50" fmla="*/ 51831 w 103466"/>
                    <a:gd name="csY50" fmla="*/ 202139 h 283200"/>
                    <a:gd name="csX51" fmla="*/ 66786 w 103466"/>
                    <a:gd name="csY51" fmla="*/ 207282 h 283200"/>
                    <a:gd name="csX52" fmla="*/ 72786 w 103466"/>
                    <a:gd name="csY52" fmla="*/ 198329 h 283200"/>
                    <a:gd name="csX53" fmla="*/ 70596 w 103466"/>
                    <a:gd name="csY53" fmla="*/ 189566 h 283200"/>
                    <a:gd name="csX54" fmla="*/ 64023 w 103466"/>
                    <a:gd name="csY54" fmla="*/ 180041 h 283200"/>
                    <a:gd name="csX55" fmla="*/ 52784 w 103466"/>
                    <a:gd name="csY55" fmla="*/ 168611 h 283200"/>
                    <a:gd name="csX56" fmla="*/ 36687 w 103466"/>
                    <a:gd name="csY56" fmla="*/ 153371 h 283200"/>
                    <a:gd name="csX57" fmla="*/ 11350 w 103466"/>
                    <a:gd name="csY57" fmla="*/ 116700 h 283200"/>
                    <a:gd name="csX58" fmla="*/ 3349 w 103466"/>
                    <a:gd name="csY58" fmla="*/ 70980 h 283200"/>
                    <a:gd name="csX59" fmla="*/ 5540 w 103466"/>
                    <a:gd name="csY59" fmla="*/ 51930 h 283200"/>
                    <a:gd name="csX60" fmla="*/ 11922 w 103466"/>
                    <a:gd name="csY60" fmla="*/ 37737 h 283200"/>
                    <a:gd name="csX61" fmla="*/ 22018 w 103466"/>
                    <a:gd name="csY61" fmla="*/ 29546 h 283200"/>
                    <a:gd name="csX62" fmla="*/ 35544 w 103466"/>
                    <a:gd name="csY62" fmla="*/ 28022 h 283200"/>
                    <a:gd name="csX63" fmla="*/ 35544 w 103466"/>
                    <a:gd name="csY63" fmla="*/ 5924 h 283200"/>
                    <a:gd name="csX64" fmla="*/ 36877 w 103466"/>
                    <a:gd name="csY64" fmla="*/ 971 h 283200"/>
                    <a:gd name="csX65" fmla="*/ 40115 w 103466"/>
                    <a:gd name="csY65" fmla="*/ 399 h 283200"/>
                    <a:gd name="csX66" fmla="*/ 62118 w 103466"/>
                    <a:gd name="csY66" fmla="*/ 13163 h 283200"/>
                    <a:gd name="csX67" fmla="*/ 65357 w 103466"/>
                    <a:gd name="csY67" fmla="*/ 17449 h 283200"/>
                    <a:gd name="csX68" fmla="*/ 66690 w 103466"/>
                    <a:gd name="csY68" fmla="*/ 23831 h 283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</a:cxnLst>
                  <a:rect l="l" t="t" r="r" b="b"/>
                  <a:pathLst>
                    <a:path w="103466" h="283200">
                      <a:moveTo>
                        <a:pt x="66690" y="46786"/>
                      </a:moveTo>
                      <a:cubicBezTo>
                        <a:pt x="71845" y="52079"/>
                        <a:pt x="76441" y="57888"/>
                        <a:pt x="80406" y="64122"/>
                      </a:cubicBezTo>
                      <a:cubicBezTo>
                        <a:pt x="84431" y="70480"/>
                        <a:pt x="87965" y="77135"/>
                        <a:pt x="90979" y="84029"/>
                      </a:cubicBezTo>
                      <a:cubicBezTo>
                        <a:pt x="93786" y="90506"/>
                        <a:pt x="96080" y="97194"/>
                        <a:pt x="97837" y="104032"/>
                      </a:cubicBezTo>
                      <a:cubicBezTo>
                        <a:pt x="99400" y="109819"/>
                        <a:pt x="100327" y="115760"/>
                        <a:pt x="100599" y="121748"/>
                      </a:cubicBezTo>
                      <a:cubicBezTo>
                        <a:pt x="100716" y="123176"/>
                        <a:pt x="100310" y="124598"/>
                        <a:pt x="99456" y="125749"/>
                      </a:cubicBezTo>
                      <a:cubicBezTo>
                        <a:pt x="98926" y="126584"/>
                        <a:pt x="97823" y="126839"/>
                        <a:pt x="96980" y="126320"/>
                      </a:cubicBezTo>
                      <a:lnTo>
                        <a:pt x="74977" y="113557"/>
                      </a:lnTo>
                      <a:cubicBezTo>
                        <a:pt x="73456" y="112728"/>
                        <a:pt x="72151" y="111553"/>
                        <a:pt x="71167" y="110128"/>
                      </a:cubicBezTo>
                      <a:cubicBezTo>
                        <a:pt x="70036" y="108468"/>
                        <a:pt x="69048" y="106716"/>
                        <a:pt x="68214" y="104889"/>
                      </a:cubicBezTo>
                      <a:lnTo>
                        <a:pt x="66595" y="100983"/>
                      </a:lnTo>
                      <a:cubicBezTo>
                        <a:pt x="65756" y="98837"/>
                        <a:pt x="64736" y="96766"/>
                        <a:pt x="63547" y="94792"/>
                      </a:cubicBezTo>
                      <a:cubicBezTo>
                        <a:pt x="62048" y="92382"/>
                        <a:pt x="60326" y="90118"/>
                        <a:pt x="58404" y="88029"/>
                      </a:cubicBezTo>
                      <a:cubicBezTo>
                        <a:pt x="56302" y="85669"/>
                        <a:pt x="53824" y="83673"/>
                        <a:pt x="51069" y="82124"/>
                      </a:cubicBezTo>
                      <a:cubicBezTo>
                        <a:pt x="49103" y="80974"/>
                        <a:pt x="47029" y="80017"/>
                        <a:pt x="44878" y="79266"/>
                      </a:cubicBezTo>
                      <a:cubicBezTo>
                        <a:pt x="43209" y="78633"/>
                        <a:pt x="41406" y="78436"/>
                        <a:pt x="39639" y="78695"/>
                      </a:cubicBezTo>
                      <a:cubicBezTo>
                        <a:pt x="38089" y="78912"/>
                        <a:pt x="36721" y="79824"/>
                        <a:pt x="35925" y="81171"/>
                      </a:cubicBezTo>
                      <a:cubicBezTo>
                        <a:pt x="34824" y="83213"/>
                        <a:pt x="34328" y="85526"/>
                        <a:pt x="34496" y="87839"/>
                      </a:cubicBezTo>
                      <a:cubicBezTo>
                        <a:pt x="34491" y="90711"/>
                        <a:pt x="35040" y="93557"/>
                        <a:pt x="36115" y="96221"/>
                      </a:cubicBezTo>
                      <a:cubicBezTo>
                        <a:pt x="37493" y="99359"/>
                        <a:pt x="39322" y="102280"/>
                        <a:pt x="41544" y="104889"/>
                      </a:cubicBezTo>
                      <a:cubicBezTo>
                        <a:pt x="44453" y="108674"/>
                        <a:pt x="47636" y="112240"/>
                        <a:pt x="51069" y="115557"/>
                      </a:cubicBezTo>
                      <a:cubicBezTo>
                        <a:pt x="55260" y="119557"/>
                        <a:pt x="60594" y="124510"/>
                        <a:pt x="66595" y="130225"/>
                      </a:cubicBezTo>
                      <a:cubicBezTo>
                        <a:pt x="72417" y="135700"/>
                        <a:pt x="77799" y="141623"/>
                        <a:pt x="82692" y="147942"/>
                      </a:cubicBezTo>
                      <a:cubicBezTo>
                        <a:pt x="87261" y="153822"/>
                        <a:pt x="91129" y="160215"/>
                        <a:pt x="94218" y="166992"/>
                      </a:cubicBezTo>
                      <a:cubicBezTo>
                        <a:pt x="97387" y="173996"/>
                        <a:pt x="99720" y="181349"/>
                        <a:pt x="101171" y="188899"/>
                      </a:cubicBezTo>
                      <a:cubicBezTo>
                        <a:pt x="102756" y="197379"/>
                        <a:pt x="103521" y="205991"/>
                        <a:pt x="103457" y="214617"/>
                      </a:cubicBezTo>
                      <a:cubicBezTo>
                        <a:pt x="103567" y="221881"/>
                        <a:pt x="102670" y="229126"/>
                        <a:pt x="100790" y="236143"/>
                      </a:cubicBezTo>
                      <a:cubicBezTo>
                        <a:pt x="99336" y="241381"/>
                        <a:pt x="96733" y="246230"/>
                        <a:pt x="93170" y="250336"/>
                      </a:cubicBezTo>
                      <a:cubicBezTo>
                        <a:pt x="90059" y="253778"/>
                        <a:pt x="85914" y="256118"/>
                        <a:pt x="81359" y="257003"/>
                      </a:cubicBezTo>
                      <a:cubicBezTo>
                        <a:pt x="76307" y="257897"/>
                        <a:pt x="71114" y="257570"/>
                        <a:pt x="66214" y="256050"/>
                      </a:cubicBezTo>
                      <a:lnTo>
                        <a:pt x="66214" y="277291"/>
                      </a:lnTo>
                      <a:cubicBezTo>
                        <a:pt x="66333" y="279015"/>
                        <a:pt x="65863" y="280728"/>
                        <a:pt x="64881" y="282149"/>
                      </a:cubicBezTo>
                      <a:cubicBezTo>
                        <a:pt x="64251" y="283182"/>
                        <a:pt x="62903" y="283510"/>
                        <a:pt x="61870" y="282880"/>
                      </a:cubicBezTo>
                      <a:cubicBezTo>
                        <a:pt x="61791" y="282832"/>
                        <a:pt x="61714" y="282778"/>
                        <a:pt x="61642" y="282720"/>
                      </a:cubicBezTo>
                      <a:lnTo>
                        <a:pt x="39639" y="269957"/>
                      </a:lnTo>
                      <a:cubicBezTo>
                        <a:pt x="38145" y="268937"/>
                        <a:pt x="37011" y="267470"/>
                        <a:pt x="36401" y="265766"/>
                      </a:cubicBezTo>
                      <a:cubicBezTo>
                        <a:pt x="35540" y="263714"/>
                        <a:pt x="35087" y="261514"/>
                        <a:pt x="35067" y="259289"/>
                      </a:cubicBezTo>
                      <a:lnTo>
                        <a:pt x="35067" y="237096"/>
                      </a:lnTo>
                      <a:cubicBezTo>
                        <a:pt x="29733" y="231759"/>
                        <a:pt x="25006" y="225850"/>
                        <a:pt x="20970" y="219474"/>
                      </a:cubicBezTo>
                      <a:cubicBezTo>
                        <a:pt x="16721" y="212986"/>
                        <a:pt x="12995" y="206170"/>
                        <a:pt x="9826" y="199091"/>
                      </a:cubicBezTo>
                      <a:cubicBezTo>
                        <a:pt x="6823" y="192301"/>
                        <a:pt x="4432" y="185256"/>
                        <a:pt x="2682" y="178041"/>
                      </a:cubicBezTo>
                      <a:cubicBezTo>
                        <a:pt x="1102" y="171516"/>
                        <a:pt x="209" y="164844"/>
                        <a:pt x="15" y="158133"/>
                      </a:cubicBezTo>
                      <a:cubicBezTo>
                        <a:pt x="-82" y="156721"/>
                        <a:pt x="286" y="155316"/>
                        <a:pt x="1063" y="154133"/>
                      </a:cubicBezTo>
                      <a:cubicBezTo>
                        <a:pt x="1622" y="153339"/>
                        <a:pt x="2689" y="153093"/>
                        <a:pt x="3540" y="153562"/>
                      </a:cubicBezTo>
                      <a:lnTo>
                        <a:pt x="25638" y="166325"/>
                      </a:lnTo>
                      <a:cubicBezTo>
                        <a:pt x="27056" y="167139"/>
                        <a:pt x="28314" y="168205"/>
                        <a:pt x="29352" y="169468"/>
                      </a:cubicBezTo>
                      <a:cubicBezTo>
                        <a:pt x="30347" y="170994"/>
                        <a:pt x="31238" y="172585"/>
                        <a:pt x="32019" y="174231"/>
                      </a:cubicBezTo>
                      <a:cubicBezTo>
                        <a:pt x="32019" y="175278"/>
                        <a:pt x="33162" y="176898"/>
                        <a:pt x="34020" y="179279"/>
                      </a:cubicBezTo>
                      <a:cubicBezTo>
                        <a:pt x="35044" y="181901"/>
                        <a:pt x="36254" y="184448"/>
                        <a:pt x="37639" y="186899"/>
                      </a:cubicBezTo>
                      <a:cubicBezTo>
                        <a:pt x="39260" y="189817"/>
                        <a:pt x="41175" y="192562"/>
                        <a:pt x="43354" y="195091"/>
                      </a:cubicBezTo>
                      <a:cubicBezTo>
                        <a:pt x="45733" y="197931"/>
                        <a:pt x="48604" y="200319"/>
                        <a:pt x="51831" y="202139"/>
                      </a:cubicBezTo>
                      <a:cubicBezTo>
                        <a:pt x="56308" y="205078"/>
                        <a:pt x="61449" y="206846"/>
                        <a:pt x="66786" y="207282"/>
                      </a:cubicBezTo>
                      <a:cubicBezTo>
                        <a:pt x="70786" y="207282"/>
                        <a:pt x="72786" y="204330"/>
                        <a:pt x="72786" y="198329"/>
                      </a:cubicBezTo>
                      <a:cubicBezTo>
                        <a:pt x="72751" y="195277"/>
                        <a:pt x="72001" y="192276"/>
                        <a:pt x="70596" y="189566"/>
                      </a:cubicBezTo>
                      <a:cubicBezTo>
                        <a:pt x="68733" y="186177"/>
                        <a:pt x="66531" y="182985"/>
                        <a:pt x="64023" y="180041"/>
                      </a:cubicBezTo>
                      <a:cubicBezTo>
                        <a:pt x="61071" y="176707"/>
                        <a:pt x="57356" y="172897"/>
                        <a:pt x="52784" y="168611"/>
                      </a:cubicBezTo>
                      <a:cubicBezTo>
                        <a:pt x="48212" y="164325"/>
                        <a:pt x="43259" y="159086"/>
                        <a:pt x="36687" y="153371"/>
                      </a:cubicBezTo>
                      <a:cubicBezTo>
                        <a:pt x="25686" y="143126"/>
                        <a:pt x="17041" y="130614"/>
                        <a:pt x="11350" y="116700"/>
                      </a:cubicBezTo>
                      <a:cubicBezTo>
                        <a:pt x="5789" y="102110"/>
                        <a:pt x="3073" y="86591"/>
                        <a:pt x="3349" y="70980"/>
                      </a:cubicBezTo>
                      <a:cubicBezTo>
                        <a:pt x="3280" y="64563"/>
                        <a:pt x="4016" y="58163"/>
                        <a:pt x="5540" y="51930"/>
                      </a:cubicBezTo>
                      <a:cubicBezTo>
                        <a:pt x="6793" y="46853"/>
                        <a:pt x="8955" y="42044"/>
                        <a:pt x="11922" y="37737"/>
                      </a:cubicBezTo>
                      <a:cubicBezTo>
                        <a:pt x="14415" y="34080"/>
                        <a:pt x="17925" y="31232"/>
                        <a:pt x="22018" y="29546"/>
                      </a:cubicBezTo>
                      <a:cubicBezTo>
                        <a:pt x="26301" y="27804"/>
                        <a:pt x="30981" y="27277"/>
                        <a:pt x="35544" y="28022"/>
                      </a:cubicBezTo>
                      <a:lnTo>
                        <a:pt x="35544" y="5924"/>
                      </a:lnTo>
                      <a:cubicBezTo>
                        <a:pt x="35425" y="4171"/>
                        <a:pt x="35894" y="2428"/>
                        <a:pt x="36877" y="971"/>
                      </a:cubicBezTo>
                      <a:cubicBezTo>
                        <a:pt x="37631" y="-54"/>
                        <a:pt x="39057" y="-306"/>
                        <a:pt x="40115" y="399"/>
                      </a:cubicBezTo>
                      <a:lnTo>
                        <a:pt x="62118" y="13163"/>
                      </a:lnTo>
                      <a:cubicBezTo>
                        <a:pt x="63615" y="14222"/>
                        <a:pt x="64747" y="15720"/>
                        <a:pt x="65357" y="17449"/>
                      </a:cubicBezTo>
                      <a:cubicBezTo>
                        <a:pt x="66217" y="19468"/>
                        <a:pt x="66670" y="21637"/>
                        <a:pt x="66690" y="23831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grpSp>
              <p:nvGrpSpPr>
                <p:cNvPr id="353" name="Graphic 5">
                  <a:extLst>
                    <a:ext uri="{FF2B5EF4-FFF2-40B4-BE49-F238E27FC236}">
                      <a16:creationId xmlns:a16="http://schemas.microsoft.com/office/drawing/2014/main" id="{B86459DC-9E11-2D09-C011-CAE8C061CE9A}"/>
                    </a:ext>
                  </a:extLst>
                </p:cNvPr>
                <p:cNvGrpSpPr/>
                <p:nvPr/>
              </p:nvGrpSpPr>
              <p:grpSpPr>
                <a:xfrm>
                  <a:off x="4524946" y="574269"/>
                  <a:ext cx="191833" cy="298219"/>
                  <a:chOff x="4524946" y="574269"/>
                  <a:chExt cx="191833" cy="298219"/>
                </a:xfrm>
              </p:grpSpPr>
              <p:sp>
                <p:nvSpPr>
                  <p:cNvPr id="354" name="Freeform: Shape 353">
                    <a:extLst>
                      <a:ext uri="{FF2B5EF4-FFF2-40B4-BE49-F238E27FC236}">
                        <a16:creationId xmlns:a16="http://schemas.microsoft.com/office/drawing/2014/main" id="{C75CEE83-F608-CCD4-76DF-8354F319741F}"/>
                      </a:ext>
                    </a:extLst>
                  </p:cNvPr>
                  <p:cNvSpPr/>
                  <p:nvPr/>
                </p:nvSpPr>
                <p:spPr>
                  <a:xfrm>
                    <a:off x="4524946" y="574269"/>
                    <a:ext cx="167258" cy="296791"/>
                  </a:xfrm>
                  <a:custGeom>
                    <a:avLst/>
                    <a:gdLst>
                      <a:gd name="csX0" fmla="*/ 167259 w 167258"/>
                      <a:gd name="csY0" fmla="*/ 23995 h 296791"/>
                      <a:gd name="csX1" fmla="*/ 136874 w 167258"/>
                      <a:gd name="csY1" fmla="*/ 6755 h 296791"/>
                      <a:gd name="csX2" fmla="*/ 136874 w 167258"/>
                      <a:gd name="csY2" fmla="*/ 6755 h 296791"/>
                      <a:gd name="csX3" fmla="*/ 79724 w 167258"/>
                      <a:gd name="csY3" fmla="*/ 10279 h 296791"/>
                      <a:gd name="csX4" fmla="*/ 0 w 167258"/>
                      <a:gd name="csY4" fmla="*/ 154488 h 296791"/>
                      <a:gd name="csX5" fmla="*/ 0 w 167258"/>
                      <a:gd name="csY5" fmla="*/ 166775 h 296791"/>
                      <a:gd name="csX6" fmla="*/ 72866 w 167258"/>
                      <a:gd name="csY6" fmla="*/ 279932 h 296791"/>
                      <a:gd name="csX7" fmla="*/ 102679 w 167258"/>
                      <a:gd name="csY7" fmla="*/ 296791 h 296791"/>
                      <a:gd name="csX8" fmla="*/ 86773 w 167258"/>
                      <a:gd name="csY8" fmla="*/ 272217 h 296791"/>
                      <a:gd name="csX9" fmla="*/ 159448 w 167258"/>
                      <a:gd name="csY9" fmla="*/ 74764 h 296791"/>
                      <a:gd name="csX10" fmla="*/ 159448 w 167258"/>
                      <a:gd name="csY10" fmla="*/ 62381 h 296791"/>
                      <a:gd name="csX11" fmla="*/ 156020 w 167258"/>
                      <a:gd name="csY11" fmla="*/ 35902 h 296791"/>
                      <a:gd name="csX12" fmla="*/ 159448 w 167258"/>
                      <a:gd name="csY12" fmla="*/ 37902 h 296791"/>
                      <a:gd name="csX13" fmla="*/ 80200 w 167258"/>
                      <a:gd name="csY13" fmla="*/ 147820 h 296791"/>
                      <a:gd name="csX14" fmla="*/ 40291 w 167258"/>
                      <a:gd name="csY14" fmla="*/ 124770 h 296791"/>
                      <a:gd name="csX15" fmla="*/ 80200 w 167258"/>
                      <a:gd name="csY15" fmla="*/ 55714 h 296791"/>
                      <a:gd name="csX16" fmla="*/ 120015 w 167258"/>
                      <a:gd name="csY16" fmla="*/ 78764 h 296791"/>
                      <a:gd name="csX17" fmla="*/ 80201 w 167258"/>
                      <a:gd name="csY17" fmla="*/ 148297 h 2967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167258" h="296791">
                        <a:moveTo>
                          <a:pt x="167259" y="23995"/>
                        </a:moveTo>
                        <a:lnTo>
                          <a:pt x="136874" y="6755"/>
                        </a:lnTo>
                        <a:lnTo>
                          <a:pt x="136874" y="6755"/>
                        </a:lnTo>
                        <a:cubicBezTo>
                          <a:pt x="122492" y="-2770"/>
                          <a:pt x="102394" y="-2770"/>
                          <a:pt x="79724" y="10279"/>
                        </a:cubicBezTo>
                        <a:cubicBezTo>
                          <a:pt x="35624" y="35711"/>
                          <a:pt x="0" y="100291"/>
                          <a:pt x="0" y="154488"/>
                        </a:cubicBezTo>
                        <a:lnTo>
                          <a:pt x="0" y="166775"/>
                        </a:lnTo>
                        <a:cubicBezTo>
                          <a:pt x="0" y="220972"/>
                          <a:pt x="72866" y="279932"/>
                          <a:pt x="72866" y="279932"/>
                        </a:cubicBezTo>
                        <a:lnTo>
                          <a:pt x="102679" y="296791"/>
                        </a:lnTo>
                        <a:cubicBezTo>
                          <a:pt x="102679" y="296791"/>
                          <a:pt x="84773" y="276408"/>
                          <a:pt x="86773" y="272217"/>
                        </a:cubicBezTo>
                        <a:cubicBezTo>
                          <a:pt x="105823" y="232117"/>
                          <a:pt x="159448" y="118960"/>
                          <a:pt x="159448" y="74764"/>
                        </a:cubicBezTo>
                        <a:lnTo>
                          <a:pt x="159448" y="62381"/>
                        </a:lnTo>
                        <a:cubicBezTo>
                          <a:pt x="159531" y="53439"/>
                          <a:pt x="158377" y="44528"/>
                          <a:pt x="156020" y="35902"/>
                        </a:cubicBezTo>
                        <a:lnTo>
                          <a:pt x="159448" y="37902"/>
                        </a:lnTo>
                        <a:close/>
                        <a:moveTo>
                          <a:pt x="80200" y="147820"/>
                        </a:moveTo>
                        <a:cubicBezTo>
                          <a:pt x="58198" y="160489"/>
                          <a:pt x="40291" y="150202"/>
                          <a:pt x="40291" y="124770"/>
                        </a:cubicBezTo>
                        <a:cubicBezTo>
                          <a:pt x="52197" y="122960"/>
                          <a:pt x="82010" y="72097"/>
                          <a:pt x="80200" y="55714"/>
                        </a:cubicBezTo>
                        <a:cubicBezTo>
                          <a:pt x="102203" y="43045"/>
                          <a:pt x="120015" y="53332"/>
                          <a:pt x="120015" y="78764"/>
                        </a:cubicBezTo>
                        <a:cubicBezTo>
                          <a:pt x="118644" y="106980"/>
                          <a:pt x="103841" y="132832"/>
                          <a:pt x="80201" y="148297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55" name="Freeform: Shape 354">
                    <a:extLst>
                      <a:ext uri="{FF2B5EF4-FFF2-40B4-BE49-F238E27FC236}">
                        <a16:creationId xmlns:a16="http://schemas.microsoft.com/office/drawing/2014/main" id="{50AAA9B8-50A8-2557-E8BE-D6A69BCCCB0D}"/>
                      </a:ext>
                    </a:extLst>
                  </p:cNvPr>
                  <p:cNvSpPr/>
                  <p:nvPr/>
                </p:nvSpPr>
                <p:spPr>
                  <a:xfrm>
                    <a:off x="4524946" y="574269"/>
                    <a:ext cx="167258" cy="296791"/>
                  </a:xfrm>
                  <a:custGeom>
                    <a:avLst/>
                    <a:gdLst>
                      <a:gd name="csX0" fmla="*/ 167259 w 167258"/>
                      <a:gd name="csY0" fmla="*/ 23995 h 296791"/>
                      <a:gd name="csX1" fmla="*/ 136874 w 167258"/>
                      <a:gd name="csY1" fmla="*/ 6755 h 296791"/>
                      <a:gd name="csX2" fmla="*/ 136874 w 167258"/>
                      <a:gd name="csY2" fmla="*/ 6755 h 296791"/>
                      <a:gd name="csX3" fmla="*/ 79724 w 167258"/>
                      <a:gd name="csY3" fmla="*/ 10279 h 296791"/>
                      <a:gd name="csX4" fmla="*/ 0 w 167258"/>
                      <a:gd name="csY4" fmla="*/ 154488 h 296791"/>
                      <a:gd name="csX5" fmla="*/ 0 w 167258"/>
                      <a:gd name="csY5" fmla="*/ 166775 h 296791"/>
                      <a:gd name="csX6" fmla="*/ 72866 w 167258"/>
                      <a:gd name="csY6" fmla="*/ 279932 h 296791"/>
                      <a:gd name="csX7" fmla="*/ 102679 w 167258"/>
                      <a:gd name="csY7" fmla="*/ 296791 h 296791"/>
                      <a:gd name="csX8" fmla="*/ 86773 w 167258"/>
                      <a:gd name="csY8" fmla="*/ 272217 h 296791"/>
                      <a:gd name="csX9" fmla="*/ 159448 w 167258"/>
                      <a:gd name="csY9" fmla="*/ 74764 h 296791"/>
                      <a:gd name="csX10" fmla="*/ 159448 w 167258"/>
                      <a:gd name="csY10" fmla="*/ 62381 h 296791"/>
                      <a:gd name="csX11" fmla="*/ 156020 w 167258"/>
                      <a:gd name="csY11" fmla="*/ 35902 h 296791"/>
                      <a:gd name="csX12" fmla="*/ 159448 w 167258"/>
                      <a:gd name="csY12" fmla="*/ 37902 h 296791"/>
                      <a:gd name="csX13" fmla="*/ 80200 w 167258"/>
                      <a:gd name="csY13" fmla="*/ 147820 h 296791"/>
                      <a:gd name="csX14" fmla="*/ 40291 w 167258"/>
                      <a:gd name="csY14" fmla="*/ 124770 h 296791"/>
                      <a:gd name="csX15" fmla="*/ 80200 w 167258"/>
                      <a:gd name="csY15" fmla="*/ 55714 h 296791"/>
                      <a:gd name="csX16" fmla="*/ 120015 w 167258"/>
                      <a:gd name="csY16" fmla="*/ 78764 h 296791"/>
                      <a:gd name="csX17" fmla="*/ 80201 w 167258"/>
                      <a:gd name="csY17" fmla="*/ 148297 h 2967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167258" h="296791">
                        <a:moveTo>
                          <a:pt x="167259" y="23995"/>
                        </a:moveTo>
                        <a:lnTo>
                          <a:pt x="136874" y="6755"/>
                        </a:lnTo>
                        <a:lnTo>
                          <a:pt x="136874" y="6755"/>
                        </a:lnTo>
                        <a:cubicBezTo>
                          <a:pt x="122492" y="-2770"/>
                          <a:pt x="102394" y="-2770"/>
                          <a:pt x="79724" y="10279"/>
                        </a:cubicBezTo>
                        <a:cubicBezTo>
                          <a:pt x="35624" y="35711"/>
                          <a:pt x="0" y="100291"/>
                          <a:pt x="0" y="154488"/>
                        </a:cubicBezTo>
                        <a:lnTo>
                          <a:pt x="0" y="166775"/>
                        </a:lnTo>
                        <a:cubicBezTo>
                          <a:pt x="0" y="220972"/>
                          <a:pt x="72866" y="279932"/>
                          <a:pt x="72866" y="279932"/>
                        </a:cubicBezTo>
                        <a:lnTo>
                          <a:pt x="102679" y="296791"/>
                        </a:lnTo>
                        <a:cubicBezTo>
                          <a:pt x="102679" y="296791"/>
                          <a:pt x="84773" y="276408"/>
                          <a:pt x="86773" y="272217"/>
                        </a:cubicBezTo>
                        <a:cubicBezTo>
                          <a:pt x="105823" y="232117"/>
                          <a:pt x="159448" y="118960"/>
                          <a:pt x="159448" y="74764"/>
                        </a:cubicBezTo>
                        <a:lnTo>
                          <a:pt x="159448" y="62381"/>
                        </a:lnTo>
                        <a:cubicBezTo>
                          <a:pt x="159531" y="53439"/>
                          <a:pt x="158377" y="44528"/>
                          <a:pt x="156020" y="35902"/>
                        </a:cubicBezTo>
                        <a:lnTo>
                          <a:pt x="159448" y="37902"/>
                        </a:lnTo>
                        <a:close/>
                        <a:moveTo>
                          <a:pt x="80200" y="147820"/>
                        </a:moveTo>
                        <a:cubicBezTo>
                          <a:pt x="58198" y="160489"/>
                          <a:pt x="40291" y="150202"/>
                          <a:pt x="40291" y="124770"/>
                        </a:cubicBezTo>
                        <a:cubicBezTo>
                          <a:pt x="52197" y="122960"/>
                          <a:pt x="82010" y="72097"/>
                          <a:pt x="80200" y="55714"/>
                        </a:cubicBezTo>
                        <a:cubicBezTo>
                          <a:pt x="102203" y="43045"/>
                          <a:pt x="120015" y="53332"/>
                          <a:pt x="120015" y="78764"/>
                        </a:cubicBezTo>
                        <a:cubicBezTo>
                          <a:pt x="118644" y="106980"/>
                          <a:pt x="103841" y="132832"/>
                          <a:pt x="80201" y="14829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356" name="Freeform: Shape 355">
                    <a:extLst>
                      <a:ext uri="{FF2B5EF4-FFF2-40B4-BE49-F238E27FC236}">
                        <a16:creationId xmlns:a16="http://schemas.microsoft.com/office/drawing/2014/main" id="{5AF68E01-28F4-E08B-A648-3C1FD3BC13BD}"/>
                      </a:ext>
                    </a:extLst>
                  </p:cNvPr>
                  <p:cNvSpPr/>
                  <p:nvPr/>
                </p:nvSpPr>
                <p:spPr>
                  <a:xfrm>
                    <a:off x="4557236" y="592547"/>
                    <a:ext cx="159543" cy="279941"/>
                  </a:xfrm>
                  <a:custGeom>
                    <a:avLst/>
                    <a:gdLst>
                      <a:gd name="csX0" fmla="*/ 159544 w 159543"/>
                      <a:gd name="csY0" fmla="*/ 62391 h 279941"/>
                      <a:gd name="csX1" fmla="*/ 79819 w 159543"/>
                      <a:gd name="csY1" fmla="*/ 10289 h 279941"/>
                      <a:gd name="csX2" fmla="*/ 0 w 159543"/>
                      <a:gd name="csY2" fmla="*/ 154498 h 279941"/>
                      <a:gd name="csX3" fmla="*/ 0 w 159543"/>
                      <a:gd name="csY3" fmla="*/ 166880 h 279941"/>
                      <a:gd name="csX4" fmla="*/ 69056 w 159543"/>
                      <a:gd name="csY4" fmla="*/ 277085 h 279941"/>
                      <a:gd name="csX5" fmla="*/ 84266 w 159543"/>
                      <a:gd name="csY5" fmla="*/ 276481 h 279941"/>
                      <a:gd name="csX6" fmla="*/ 86011 w 159543"/>
                      <a:gd name="csY6" fmla="*/ 273941 h 279941"/>
                      <a:gd name="csX7" fmla="*/ 159544 w 159543"/>
                      <a:gd name="csY7" fmla="*/ 74774 h 279941"/>
                      <a:gd name="csX8" fmla="*/ 79819 w 159543"/>
                      <a:gd name="csY8" fmla="*/ 148116 h 279941"/>
                      <a:gd name="csX9" fmla="*/ 39910 w 159543"/>
                      <a:gd name="csY9" fmla="*/ 125161 h 279941"/>
                      <a:gd name="csX10" fmla="*/ 79819 w 159543"/>
                      <a:gd name="csY10" fmla="*/ 56105 h 279941"/>
                      <a:gd name="csX11" fmla="*/ 119634 w 159543"/>
                      <a:gd name="csY11" fmla="*/ 79060 h 279941"/>
                      <a:gd name="csX12" fmla="*/ 79820 w 159543"/>
                      <a:gd name="csY12" fmla="*/ 148402 h 2799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159543" h="279941">
                        <a:moveTo>
                          <a:pt x="159544" y="62391"/>
                        </a:moveTo>
                        <a:cubicBezTo>
                          <a:pt x="159544" y="8194"/>
                          <a:pt x="123825" y="-15142"/>
                          <a:pt x="79819" y="10289"/>
                        </a:cubicBezTo>
                        <a:cubicBezTo>
                          <a:pt x="35814" y="35721"/>
                          <a:pt x="0" y="100301"/>
                          <a:pt x="0" y="154498"/>
                        </a:cubicBezTo>
                        <a:lnTo>
                          <a:pt x="0" y="166880"/>
                        </a:lnTo>
                        <a:cubicBezTo>
                          <a:pt x="0" y="208600"/>
                          <a:pt x="47625" y="256987"/>
                          <a:pt x="69056" y="277085"/>
                        </a:cubicBezTo>
                        <a:cubicBezTo>
                          <a:pt x="73423" y="281118"/>
                          <a:pt x="80232" y="280847"/>
                          <a:pt x="84266" y="276481"/>
                        </a:cubicBezTo>
                        <a:cubicBezTo>
                          <a:pt x="84966" y="275722"/>
                          <a:pt x="85554" y="274867"/>
                          <a:pt x="86011" y="273941"/>
                        </a:cubicBezTo>
                        <a:cubicBezTo>
                          <a:pt x="105061" y="235841"/>
                          <a:pt x="159544" y="119636"/>
                          <a:pt x="159544" y="74774"/>
                        </a:cubicBezTo>
                        <a:close/>
                        <a:moveTo>
                          <a:pt x="79819" y="148116"/>
                        </a:moveTo>
                        <a:cubicBezTo>
                          <a:pt x="57721" y="160880"/>
                          <a:pt x="39910" y="150593"/>
                          <a:pt x="39910" y="125161"/>
                        </a:cubicBezTo>
                        <a:cubicBezTo>
                          <a:pt x="41405" y="97085"/>
                          <a:pt x="56239" y="71417"/>
                          <a:pt x="79819" y="56105"/>
                        </a:cubicBezTo>
                        <a:cubicBezTo>
                          <a:pt x="101822" y="43341"/>
                          <a:pt x="119634" y="53628"/>
                          <a:pt x="119634" y="79060"/>
                        </a:cubicBezTo>
                        <a:cubicBezTo>
                          <a:pt x="118234" y="107217"/>
                          <a:pt x="103431" y="132999"/>
                          <a:pt x="79820" y="148402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</p:grpSp>
          <p:grpSp>
            <p:nvGrpSpPr>
              <p:cNvPr id="357" name="Graphic 5">
                <a:extLst>
                  <a:ext uri="{FF2B5EF4-FFF2-40B4-BE49-F238E27FC236}">
                    <a16:creationId xmlns:a16="http://schemas.microsoft.com/office/drawing/2014/main" id="{739626FF-2ED4-22B7-A6AD-3601BC341605}"/>
                  </a:ext>
                </a:extLst>
              </p:cNvPr>
              <p:cNvGrpSpPr/>
              <p:nvPr/>
            </p:nvGrpSpPr>
            <p:grpSpPr>
              <a:xfrm>
                <a:off x="2983684" y="616419"/>
                <a:ext cx="3152036" cy="2316232"/>
                <a:chOff x="2983684" y="616419"/>
                <a:chExt cx="3152036" cy="2316232"/>
              </a:xfrm>
              <a:solidFill>
                <a:srgbClr val="353535"/>
              </a:solidFill>
            </p:grpSpPr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4154FF8A-8BAF-D823-C748-0AE6D93CBC2E}"/>
                    </a:ext>
                  </a:extLst>
                </p:cNvPr>
                <p:cNvSpPr/>
                <p:nvPr/>
              </p:nvSpPr>
              <p:spPr>
                <a:xfrm>
                  <a:off x="5515182" y="728917"/>
                  <a:ext cx="595966" cy="486188"/>
                </a:xfrm>
                <a:custGeom>
                  <a:avLst/>
                  <a:gdLst>
                    <a:gd name="csX0" fmla="*/ 592343 w 595966"/>
                    <a:gd name="csY0" fmla="*/ 486187 h 486188"/>
                    <a:gd name="csX1" fmla="*/ 590057 w 595966"/>
                    <a:gd name="csY1" fmla="*/ 485330 h 486188"/>
                    <a:gd name="csX2" fmla="*/ 1317 w 595966"/>
                    <a:gd name="csY2" fmla="*/ 6318 h 486188"/>
                    <a:gd name="csX3" fmla="*/ 793 w 595966"/>
                    <a:gd name="csY3" fmla="*/ 1317 h 486188"/>
                    <a:gd name="csX4" fmla="*/ 5794 w 595966"/>
                    <a:gd name="csY4" fmla="*/ 793 h 486188"/>
                    <a:gd name="csX5" fmla="*/ 594629 w 595966"/>
                    <a:gd name="csY5" fmla="*/ 479901 h 486188"/>
                    <a:gd name="csX6" fmla="*/ 595206 w 595966"/>
                    <a:gd name="csY6" fmla="*/ 484851 h 486188"/>
                    <a:gd name="csX7" fmla="*/ 592343 w 595966"/>
                    <a:gd name="csY7" fmla="*/ 486187 h 4861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595966" h="486188">
                      <a:moveTo>
                        <a:pt x="592343" y="486187"/>
                      </a:moveTo>
                      <a:cubicBezTo>
                        <a:pt x="591505" y="486175"/>
                        <a:pt x="590697" y="485872"/>
                        <a:pt x="590057" y="485330"/>
                      </a:cubicBezTo>
                      <a:lnTo>
                        <a:pt x="1317" y="6318"/>
                      </a:lnTo>
                      <a:cubicBezTo>
                        <a:pt x="-208" y="5081"/>
                        <a:pt x="-443" y="2843"/>
                        <a:pt x="793" y="1317"/>
                      </a:cubicBezTo>
                      <a:cubicBezTo>
                        <a:pt x="2029" y="-208"/>
                        <a:pt x="4268" y="-443"/>
                        <a:pt x="5794" y="793"/>
                      </a:cubicBezTo>
                      <a:lnTo>
                        <a:pt x="594629" y="479901"/>
                      </a:lnTo>
                      <a:cubicBezTo>
                        <a:pt x="596156" y="481109"/>
                        <a:pt x="596414" y="483325"/>
                        <a:pt x="595206" y="484851"/>
                      </a:cubicBezTo>
                      <a:cubicBezTo>
                        <a:pt x="594516" y="485723"/>
                        <a:pt x="593455" y="486219"/>
                        <a:pt x="592343" y="486187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489FD941-8D0E-D6D2-F02B-4669A61B7208}"/>
                    </a:ext>
                  </a:extLst>
                </p:cNvPr>
                <p:cNvSpPr/>
                <p:nvPr/>
              </p:nvSpPr>
              <p:spPr>
                <a:xfrm>
                  <a:off x="6094188" y="1479612"/>
                  <a:ext cx="41532" cy="752762"/>
                </a:xfrm>
                <a:custGeom>
                  <a:avLst/>
                  <a:gdLst>
                    <a:gd name="csX0" fmla="*/ 3335 w 41532"/>
                    <a:gd name="csY0" fmla="*/ 752762 h 752762"/>
                    <a:gd name="csX1" fmla="*/ 3335 w 41532"/>
                    <a:gd name="csY1" fmla="*/ 752762 h 752762"/>
                    <a:gd name="csX2" fmla="*/ 2 w 41532"/>
                    <a:gd name="csY2" fmla="*/ 749047 h 752762"/>
                    <a:gd name="csX3" fmla="*/ 34387 w 41532"/>
                    <a:gd name="csY3" fmla="*/ 3430 h 752762"/>
                    <a:gd name="csX4" fmla="*/ 38102 w 41532"/>
                    <a:gd name="csY4" fmla="*/ 1 h 752762"/>
                    <a:gd name="csX5" fmla="*/ 41531 w 41532"/>
                    <a:gd name="csY5" fmla="*/ 3716 h 752762"/>
                    <a:gd name="csX6" fmla="*/ 6860 w 41532"/>
                    <a:gd name="csY6" fmla="*/ 749238 h 752762"/>
                    <a:gd name="csX7" fmla="*/ 3335 w 41532"/>
                    <a:gd name="csY7" fmla="*/ 752762 h 7527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41532" h="752762">
                      <a:moveTo>
                        <a:pt x="3335" y="752762"/>
                      </a:moveTo>
                      <a:lnTo>
                        <a:pt x="3335" y="752762"/>
                      </a:lnTo>
                      <a:cubicBezTo>
                        <a:pt x="1412" y="752611"/>
                        <a:pt x="-55" y="750976"/>
                        <a:pt x="2" y="749047"/>
                      </a:cubicBezTo>
                      <a:lnTo>
                        <a:pt x="34387" y="3430"/>
                      </a:lnTo>
                      <a:cubicBezTo>
                        <a:pt x="34490" y="1469"/>
                        <a:pt x="36138" y="-53"/>
                        <a:pt x="38102" y="1"/>
                      </a:cubicBezTo>
                      <a:cubicBezTo>
                        <a:pt x="40063" y="104"/>
                        <a:pt x="41585" y="1753"/>
                        <a:pt x="41531" y="3716"/>
                      </a:cubicBezTo>
                      <a:lnTo>
                        <a:pt x="6860" y="749238"/>
                      </a:lnTo>
                      <a:cubicBezTo>
                        <a:pt x="6860" y="751184"/>
                        <a:pt x="5282" y="752762"/>
                        <a:pt x="3335" y="752762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F4AC2B3E-3F43-1C63-BFCB-E7A8A26789D8}"/>
                    </a:ext>
                  </a:extLst>
                </p:cNvPr>
                <p:cNvSpPr/>
                <p:nvPr/>
              </p:nvSpPr>
              <p:spPr>
                <a:xfrm>
                  <a:off x="5651197" y="1537583"/>
                  <a:ext cx="396868" cy="740512"/>
                </a:xfrm>
                <a:custGeom>
                  <a:avLst/>
                  <a:gdLst>
                    <a:gd name="csX0" fmla="*/ 393367 w 396868"/>
                    <a:gd name="csY0" fmla="*/ 740510 h 740512"/>
                    <a:gd name="csX1" fmla="*/ 390224 w 396868"/>
                    <a:gd name="csY1" fmla="*/ 738605 h 740512"/>
                    <a:gd name="csX2" fmla="*/ 365 w 396868"/>
                    <a:gd name="csY2" fmla="*/ 5180 h 740512"/>
                    <a:gd name="csX3" fmla="*/ 1890 w 396868"/>
                    <a:gd name="csY3" fmla="*/ 418 h 740512"/>
                    <a:gd name="csX4" fmla="*/ 6652 w 396868"/>
                    <a:gd name="csY4" fmla="*/ 1847 h 740512"/>
                    <a:gd name="csX5" fmla="*/ 396415 w 396868"/>
                    <a:gd name="csY5" fmla="*/ 735272 h 740512"/>
                    <a:gd name="csX6" fmla="*/ 395141 w 396868"/>
                    <a:gd name="csY6" fmla="*/ 739951 h 740512"/>
                    <a:gd name="csX7" fmla="*/ 394986 w 396868"/>
                    <a:gd name="csY7" fmla="*/ 740034 h 740512"/>
                    <a:gd name="csX8" fmla="*/ 393367 w 396868"/>
                    <a:gd name="csY8" fmla="*/ 740510 h 7405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96868" h="740512">
                      <a:moveTo>
                        <a:pt x="393367" y="740510"/>
                      </a:moveTo>
                      <a:cubicBezTo>
                        <a:pt x="392032" y="740563"/>
                        <a:pt x="390795" y="739813"/>
                        <a:pt x="390224" y="738605"/>
                      </a:cubicBezTo>
                      <a:lnTo>
                        <a:pt x="365" y="5180"/>
                      </a:lnTo>
                      <a:cubicBezTo>
                        <a:pt x="-481" y="3441"/>
                        <a:pt x="190" y="1343"/>
                        <a:pt x="1890" y="418"/>
                      </a:cubicBezTo>
                      <a:cubicBezTo>
                        <a:pt x="3600" y="-498"/>
                        <a:pt x="5728" y="141"/>
                        <a:pt x="6652" y="1847"/>
                      </a:cubicBezTo>
                      <a:lnTo>
                        <a:pt x="396415" y="735272"/>
                      </a:lnTo>
                      <a:cubicBezTo>
                        <a:pt x="397356" y="736915"/>
                        <a:pt x="396785" y="739010"/>
                        <a:pt x="395141" y="739951"/>
                      </a:cubicBezTo>
                      <a:cubicBezTo>
                        <a:pt x="395091" y="739980"/>
                        <a:pt x="395039" y="740008"/>
                        <a:pt x="394986" y="740034"/>
                      </a:cubicBezTo>
                      <a:cubicBezTo>
                        <a:pt x="394493" y="740322"/>
                        <a:pt x="393938" y="740485"/>
                        <a:pt x="393367" y="740510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4483FA20-AEAB-BD31-2D3E-BC5ECBF514E4}"/>
                    </a:ext>
                  </a:extLst>
                </p:cNvPr>
                <p:cNvSpPr/>
                <p:nvPr/>
              </p:nvSpPr>
              <p:spPr>
                <a:xfrm>
                  <a:off x="5743799" y="1290846"/>
                  <a:ext cx="299207" cy="65037"/>
                </a:xfrm>
                <a:custGeom>
                  <a:avLst/>
                  <a:gdLst>
                    <a:gd name="csX0" fmla="*/ 3490 w 299207"/>
                    <a:gd name="csY0" fmla="*/ 65037 h 65037"/>
                    <a:gd name="csX1" fmla="*/ 61 w 299207"/>
                    <a:gd name="csY1" fmla="*/ 62180 h 65037"/>
                    <a:gd name="csX2" fmla="*/ 2824 w 299207"/>
                    <a:gd name="csY2" fmla="*/ 57989 h 65037"/>
                    <a:gd name="csX3" fmla="*/ 295050 w 299207"/>
                    <a:gd name="csY3" fmla="*/ 77 h 65037"/>
                    <a:gd name="csX4" fmla="*/ 299121 w 299207"/>
                    <a:gd name="csY4" fmla="*/ 2712 h 65037"/>
                    <a:gd name="csX5" fmla="*/ 299146 w 299207"/>
                    <a:gd name="csY5" fmla="*/ 2839 h 65037"/>
                    <a:gd name="csX6" fmla="*/ 296384 w 299207"/>
                    <a:gd name="csY6" fmla="*/ 7030 h 65037"/>
                    <a:gd name="csX7" fmla="*/ 4538 w 299207"/>
                    <a:gd name="csY7" fmla="*/ 64942 h 65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299207" h="65037">
                      <a:moveTo>
                        <a:pt x="3490" y="65037"/>
                      </a:moveTo>
                      <a:cubicBezTo>
                        <a:pt x="1799" y="65061"/>
                        <a:pt x="343" y="63848"/>
                        <a:pt x="61" y="62180"/>
                      </a:cubicBezTo>
                      <a:cubicBezTo>
                        <a:pt x="-293" y="60267"/>
                        <a:pt x="926" y="58417"/>
                        <a:pt x="2824" y="57989"/>
                      </a:cubicBezTo>
                      <a:lnTo>
                        <a:pt x="295050" y="77"/>
                      </a:lnTo>
                      <a:cubicBezTo>
                        <a:pt x="296902" y="-320"/>
                        <a:pt x="298725" y="860"/>
                        <a:pt x="299121" y="2712"/>
                      </a:cubicBezTo>
                      <a:cubicBezTo>
                        <a:pt x="299130" y="2754"/>
                        <a:pt x="299139" y="2796"/>
                        <a:pt x="299146" y="2839"/>
                      </a:cubicBezTo>
                      <a:cubicBezTo>
                        <a:pt x="299501" y="4751"/>
                        <a:pt x="298281" y="6602"/>
                        <a:pt x="296384" y="7030"/>
                      </a:cubicBezTo>
                      <a:lnTo>
                        <a:pt x="4538" y="64942"/>
                      </a:ln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E1A69169-36E1-E340-3962-B8A297998DC9}"/>
                    </a:ext>
                  </a:extLst>
                </p:cNvPr>
                <p:cNvSpPr/>
                <p:nvPr/>
              </p:nvSpPr>
              <p:spPr>
                <a:xfrm>
                  <a:off x="5402177" y="856291"/>
                  <a:ext cx="198861" cy="446560"/>
                </a:xfrm>
                <a:custGeom>
                  <a:avLst/>
                  <a:gdLst>
                    <a:gd name="csX0" fmla="*/ 194807 w 198861"/>
                    <a:gd name="csY0" fmla="*/ 446538 h 446560"/>
                    <a:gd name="csX1" fmla="*/ 191569 w 198861"/>
                    <a:gd name="csY1" fmla="*/ 444443 h 446560"/>
                    <a:gd name="csX2" fmla="*/ 307 w 198861"/>
                    <a:gd name="csY2" fmla="*/ 4959 h 446560"/>
                    <a:gd name="csX3" fmla="*/ 2089 w 198861"/>
                    <a:gd name="csY3" fmla="*/ 305 h 446560"/>
                    <a:gd name="csX4" fmla="*/ 2117 w 198861"/>
                    <a:gd name="csY4" fmla="*/ 292 h 446560"/>
                    <a:gd name="csX5" fmla="*/ 6753 w 198861"/>
                    <a:gd name="csY5" fmla="*/ 2122 h 446560"/>
                    <a:gd name="csX6" fmla="*/ 6784 w 198861"/>
                    <a:gd name="csY6" fmla="*/ 2197 h 446560"/>
                    <a:gd name="csX7" fmla="*/ 198522 w 198861"/>
                    <a:gd name="csY7" fmla="*/ 441585 h 446560"/>
                    <a:gd name="csX8" fmla="*/ 196918 w 198861"/>
                    <a:gd name="csY8" fmla="*/ 446162 h 446560"/>
                    <a:gd name="csX9" fmla="*/ 196713 w 198861"/>
                    <a:gd name="csY9" fmla="*/ 446253 h 446560"/>
                    <a:gd name="csX10" fmla="*/ 194807 w 198861"/>
                    <a:gd name="csY10" fmla="*/ 446538 h 4465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98861" h="446560">
                      <a:moveTo>
                        <a:pt x="194807" y="446538"/>
                      </a:moveTo>
                      <a:cubicBezTo>
                        <a:pt x="193407" y="446545"/>
                        <a:pt x="192136" y="445723"/>
                        <a:pt x="191569" y="444443"/>
                      </a:cubicBezTo>
                      <a:lnTo>
                        <a:pt x="307" y="4959"/>
                      </a:lnTo>
                      <a:cubicBezTo>
                        <a:pt x="-487" y="3182"/>
                        <a:pt x="311" y="1098"/>
                        <a:pt x="2089" y="305"/>
                      </a:cubicBezTo>
                      <a:cubicBezTo>
                        <a:pt x="2098" y="300"/>
                        <a:pt x="2108" y="296"/>
                        <a:pt x="2117" y="292"/>
                      </a:cubicBezTo>
                      <a:cubicBezTo>
                        <a:pt x="3902" y="-483"/>
                        <a:pt x="5978" y="337"/>
                        <a:pt x="6753" y="2122"/>
                      </a:cubicBezTo>
                      <a:cubicBezTo>
                        <a:pt x="6763" y="2147"/>
                        <a:pt x="6774" y="2172"/>
                        <a:pt x="6784" y="2197"/>
                      </a:cubicBezTo>
                      <a:lnTo>
                        <a:pt x="198522" y="441585"/>
                      </a:lnTo>
                      <a:cubicBezTo>
                        <a:pt x="199343" y="443292"/>
                        <a:pt x="198625" y="445341"/>
                        <a:pt x="196918" y="446162"/>
                      </a:cubicBezTo>
                      <a:cubicBezTo>
                        <a:pt x="196851" y="446194"/>
                        <a:pt x="196782" y="446225"/>
                        <a:pt x="196713" y="446253"/>
                      </a:cubicBezTo>
                      <a:cubicBezTo>
                        <a:pt x="196113" y="446510"/>
                        <a:pt x="195456" y="446608"/>
                        <a:pt x="194807" y="446538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C3DA930C-FD8F-530B-04C0-48003D99BDDF}"/>
                    </a:ext>
                  </a:extLst>
                </p:cNvPr>
                <p:cNvSpPr/>
                <p:nvPr/>
              </p:nvSpPr>
              <p:spPr>
                <a:xfrm>
                  <a:off x="4714899" y="616419"/>
                  <a:ext cx="632682" cy="109480"/>
                </a:xfrm>
                <a:custGeom>
                  <a:avLst/>
                  <a:gdLst>
                    <a:gd name="csX0" fmla="*/ 3595 w 632682"/>
                    <a:gd name="csY0" fmla="*/ 109481 h 109480"/>
                    <a:gd name="csX1" fmla="*/ 71 w 632682"/>
                    <a:gd name="csY1" fmla="*/ 106528 h 109480"/>
                    <a:gd name="csX2" fmla="*/ 2739 w 632682"/>
                    <a:gd name="csY2" fmla="*/ 102479 h 109480"/>
                    <a:gd name="csX3" fmla="*/ 3024 w 632682"/>
                    <a:gd name="csY3" fmla="*/ 102432 h 109480"/>
                    <a:gd name="csX4" fmla="*/ 628626 w 632682"/>
                    <a:gd name="csY4" fmla="*/ 39 h 109480"/>
                    <a:gd name="csX5" fmla="*/ 632626 w 632682"/>
                    <a:gd name="csY5" fmla="*/ 2991 h 109480"/>
                    <a:gd name="csX6" fmla="*/ 629783 w 632682"/>
                    <a:gd name="csY6" fmla="*/ 7085 h 109480"/>
                    <a:gd name="csX7" fmla="*/ 629769 w 632682"/>
                    <a:gd name="csY7" fmla="*/ 7087 h 109480"/>
                    <a:gd name="csX8" fmla="*/ 4167 w 632682"/>
                    <a:gd name="csY8" fmla="*/ 109386 h 1094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632682" h="109480">
                      <a:moveTo>
                        <a:pt x="3595" y="109481"/>
                      </a:moveTo>
                      <a:cubicBezTo>
                        <a:pt x="1866" y="109465"/>
                        <a:pt x="390" y="108228"/>
                        <a:pt x="71" y="106528"/>
                      </a:cubicBezTo>
                      <a:cubicBezTo>
                        <a:pt x="-311" y="104673"/>
                        <a:pt x="884" y="102860"/>
                        <a:pt x="2739" y="102479"/>
                      </a:cubicBezTo>
                      <a:cubicBezTo>
                        <a:pt x="2833" y="102459"/>
                        <a:pt x="2928" y="102444"/>
                        <a:pt x="3024" y="102432"/>
                      </a:cubicBezTo>
                      <a:lnTo>
                        <a:pt x="628626" y="39"/>
                      </a:lnTo>
                      <a:cubicBezTo>
                        <a:pt x="630545" y="-246"/>
                        <a:pt x="632333" y="1074"/>
                        <a:pt x="632626" y="2991"/>
                      </a:cubicBezTo>
                      <a:cubicBezTo>
                        <a:pt x="632971" y="4907"/>
                        <a:pt x="631698" y="6740"/>
                        <a:pt x="629783" y="7085"/>
                      </a:cubicBezTo>
                      <a:cubicBezTo>
                        <a:pt x="629778" y="7085"/>
                        <a:pt x="629774" y="7086"/>
                        <a:pt x="629769" y="7087"/>
                      </a:cubicBezTo>
                      <a:lnTo>
                        <a:pt x="4167" y="109386"/>
                      </a:ln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2055D073-8750-461E-2229-360D9C77D9F6}"/>
                    </a:ext>
                  </a:extLst>
                </p:cNvPr>
                <p:cNvSpPr/>
                <p:nvPr/>
              </p:nvSpPr>
              <p:spPr>
                <a:xfrm>
                  <a:off x="4708905" y="786558"/>
                  <a:ext cx="845771" cy="545323"/>
                </a:xfrm>
                <a:custGeom>
                  <a:avLst/>
                  <a:gdLst>
                    <a:gd name="csX0" fmla="*/ 842359 w 845771"/>
                    <a:gd name="csY0" fmla="*/ 545322 h 545323"/>
                    <a:gd name="csX1" fmla="*/ 840454 w 845771"/>
                    <a:gd name="csY1" fmla="*/ 544751 h 545323"/>
                    <a:gd name="csX2" fmla="*/ 1588 w 845771"/>
                    <a:gd name="csY2" fmla="*/ 6493 h 545323"/>
                    <a:gd name="csX3" fmla="*/ 588 w 845771"/>
                    <a:gd name="csY3" fmla="*/ 1588 h 545323"/>
                    <a:gd name="csX4" fmla="*/ 5493 w 845771"/>
                    <a:gd name="csY4" fmla="*/ 588 h 545323"/>
                    <a:gd name="csX5" fmla="*/ 844169 w 845771"/>
                    <a:gd name="csY5" fmla="*/ 538845 h 545323"/>
                    <a:gd name="csX6" fmla="*/ 845200 w 845771"/>
                    <a:gd name="csY6" fmla="*/ 543722 h 545323"/>
                    <a:gd name="csX7" fmla="*/ 842169 w 845771"/>
                    <a:gd name="csY7" fmla="*/ 545322 h 5453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845771" h="545323">
                      <a:moveTo>
                        <a:pt x="842359" y="545322"/>
                      </a:moveTo>
                      <a:cubicBezTo>
                        <a:pt x="841686" y="545300"/>
                        <a:pt x="841030" y="545103"/>
                        <a:pt x="840454" y="544751"/>
                      </a:cubicBezTo>
                      <a:lnTo>
                        <a:pt x="1588" y="6493"/>
                      </a:lnTo>
                      <a:cubicBezTo>
                        <a:pt x="-43" y="5415"/>
                        <a:pt x="-491" y="3218"/>
                        <a:pt x="588" y="1588"/>
                      </a:cubicBezTo>
                      <a:cubicBezTo>
                        <a:pt x="1666" y="-43"/>
                        <a:pt x="3862" y="-491"/>
                        <a:pt x="5493" y="588"/>
                      </a:cubicBezTo>
                      <a:lnTo>
                        <a:pt x="844169" y="538845"/>
                      </a:lnTo>
                      <a:cubicBezTo>
                        <a:pt x="845801" y="539907"/>
                        <a:pt x="846262" y="542090"/>
                        <a:pt x="845200" y="543722"/>
                      </a:cubicBezTo>
                      <a:cubicBezTo>
                        <a:pt x="844535" y="544744"/>
                        <a:pt x="843388" y="545349"/>
                        <a:pt x="842169" y="545322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2B5F7C86-0D44-6B1B-F60F-FC3F8DA87245}"/>
                    </a:ext>
                  </a:extLst>
                </p:cNvPr>
                <p:cNvSpPr/>
                <p:nvPr/>
              </p:nvSpPr>
              <p:spPr>
                <a:xfrm>
                  <a:off x="5544764" y="1537395"/>
                  <a:ext cx="71402" cy="578700"/>
                </a:xfrm>
                <a:custGeom>
                  <a:avLst/>
                  <a:gdLst>
                    <a:gd name="csX0" fmla="*/ 3167 w 71402"/>
                    <a:gd name="csY0" fmla="*/ 578679 h 578700"/>
                    <a:gd name="csX1" fmla="*/ 3167 w 71402"/>
                    <a:gd name="csY1" fmla="*/ 578679 h 578700"/>
                    <a:gd name="csX2" fmla="*/ 24 w 71402"/>
                    <a:gd name="csY2" fmla="*/ 574678 h 578700"/>
                    <a:gd name="csX3" fmla="*/ 64317 w 71402"/>
                    <a:gd name="csY3" fmla="*/ 3178 h 578700"/>
                    <a:gd name="csX4" fmla="*/ 68171 w 71402"/>
                    <a:gd name="csY4" fmla="*/ 17 h 578700"/>
                    <a:gd name="csX5" fmla="*/ 68318 w 71402"/>
                    <a:gd name="csY5" fmla="*/ 35 h 578700"/>
                    <a:gd name="csX6" fmla="*/ 71384 w 71402"/>
                    <a:gd name="csY6" fmla="*/ 3792 h 578700"/>
                    <a:gd name="csX7" fmla="*/ 71366 w 71402"/>
                    <a:gd name="csY7" fmla="*/ 3940 h 578700"/>
                    <a:gd name="csX8" fmla="*/ 7072 w 71402"/>
                    <a:gd name="csY8" fmla="*/ 575440 h 578700"/>
                    <a:gd name="csX9" fmla="*/ 3294 w 71402"/>
                    <a:gd name="csY9" fmla="*/ 578691 h 578700"/>
                    <a:gd name="csX10" fmla="*/ 3167 w 71402"/>
                    <a:gd name="csY10" fmla="*/ 578679 h 5787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71402" h="578700">
                      <a:moveTo>
                        <a:pt x="3167" y="578679"/>
                      </a:moveTo>
                      <a:lnTo>
                        <a:pt x="3167" y="578679"/>
                      </a:lnTo>
                      <a:cubicBezTo>
                        <a:pt x="1201" y="578431"/>
                        <a:pt x="-201" y="576647"/>
                        <a:pt x="24" y="574678"/>
                      </a:cubicBezTo>
                      <a:lnTo>
                        <a:pt x="64317" y="3178"/>
                      </a:lnTo>
                      <a:cubicBezTo>
                        <a:pt x="64509" y="1241"/>
                        <a:pt x="66234" y="-174"/>
                        <a:pt x="68171" y="17"/>
                      </a:cubicBezTo>
                      <a:cubicBezTo>
                        <a:pt x="68220" y="22"/>
                        <a:pt x="68269" y="28"/>
                        <a:pt x="68318" y="35"/>
                      </a:cubicBezTo>
                      <a:cubicBezTo>
                        <a:pt x="70202" y="226"/>
                        <a:pt x="71575" y="1908"/>
                        <a:pt x="71384" y="3792"/>
                      </a:cubicBezTo>
                      <a:cubicBezTo>
                        <a:pt x="71379" y="3841"/>
                        <a:pt x="71373" y="3891"/>
                        <a:pt x="71366" y="3940"/>
                      </a:cubicBezTo>
                      <a:lnTo>
                        <a:pt x="7072" y="575440"/>
                      </a:lnTo>
                      <a:cubicBezTo>
                        <a:pt x="6926" y="577381"/>
                        <a:pt x="5235" y="578836"/>
                        <a:pt x="3294" y="578691"/>
                      </a:cubicBezTo>
                      <a:cubicBezTo>
                        <a:pt x="3251" y="578687"/>
                        <a:pt x="3209" y="578683"/>
                        <a:pt x="3167" y="57867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D95DD44E-D690-C431-BE77-47F9EEC70DC9}"/>
                    </a:ext>
                  </a:extLst>
                </p:cNvPr>
                <p:cNvSpPr/>
                <p:nvPr/>
              </p:nvSpPr>
              <p:spPr>
                <a:xfrm>
                  <a:off x="5161092" y="2459707"/>
                  <a:ext cx="807181" cy="472945"/>
                </a:xfrm>
                <a:custGeom>
                  <a:avLst/>
                  <a:gdLst>
                    <a:gd name="csX0" fmla="*/ 3553 w 807181"/>
                    <a:gd name="csY0" fmla="*/ 472945 h 472945"/>
                    <a:gd name="csX1" fmla="*/ 505 w 807181"/>
                    <a:gd name="csY1" fmla="*/ 471135 h 472945"/>
                    <a:gd name="csX2" fmla="*/ 1708 w 807181"/>
                    <a:gd name="csY2" fmla="*/ 466299 h 472945"/>
                    <a:gd name="csX3" fmla="*/ 1743 w 807181"/>
                    <a:gd name="csY3" fmla="*/ 466278 h 472945"/>
                    <a:gd name="csX4" fmla="*/ 801843 w 807181"/>
                    <a:gd name="csY4" fmla="*/ 505 h 472945"/>
                    <a:gd name="csX5" fmla="*/ 806680 w 807181"/>
                    <a:gd name="csY5" fmla="*/ 1708 h 472945"/>
                    <a:gd name="csX6" fmla="*/ 806701 w 807181"/>
                    <a:gd name="csY6" fmla="*/ 1743 h 472945"/>
                    <a:gd name="csX7" fmla="*/ 805434 w 807181"/>
                    <a:gd name="csY7" fmla="*/ 6563 h 472945"/>
                    <a:gd name="csX8" fmla="*/ 805368 w 807181"/>
                    <a:gd name="csY8" fmla="*/ 6601 h 472945"/>
                    <a:gd name="csX9" fmla="*/ 5268 w 807181"/>
                    <a:gd name="csY9" fmla="*/ 472469 h 472945"/>
                    <a:gd name="csX10" fmla="*/ 3553 w 807181"/>
                    <a:gd name="csY10" fmla="*/ 472945 h 4729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807181" h="472945">
                      <a:moveTo>
                        <a:pt x="3553" y="472945"/>
                      </a:moveTo>
                      <a:cubicBezTo>
                        <a:pt x="2285" y="472934"/>
                        <a:pt x="1122" y="472243"/>
                        <a:pt x="505" y="471135"/>
                      </a:cubicBezTo>
                      <a:cubicBezTo>
                        <a:pt x="-498" y="469468"/>
                        <a:pt x="40" y="467302"/>
                        <a:pt x="1708" y="466299"/>
                      </a:cubicBezTo>
                      <a:cubicBezTo>
                        <a:pt x="1719" y="466292"/>
                        <a:pt x="1731" y="466285"/>
                        <a:pt x="1743" y="466278"/>
                      </a:cubicBezTo>
                      <a:lnTo>
                        <a:pt x="801843" y="505"/>
                      </a:lnTo>
                      <a:cubicBezTo>
                        <a:pt x="803511" y="-498"/>
                        <a:pt x="805677" y="40"/>
                        <a:pt x="806680" y="1708"/>
                      </a:cubicBezTo>
                      <a:cubicBezTo>
                        <a:pt x="806687" y="1720"/>
                        <a:pt x="806694" y="1731"/>
                        <a:pt x="806701" y="1743"/>
                      </a:cubicBezTo>
                      <a:cubicBezTo>
                        <a:pt x="807682" y="3424"/>
                        <a:pt x="807115" y="5582"/>
                        <a:pt x="805434" y="6563"/>
                      </a:cubicBezTo>
                      <a:cubicBezTo>
                        <a:pt x="805412" y="6576"/>
                        <a:pt x="805390" y="6589"/>
                        <a:pt x="805368" y="6601"/>
                      </a:cubicBezTo>
                      <a:lnTo>
                        <a:pt x="5268" y="472469"/>
                      </a:lnTo>
                      <a:cubicBezTo>
                        <a:pt x="4736" y="472746"/>
                        <a:pt x="4152" y="472908"/>
                        <a:pt x="3553" y="472945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2D8786B9-1018-C31C-2135-2F1A56496FC0}"/>
                    </a:ext>
                  </a:extLst>
                </p:cNvPr>
                <p:cNvSpPr/>
                <p:nvPr/>
              </p:nvSpPr>
              <p:spPr>
                <a:xfrm>
                  <a:off x="5601147" y="2259000"/>
                  <a:ext cx="382479" cy="116248"/>
                </a:xfrm>
                <a:custGeom>
                  <a:avLst/>
                  <a:gdLst>
                    <a:gd name="csX0" fmla="*/ 378934 w 382479"/>
                    <a:gd name="csY0" fmla="*/ 116249 h 116248"/>
                    <a:gd name="csX1" fmla="*/ 377886 w 382479"/>
                    <a:gd name="csY1" fmla="*/ 116249 h 116248"/>
                    <a:gd name="csX2" fmla="*/ 2506 w 382479"/>
                    <a:gd name="csY2" fmla="*/ 6997 h 116248"/>
                    <a:gd name="csX3" fmla="*/ 124 w 382479"/>
                    <a:gd name="csY3" fmla="*/ 2615 h 116248"/>
                    <a:gd name="csX4" fmla="*/ 4439 w 382479"/>
                    <a:gd name="csY4" fmla="*/ 120 h 116248"/>
                    <a:gd name="csX5" fmla="*/ 4506 w 382479"/>
                    <a:gd name="csY5" fmla="*/ 139 h 116248"/>
                    <a:gd name="csX6" fmla="*/ 379886 w 382479"/>
                    <a:gd name="csY6" fmla="*/ 109391 h 116248"/>
                    <a:gd name="csX7" fmla="*/ 382363 w 382479"/>
                    <a:gd name="csY7" fmla="*/ 113772 h 116248"/>
                    <a:gd name="csX8" fmla="*/ 378934 w 382479"/>
                    <a:gd name="csY8" fmla="*/ 116249 h 1162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82479" h="116248">
                      <a:moveTo>
                        <a:pt x="378934" y="116249"/>
                      </a:moveTo>
                      <a:lnTo>
                        <a:pt x="377886" y="116249"/>
                      </a:lnTo>
                      <a:lnTo>
                        <a:pt x="2506" y="6997"/>
                      </a:lnTo>
                      <a:cubicBezTo>
                        <a:pt x="672" y="6403"/>
                        <a:pt x="-375" y="4477"/>
                        <a:pt x="124" y="2615"/>
                      </a:cubicBezTo>
                      <a:cubicBezTo>
                        <a:pt x="627" y="735"/>
                        <a:pt x="2559" y="-382"/>
                        <a:pt x="4439" y="120"/>
                      </a:cubicBezTo>
                      <a:cubicBezTo>
                        <a:pt x="4461" y="126"/>
                        <a:pt x="4484" y="133"/>
                        <a:pt x="4506" y="139"/>
                      </a:cubicBezTo>
                      <a:lnTo>
                        <a:pt x="379886" y="109391"/>
                      </a:lnTo>
                      <a:cubicBezTo>
                        <a:pt x="381758" y="109944"/>
                        <a:pt x="382854" y="111883"/>
                        <a:pt x="382363" y="113772"/>
                      </a:cubicBezTo>
                      <a:cubicBezTo>
                        <a:pt x="381871" y="115249"/>
                        <a:pt x="380490" y="116247"/>
                        <a:pt x="378934" y="11624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6478E502-06EC-D704-E708-B957CB7BDE49}"/>
                    </a:ext>
                  </a:extLst>
                </p:cNvPr>
                <p:cNvSpPr/>
                <p:nvPr/>
              </p:nvSpPr>
              <p:spPr>
                <a:xfrm>
                  <a:off x="5151857" y="2409131"/>
                  <a:ext cx="290857" cy="388076"/>
                </a:xfrm>
                <a:custGeom>
                  <a:avLst/>
                  <a:gdLst>
                    <a:gd name="csX0" fmla="*/ 3549 w 290857"/>
                    <a:gd name="csY0" fmla="*/ 388076 h 388076"/>
                    <a:gd name="csX1" fmla="*/ 1358 w 290857"/>
                    <a:gd name="csY1" fmla="*/ 387409 h 388076"/>
                    <a:gd name="csX2" fmla="*/ 691 w 290857"/>
                    <a:gd name="csY2" fmla="*/ 382456 h 388076"/>
                    <a:gd name="csX3" fmla="*/ 284441 w 290857"/>
                    <a:gd name="csY3" fmla="*/ 1456 h 388076"/>
                    <a:gd name="csX4" fmla="*/ 289363 w 290857"/>
                    <a:gd name="csY4" fmla="*/ 671 h 388076"/>
                    <a:gd name="csX5" fmla="*/ 289394 w 290857"/>
                    <a:gd name="csY5" fmla="*/ 694 h 388076"/>
                    <a:gd name="csX6" fmla="*/ 290156 w 290857"/>
                    <a:gd name="csY6" fmla="*/ 5742 h 388076"/>
                    <a:gd name="csX7" fmla="*/ 6406 w 290857"/>
                    <a:gd name="csY7" fmla="*/ 386742 h 388076"/>
                    <a:gd name="csX8" fmla="*/ 3549 w 290857"/>
                    <a:gd name="csY8" fmla="*/ 388076 h 388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90857" h="388076">
                      <a:moveTo>
                        <a:pt x="3549" y="388076"/>
                      </a:moveTo>
                      <a:cubicBezTo>
                        <a:pt x="2767" y="388090"/>
                        <a:pt x="2000" y="387856"/>
                        <a:pt x="1358" y="387409"/>
                      </a:cubicBezTo>
                      <a:cubicBezTo>
                        <a:pt x="-151" y="386201"/>
                        <a:pt x="-445" y="384020"/>
                        <a:pt x="691" y="382456"/>
                      </a:cubicBezTo>
                      <a:lnTo>
                        <a:pt x="284441" y="1456"/>
                      </a:lnTo>
                      <a:cubicBezTo>
                        <a:pt x="285583" y="-120"/>
                        <a:pt x="287787" y="-471"/>
                        <a:pt x="289363" y="671"/>
                      </a:cubicBezTo>
                      <a:cubicBezTo>
                        <a:pt x="289373" y="679"/>
                        <a:pt x="289384" y="686"/>
                        <a:pt x="289394" y="694"/>
                      </a:cubicBezTo>
                      <a:cubicBezTo>
                        <a:pt x="290993" y="1881"/>
                        <a:pt x="291334" y="4136"/>
                        <a:pt x="290156" y="5742"/>
                      </a:cubicBezTo>
                      <a:lnTo>
                        <a:pt x="6406" y="386742"/>
                      </a:lnTo>
                      <a:cubicBezTo>
                        <a:pt x="5708" y="387600"/>
                        <a:pt x="4655" y="388091"/>
                        <a:pt x="3549" y="388076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1D154354-275E-5F34-C865-1ECAB7215AFD}"/>
                    </a:ext>
                  </a:extLst>
                </p:cNvPr>
                <p:cNvSpPr/>
                <p:nvPr/>
              </p:nvSpPr>
              <p:spPr>
                <a:xfrm>
                  <a:off x="3736465" y="2352673"/>
                  <a:ext cx="320018" cy="407862"/>
                </a:xfrm>
                <a:custGeom>
                  <a:avLst/>
                  <a:gdLst>
                    <a:gd name="csX0" fmla="*/ 316422 w 320018"/>
                    <a:gd name="csY0" fmla="*/ 407862 h 407862"/>
                    <a:gd name="csX1" fmla="*/ 313660 w 320018"/>
                    <a:gd name="csY1" fmla="*/ 406433 h 407862"/>
                    <a:gd name="csX2" fmla="*/ 763 w 320018"/>
                    <a:gd name="csY2" fmla="*/ 5716 h 407862"/>
                    <a:gd name="csX3" fmla="*/ 1335 w 320018"/>
                    <a:gd name="csY3" fmla="*/ 763 h 407862"/>
                    <a:gd name="csX4" fmla="*/ 6288 w 320018"/>
                    <a:gd name="csY4" fmla="*/ 1335 h 407862"/>
                    <a:gd name="csX5" fmla="*/ 319279 w 320018"/>
                    <a:gd name="csY5" fmla="*/ 402052 h 407862"/>
                    <a:gd name="csX6" fmla="*/ 318589 w 320018"/>
                    <a:gd name="csY6" fmla="*/ 407124 h 407862"/>
                    <a:gd name="csX7" fmla="*/ 316422 w 320018"/>
                    <a:gd name="csY7" fmla="*/ 407862 h 4078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20018" h="407862">
                      <a:moveTo>
                        <a:pt x="316422" y="407862"/>
                      </a:moveTo>
                      <a:cubicBezTo>
                        <a:pt x="315322" y="407871"/>
                        <a:pt x="314288" y="407336"/>
                        <a:pt x="313660" y="406433"/>
                      </a:cubicBezTo>
                      <a:lnTo>
                        <a:pt x="763" y="5716"/>
                      </a:lnTo>
                      <a:cubicBezTo>
                        <a:pt x="-447" y="4191"/>
                        <a:pt x="-191" y="1973"/>
                        <a:pt x="1335" y="763"/>
                      </a:cubicBezTo>
                      <a:cubicBezTo>
                        <a:pt x="2860" y="-447"/>
                        <a:pt x="5078" y="-191"/>
                        <a:pt x="6288" y="1335"/>
                      </a:cubicBezTo>
                      <a:lnTo>
                        <a:pt x="319279" y="402052"/>
                      </a:lnTo>
                      <a:cubicBezTo>
                        <a:pt x="320489" y="403643"/>
                        <a:pt x="320180" y="405914"/>
                        <a:pt x="318589" y="407124"/>
                      </a:cubicBezTo>
                      <a:cubicBezTo>
                        <a:pt x="317966" y="407598"/>
                        <a:pt x="317205" y="407857"/>
                        <a:pt x="316422" y="407862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4BFC8F7E-4228-5AA8-3E61-B1ABC01EB910}"/>
                    </a:ext>
                  </a:extLst>
                </p:cNvPr>
                <p:cNvSpPr/>
                <p:nvPr/>
              </p:nvSpPr>
              <p:spPr>
                <a:xfrm>
                  <a:off x="3201550" y="2227685"/>
                  <a:ext cx="346278" cy="142134"/>
                </a:xfrm>
                <a:custGeom>
                  <a:avLst/>
                  <a:gdLst>
                    <a:gd name="csX0" fmla="*/ 3517 w 346278"/>
                    <a:gd name="csY0" fmla="*/ 142135 h 142134"/>
                    <a:gd name="csX1" fmla="*/ 278 w 346278"/>
                    <a:gd name="csY1" fmla="*/ 139944 h 142134"/>
                    <a:gd name="csX2" fmla="*/ 2154 w 346278"/>
                    <a:gd name="csY2" fmla="*/ 135326 h 142134"/>
                    <a:gd name="csX3" fmla="*/ 2279 w 346278"/>
                    <a:gd name="csY3" fmla="*/ 135277 h 142134"/>
                    <a:gd name="csX4" fmla="*/ 341750 w 346278"/>
                    <a:gd name="csY4" fmla="*/ 117 h 142134"/>
                    <a:gd name="csX5" fmla="*/ 346162 w 346278"/>
                    <a:gd name="csY5" fmla="*/ 2711 h 142134"/>
                    <a:gd name="csX6" fmla="*/ 344417 w 346278"/>
                    <a:gd name="csY6" fmla="*/ 6784 h 142134"/>
                    <a:gd name="csX7" fmla="*/ 5136 w 346278"/>
                    <a:gd name="csY7" fmla="*/ 141944 h 1421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46278" h="142134">
                      <a:moveTo>
                        <a:pt x="3517" y="142135"/>
                      </a:moveTo>
                      <a:cubicBezTo>
                        <a:pt x="2102" y="142100"/>
                        <a:pt x="837" y="141245"/>
                        <a:pt x="278" y="139944"/>
                      </a:cubicBezTo>
                      <a:cubicBezTo>
                        <a:pt x="-479" y="138151"/>
                        <a:pt x="361" y="136084"/>
                        <a:pt x="2154" y="135326"/>
                      </a:cubicBezTo>
                      <a:cubicBezTo>
                        <a:pt x="2195" y="135309"/>
                        <a:pt x="2237" y="135292"/>
                        <a:pt x="2279" y="135277"/>
                      </a:cubicBezTo>
                      <a:lnTo>
                        <a:pt x="341750" y="117"/>
                      </a:lnTo>
                      <a:cubicBezTo>
                        <a:pt x="343685" y="-385"/>
                        <a:pt x="345660" y="776"/>
                        <a:pt x="346162" y="2711"/>
                      </a:cubicBezTo>
                      <a:cubicBezTo>
                        <a:pt x="346577" y="4308"/>
                        <a:pt x="345859" y="5983"/>
                        <a:pt x="344417" y="6784"/>
                      </a:cubicBezTo>
                      <a:lnTo>
                        <a:pt x="5136" y="141944"/>
                      </a:ln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CCDFB6E3-09C8-141D-2F30-718CCA37B2DF}"/>
                    </a:ext>
                  </a:extLst>
                </p:cNvPr>
                <p:cNvSpPr/>
                <p:nvPr/>
              </p:nvSpPr>
              <p:spPr>
                <a:xfrm>
                  <a:off x="3526713" y="1612212"/>
                  <a:ext cx="110802" cy="432520"/>
                </a:xfrm>
                <a:custGeom>
                  <a:avLst/>
                  <a:gdLst>
                    <a:gd name="csX0" fmla="*/ 107265 w 110802"/>
                    <a:gd name="csY0" fmla="*/ 432519 h 432520"/>
                    <a:gd name="csX1" fmla="*/ 103836 w 110802"/>
                    <a:gd name="csY1" fmla="*/ 429852 h 432520"/>
                    <a:gd name="csX2" fmla="*/ 109 w 110802"/>
                    <a:gd name="csY2" fmla="*/ 4370 h 432520"/>
                    <a:gd name="csX3" fmla="*/ 2660 w 110802"/>
                    <a:gd name="csY3" fmla="*/ 89 h 432520"/>
                    <a:gd name="csX4" fmla="*/ 2680 w 110802"/>
                    <a:gd name="csY4" fmla="*/ 84 h 432520"/>
                    <a:gd name="csX5" fmla="*/ 6966 w 110802"/>
                    <a:gd name="csY5" fmla="*/ 2751 h 432520"/>
                    <a:gd name="csX6" fmla="*/ 110694 w 110802"/>
                    <a:gd name="csY6" fmla="*/ 428138 h 432520"/>
                    <a:gd name="csX7" fmla="*/ 108142 w 110802"/>
                    <a:gd name="csY7" fmla="*/ 432419 h 432520"/>
                    <a:gd name="csX8" fmla="*/ 108122 w 110802"/>
                    <a:gd name="csY8" fmla="*/ 432424 h 4325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0802" h="432520">
                      <a:moveTo>
                        <a:pt x="107265" y="432519"/>
                      </a:moveTo>
                      <a:cubicBezTo>
                        <a:pt x="105633" y="432560"/>
                        <a:pt x="104198" y="431444"/>
                        <a:pt x="103836" y="429852"/>
                      </a:cubicBezTo>
                      <a:lnTo>
                        <a:pt x="109" y="4370"/>
                      </a:lnTo>
                      <a:cubicBezTo>
                        <a:pt x="-369" y="2483"/>
                        <a:pt x="774" y="567"/>
                        <a:pt x="2660" y="89"/>
                      </a:cubicBezTo>
                      <a:cubicBezTo>
                        <a:pt x="2667" y="87"/>
                        <a:pt x="2674" y="86"/>
                        <a:pt x="2680" y="84"/>
                      </a:cubicBezTo>
                      <a:cubicBezTo>
                        <a:pt x="4596" y="-334"/>
                        <a:pt x="6496" y="848"/>
                        <a:pt x="6966" y="2751"/>
                      </a:cubicBezTo>
                      <a:lnTo>
                        <a:pt x="110694" y="428138"/>
                      </a:lnTo>
                      <a:cubicBezTo>
                        <a:pt x="111171" y="430025"/>
                        <a:pt x="110029" y="431941"/>
                        <a:pt x="108142" y="432419"/>
                      </a:cubicBezTo>
                      <a:cubicBezTo>
                        <a:pt x="108135" y="432421"/>
                        <a:pt x="108129" y="432422"/>
                        <a:pt x="108122" y="432424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4B43885B-C952-4805-061B-BAA2329B8B84}"/>
                    </a:ext>
                  </a:extLst>
                </p:cNvPr>
                <p:cNvSpPr/>
                <p:nvPr/>
              </p:nvSpPr>
              <p:spPr>
                <a:xfrm>
                  <a:off x="3103228" y="1550038"/>
                  <a:ext cx="330981" cy="652527"/>
                </a:xfrm>
                <a:custGeom>
                  <a:avLst/>
                  <a:gdLst>
                    <a:gd name="csX0" fmla="*/ 3541 w 330981"/>
                    <a:gd name="csY0" fmla="*/ 652428 h 652527"/>
                    <a:gd name="csX1" fmla="*/ 1921 w 330981"/>
                    <a:gd name="csY1" fmla="*/ 652428 h 652527"/>
                    <a:gd name="csX2" fmla="*/ 387 w 330981"/>
                    <a:gd name="csY2" fmla="*/ 647686 h 652527"/>
                    <a:gd name="csX3" fmla="*/ 397 w 330981"/>
                    <a:gd name="csY3" fmla="*/ 647665 h 652527"/>
                    <a:gd name="csX4" fmla="*/ 324247 w 330981"/>
                    <a:gd name="csY4" fmla="*/ 1966 h 652527"/>
                    <a:gd name="csX5" fmla="*/ 329010 w 330981"/>
                    <a:gd name="csY5" fmla="*/ 346 h 652527"/>
                    <a:gd name="csX6" fmla="*/ 330629 w 330981"/>
                    <a:gd name="csY6" fmla="*/ 5204 h 652527"/>
                    <a:gd name="csX7" fmla="*/ 6684 w 330981"/>
                    <a:gd name="csY7" fmla="*/ 650237 h 652527"/>
                    <a:gd name="csX8" fmla="*/ 3541 w 330981"/>
                    <a:gd name="csY8" fmla="*/ 652428 h 6525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30981" h="652527">
                      <a:moveTo>
                        <a:pt x="3541" y="652428"/>
                      </a:moveTo>
                      <a:cubicBezTo>
                        <a:pt x="3009" y="652561"/>
                        <a:pt x="2453" y="652561"/>
                        <a:pt x="1921" y="652428"/>
                      </a:cubicBezTo>
                      <a:cubicBezTo>
                        <a:pt x="188" y="651542"/>
                        <a:pt x="-499" y="649419"/>
                        <a:pt x="387" y="647686"/>
                      </a:cubicBezTo>
                      <a:cubicBezTo>
                        <a:pt x="390" y="647679"/>
                        <a:pt x="394" y="647672"/>
                        <a:pt x="397" y="647665"/>
                      </a:cubicBezTo>
                      <a:lnTo>
                        <a:pt x="324247" y="1966"/>
                      </a:lnTo>
                      <a:cubicBezTo>
                        <a:pt x="325139" y="231"/>
                        <a:pt x="327245" y="-486"/>
                        <a:pt x="329010" y="346"/>
                      </a:cubicBezTo>
                      <a:cubicBezTo>
                        <a:pt x="330758" y="1275"/>
                        <a:pt x="331470" y="3412"/>
                        <a:pt x="330629" y="5204"/>
                      </a:cubicBezTo>
                      <a:lnTo>
                        <a:pt x="6684" y="650237"/>
                      </a:lnTo>
                      <a:cubicBezTo>
                        <a:pt x="6202" y="651557"/>
                        <a:pt x="4945" y="652433"/>
                        <a:pt x="3541" y="652428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859F247B-3321-8191-302E-72C47C76B3F0}"/>
                    </a:ext>
                  </a:extLst>
                </p:cNvPr>
                <p:cNvSpPr/>
                <p:nvPr/>
              </p:nvSpPr>
              <p:spPr>
                <a:xfrm>
                  <a:off x="2983684" y="1401010"/>
                  <a:ext cx="80912" cy="778690"/>
                </a:xfrm>
                <a:custGeom>
                  <a:avLst/>
                  <a:gdLst>
                    <a:gd name="csX0" fmla="*/ 77365 w 80912"/>
                    <a:gd name="csY0" fmla="*/ 778691 h 778690"/>
                    <a:gd name="csX1" fmla="*/ 73841 w 80912"/>
                    <a:gd name="csY1" fmla="*/ 775452 h 778690"/>
                    <a:gd name="csX2" fmla="*/ 22 w 80912"/>
                    <a:gd name="csY2" fmla="*/ 3927 h 778690"/>
                    <a:gd name="csX3" fmla="*/ 3134 w 80912"/>
                    <a:gd name="csY3" fmla="*/ 34 h 778690"/>
                    <a:gd name="csX4" fmla="*/ 3261 w 80912"/>
                    <a:gd name="csY4" fmla="*/ 22 h 778690"/>
                    <a:gd name="csX5" fmla="*/ 7053 w 80912"/>
                    <a:gd name="csY5" fmla="*/ 3044 h 778690"/>
                    <a:gd name="csX6" fmla="*/ 7070 w 80912"/>
                    <a:gd name="csY6" fmla="*/ 3260 h 778690"/>
                    <a:gd name="csX7" fmla="*/ 80889 w 80912"/>
                    <a:gd name="csY7" fmla="*/ 774786 h 778690"/>
                    <a:gd name="csX8" fmla="*/ 77787 w 80912"/>
                    <a:gd name="csY8" fmla="*/ 778686 h 778690"/>
                    <a:gd name="csX9" fmla="*/ 77746 w 80912"/>
                    <a:gd name="csY9" fmla="*/ 778691 h 7786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80912" h="778690">
                      <a:moveTo>
                        <a:pt x="77365" y="778691"/>
                      </a:moveTo>
                      <a:cubicBezTo>
                        <a:pt x="75525" y="778697"/>
                        <a:pt x="73990" y="777286"/>
                        <a:pt x="73841" y="775452"/>
                      </a:cubicBezTo>
                      <a:lnTo>
                        <a:pt x="22" y="3927"/>
                      </a:lnTo>
                      <a:cubicBezTo>
                        <a:pt x="-194" y="1993"/>
                        <a:pt x="1199" y="250"/>
                        <a:pt x="3134" y="34"/>
                      </a:cubicBezTo>
                      <a:cubicBezTo>
                        <a:pt x="3176" y="29"/>
                        <a:pt x="3218" y="25"/>
                        <a:pt x="3261" y="22"/>
                      </a:cubicBezTo>
                      <a:cubicBezTo>
                        <a:pt x="5142" y="-191"/>
                        <a:pt x="6840" y="1162"/>
                        <a:pt x="7053" y="3044"/>
                      </a:cubicBezTo>
                      <a:cubicBezTo>
                        <a:pt x="7061" y="3116"/>
                        <a:pt x="7067" y="3188"/>
                        <a:pt x="7070" y="3260"/>
                      </a:cubicBezTo>
                      <a:lnTo>
                        <a:pt x="80889" y="774786"/>
                      </a:lnTo>
                      <a:cubicBezTo>
                        <a:pt x="81110" y="776719"/>
                        <a:pt x="79721" y="778466"/>
                        <a:pt x="77787" y="778686"/>
                      </a:cubicBezTo>
                      <a:cubicBezTo>
                        <a:pt x="77773" y="778688"/>
                        <a:pt x="77760" y="778689"/>
                        <a:pt x="77746" y="778691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92256222-E833-CDAE-599D-1F15B396B5E8}"/>
                    </a:ext>
                  </a:extLst>
                </p:cNvPr>
                <p:cNvSpPr/>
                <p:nvPr/>
              </p:nvSpPr>
              <p:spPr>
                <a:xfrm>
                  <a:off x="3187931" y="2467079"/>
                  <a:ext cx="786606" cy="457097"/>
                </a:xfrm>
                <a:custGeom>
                  <a:avLst/>
                  <a:gdLst>
                    <a:gd name="csX0" fmla="*/ 783041 w 786606"/>
                    <a:gd name="csY0" fmla="*/ 457095 h 457097"/>
                    <a:gd name="csX1" fmla="*/ 781231 w 786606"/>
                    <a:gd name="csY1" fmla="*/ 456619 h 457097"/>
                    <a:gd name="csX2" fmla="*/ 1800 w 786606"/>
                    <a:gd name="csY2" fmla="*/ 6658 h 457097"/>
                    <a:gd name="csX3" fmla="*/ 467 w 786606"/>
                    <a:gd name="csY3" fmla="*/ 1800 h 457097"/>
                    <a:gd name="csX4" fmla="*/ 5325 w 786606"/>
                    <a:gd name="csY4" fmla="*/ 467 h 457097"/>
                    <a:gd name="csX5" fmla="*/ 784851 w 786606"/>
                    <a:gd name="csY5" fmla="*/ 450523 h 457097"/>
                    <a:gd name="csX6" fmla="*/ 786130 w 786606"/>
                    <a:gd name="csY6" fmla="*/ 455340 h 457097"/>
                    <a:gd name="csX7" fmla="*/ 783041 w 786606"/>
                    <a:gd name="csY7" fmla="*/ 457095 h 4570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786606" h="457097">
                      <a:moveTo>
                        <a:pt x="783041" y="457095"/>
                      </a:moveTo>
                      <a:cubicBezTo>
                        <a:pt x="782404" y="457118"/>
                        <a:pt x="781775" y="456953"/>
                        <a:pt x="781231" y="456619"/>
                      </a:cubicBezTo>
                      <a:lnTo>
                        <a:pt x="1800" y="6658"/>
                      </a:lnTo>
                      <a:cubicBezTo>
                        <a:pt x="91" y="5685"/>
                        <a:pt x="-506" y="3510"/>
                        <a:pt x="467" y="1800"/>
                      </a:cubicBezTo>
                      <a:cubicBezTo>
                        <a:pt x="1440" y="91"/>
                        <a:pt x="3615" y="-506"/>
                        <a:pt x="5325" y="467"/>
                      </a:cubicBezTo>
                      <a:lnTo>
                        <a:pt x="784851" y="450523"/>
                      </a:lnTo>
                      <a:cubicBezTo>
                        <a:pt x="786534" y="451500"/>
                        <a:pt x="787107" y="453657"/>
                        <a:pt x="786130" y="455340"/>
                      </a:cubicBezTo>
                      <a:cubicBezTo>
                        <a:pt x="785492" y="456440"/>
                        <a:pt x="784312" y="457110"/>
                        <a:pt x="783041" y="457095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ECA9348D-1255-505C-CEDB-E5D21ABF5A85}"/>
                    </a:ext>
                  </a:extLst>
                </p:cNvPr>
                <p:cNvSpPr/>
                <p:nvPr/>
              </p:nvSpPr>
              <p:spPr>
                <a:xfrm>
                  <a:off x="3518162" y="910283"/>
                  <a:ext cx="214643" cy="481101"/>
                </a:xfrm>
                <a:custGeom>
                  <a:avLst/>
                  <a:gdLst>
                    <a:gd name="csX0" fmla="*/ 3516 w 214643"/>
                    <a:gd name="csY0" fmla="*/ 481034 h 481101"/>
                    <a:gd name="csX1" fmla="*/ 2087 w 214643"/>
                    <a:gd name="csY1" fmla="*/ 481034 h 481101"/>
                    <a:gd name="csX2" fmla="*/ 278 w 214643"/>
                    <a:gd name="csY2" fmla="*/ 476367 h 481101"/>
                    <a:gd name="csX3" fmla="*/ 207827 w 214643"/>
                    <a:gd name="csY3" fmla="*/ 2117 h 481101"/>
                    <a:gd name="csX4" fmla="*/ 212466 w 214643"/>
                    <a:gd name="csY4" fmla="*/ 295 h 481101"/>
                    <a:gd name="csX5" fmla="*/ 212494 w 214643"/>
                    <a:gd name="csY5" fmla="*/ 307 h 481101"/>
                    <a:gd name="csX6" fmla="*/ 214395 w 214643"/>
                    <a:gd name="csY6" fmla="*/ 4768 h 481101"/>
                    <a:gd name="csX7" fmla="*/ 214304 w 214643"/>
                    <a:gd name="csY7" fmla="*/ 4974 h 481101"/>
                    <a:gd name="csX8" fmla="*/ 6850 w 214643"/>
                    <a:gd name="csY8" fmla="*/ 479224 h 481101"/>
                    <a:gd name="csX9" fmla="*/ 3516 w 214643"/>
                    <a:gd name="csY9" fmla="*/ 481034 h 4811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214643" h="481101">
                      <a:moveTo>
                        <a:pt x="3516" y="481034"/>
                      </a:moveTo>
                      <a:cubicBezTo>
                        <a:pt x="3044" y="481124"/>
                        <a:pt x="2559" y="481124"/>
                        <a:pt x="2087" y="481034"/>
                      </a:cubicBezTo>
                      <a:cubicBezTo>
                        <a:pt x="332" y="480213"/>
                        <a:pt x="-466" y="478156"/>
                        <a:pt x="278" y="476367"/>
                      </a:cubicBezTo>
                      <a:lnTo>
                        <a:pt x="207827" y="2117"/>
                      </a:lnTo>
                      <a:cubicBezTo>
                        <a:pt x="208605" y="333"/>
                        <a:pt x="210682" y="-483"/>
                        <a:pt x="212466" y="295"/>
                      </a:cubicBezTo>
                      <a:cubicBezTo>
                        <a:pt x="212476" y="299"/>
                        <a:pt x="212485" y="303"/>
                        <a:pt x="212494" y="307"/>
                      </a:cubicBezTo>
                      <a:cubicBezTo>
                        <a:pt x="214251" y="1014"/>
                        <a:pt x="215102" y="3012"/>
                        <a:pt x="214395" y="4768"/>
                      </a:cubicBezTo>
                      <a:cubicBezTo>
                        <a:pt x="214367" y="4838"/>
                        <a:pt x="214337" y="4907"/>
                        <a:pt x="214304" y="4974"/>
                      </a:cubicBezTo>
                      <a:lnTo>
                        <a:pt x="6850" y="479224"/>
                      </a:lnTo>
                      <a:cubicBezTo>
                        <a:pt x="6169" y="480408"/>
                        <a:pt x="4880" y="481108"/>
                        <a:pt x="3516" y="481034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C7DBC9ED-FD76-624B-537E-B5347BA78ED7}"/>
                    </a:ext>
                  </a:extLst>
                </p:cNvPr>
                <p:cNvSpPr/>
                <p:nvPr/>
              </p:nvSpPr>
              <p:spPr>
                <a:xfrm>
                  <a:off x="4112906" y="617228"/>
                  <a:ext cx="401075" cy="104194"/>
                </a:xfrm>
                <a:custGeom>
                  <a:avLst/>
                  <a:gdLst>
                    <a:gd name="csX0" fmla="*/ 397467 w 401075"/>
                    <a:gd name="csY0" fmla="*/ 104195 h 104194"/>
                    <a:gd name="csX1" fmla="*/ 396610 w 401075"/>
                    <a:gd name="csY1" fmla="*/ 104195 h 104194"/>
                    <a:gd name="csX2" fmla="*/ 2751 w 401075"/>
                    <a:gd name="csY2" fmla="*/ 7040 h 104194"/>
                    <a:gd name="csX3" fmla="*/ 84 w 401075"/>
                    <a:gd name="csY3" fmla="*/ 2753 h 104194"/>
                    <a:gd name="csX4" fmla="*/ 4466 w 401075"/>
                    <a:gd name="csY4" fmla="*/ 86 h 104194"/>
                    <a:gd name="csX5" fmla="*/ 398324 w 401075"/>
                    <a:gd name="csY5" fmla="*/ 97146 h 104194"/>
                    <a:gd name="csX6" fmla="*/ 400991 w 401075"/>
                    <a:gd name="csY6" fmla="*/ 101432 h 104194"/>
                    <a:gd name="csX7" fmla="*/ 397467 w 401075"/>
                    <a:gd name="csY7" fmla="*/ 104195 h 1041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401075" h="104194">
                      <a:moveTo>
                        <a:pt x="397467" y="104195"/>
                      </a:moveTo>
                      <a:lnTo>
                        <a:pt x="396610" y="104195"/>
                      </a:lnTo>
                      <a:lnTo>
                        <a:pt x="2751" y="7040"/>
                      </a:lnTo>
                      <a:cubicBezTo>
                        <a:pt x="848" y="6569"/>
                        <a:pt x="-334" y="4669"/>
                        <a:pt x="84" y="2753"/>
                      </a:cubicBezTo>
                      <a:cubicBezTo>
                        <a:pt x="598" y="837"/>
                        <a:pt x="2527" y="-337"/>
                        <a:pt x="4466" y="86"/>
                      </a:cubicBezTo>
                      <a:lnTo>
                        <a:pt x="398324" y="97146"/>
                      </a:lnTo>
                      <a:cubicBezTo>
                        <a:pt x="400227" y="97617"/>
                        <a:pt x="401410" y="99517"/>
                        <a:pt x="400991" y="101432"/>
                      </a:cubicBezTo>
                      <a:cubicBezTo>
                        <a:pt x="400595" y="103057"/>
                        <a:pt x="399139" y="104198"/>
                        <a:pt x="397467" y="104195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28724490-FC72-D019-D684-357378BB3073}"/>
                    </a:ext>
                  </a:extLst>
                </p:cNvPr>
                <p:cNvSpPr/>
                <p:nvPr/>
              </p:nvSpPr>
              <p:spPr>
                <a:xfrm>
                  <a:off x="3063490" y="787147"/>
                  <a:ext cx="536675" cy="389596"/>
                </a:xfrm>
                <a:custGeom>
                  <a:avLst/>
                  <a:gdLst>
                    <a:gd name="csX0" fmla="*/ 3559 w 536675"/>
                    <a:gd name="csY0" fmla="*/ 389571 h 389596"/>
                    <a:gd name="csX1" fmla="*/ 701 w 536675"/>
                    <a:gd name="csY1" fmla="*/ 388142 h 389596"/>
                    <a:gd name="csX2" fmla="*/ 1463 w 536675"/>
                    <a:gd name="csY2" fmla="*/ 383094 h 389596"/>
                    <a:gd name="csX3" fmla="*/ 530958 w 536675"/>
                    <a:gd name="csY3" fmla="*/ 665 h 389596"/>
                    <a:gd name="csX4" fmla="*/ 536006 w 536675"/>
                    <a:gd name="csY4" fmla="*/ 1427 h 389596"/>
                    <a:gd name="csX5" fmla="*/ 535151 w 536675"/>
                    <a:gd name="csY5" fmla="*/ 6474 h 389596"/>
                    <a:gd name="csX6" fmla="*/ 535149 w 536675"/>
                    <a:gd name="csY6" fmla="*/ 6476 h 389596"/>
                    <a:gd name="csX7" fmla="*/ 6036 w 536675"/>
                    <a:gd name="csY7" fmla="*/ 388905 h 389596"/>
                    <a:gd name="csX8" fmla="*/ 3559 w 536675"/>
                    <a:gd name="csY8" fmla="*/ 389571 h 3895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536675" h="389596">
                      <a:moveTo>
                        <a:pt x="3559" y="389571"/>
                      </a:moveTo>
                      <a:cubicBezTo>
                        <a:pt x="2429" y="389595"/>
                        <a:pt x="1360" y="389060"/>
                        <a:pt x="701" y="388142"/>
                      </a:cubicBezTo>
                      <a:cubicBezTo>
                        <a:pt x="-477" y="386537"/>
                        <a:pt x="-136" y="384281"/>
                        <a:pt x="1463" y="383094"/>
                      </a:cubicBezTo>
                      <a:lnTo>
                        <a:pt x="530958" y="665"/>
                      </a:lnTo>
                      <a:cubicBezTo>
                        <a:pt x="532577" y="-460"/>
                        <a:pt x="534792" y="-126"/>
                        <a:pt x="536006" y="1427"/>
                      </a:cubicBezTo>
                      <a:cubicBezTo>
                        <a:pt x="537164" y="3057"/>
                        <a:pt x="536781" y="5317"/>
                        <a:pt x="535151" y="6474"/>
                      </a:cubicBezTo>
                      <a:cubicBezTo>
                        <a:pt x="535151" y="6475"/>
                        <a:pt x="535150" y="6475"/>
                        <a:pt x="535149" y="6476"/>
                      </a:cubicBezTo>
                      <a:lnTo>
                        <a:pt x="6036" y="388905"/>
                      </a:lnTo>
                      <a:cubicBezTo>
                        <a:pt x="5327" y="389439"/>
                        <a:pt x="4440" y="389678"/>
                        <a:pt x="3559" y="389571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ED0999E3-EEF7-A5A0-43C5-6E8CD1C8DD48}"/>
                    </a:ext>
                  </a:extLst>
                </p:cNvPr>
                <p:cNvSpPr/>
                <p:nvPr/>
              </p:nvSpPr>
              <p:spPr>
                <a:xfrm>
                  <a:off x="3133611" y="1277451"/>
                  <a:ext cx="253362" cy="122820"/>
                </a:xfrm>
                <a:custGeom>
                  <a:avLst/>
                  <a:gdLst>
                    <a:gd name="csX0" fmla="*/ 249764 w 253362"/>
                    <a:gd name="csY0" fmla="*/ 122723 h 122820"/>
                    <a:gd name="csX1" fmla="*/ 248335 w 253362"/>
                    <a:gd name="csY1" fmla="*/ 122723 h 122820"/>
                    <a:gd name="csX2" fmla="*/ 1828 w 253362"/>
                    <a:gd name="csY2" fmla="*/ 6614 h 122820"/>
                    <a:gd name="csX3" fmla="*/ 436 w 253362"/>
                    <a:gd name="csY3" fmla="*/ 1828 h 122820"/>
                    <a:gd name="csX4" fmla="*/ 4781 w 253362"/>
                    <a:gd name="csY4" fmla="*/ 232 h 122820"/>
                    <a:gd name="csX5" fmla="*/ 251288 w 253362"/>
                    <a:gd name="csY5" fmla="*/ 115580 h 122820"/>
                    <a:gd name="csX6" fmla="*/ 253050 w 253362"/>
                    <a:gd name="csY6" fmla="*/ 120242 h 122820"/>
                    <a:gd name="csX7" fmla="*/ 253002 w 253362"/>
                    <a:gd name="csY7" fmla="*/ 120342 h 122820"/>
                    <a:gd name="csX8" fmla="*/ 249764 w 253362"/>
                    <a:gd name="csY8" fmla="*/ 122723 h 1228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53362" h="122820">
                      <a:moveTo>
                        <a:pt x="249764" y="122723"/>
                      </a:moveTo>
                      <a:cubicBezTo>
                        <a:pt x="249296" y="122853"/>
                        <a:pt x="248803" y="122853"/>
                        <a:pt x="248335" y="122723"/>
                      </a:cubicBezTo>
                      <a:lnTo>
                        <a:pt x="1828" y="6614"/>
                      </a:lnTo>
                      <a:cubicBezTo>
                        <a:pt x="122" y="5677"/>
                        <a:pt x="-501" y="3534"/>
                        <a:pt x="436" y="1828"/>
                      </a:cubicBezTo>
                      <a:cubicBezTo>
                        <a:pt x="1283" y="286"/>
                        <a:pt x="3137" y="-395"/>
                        <a:pt x="4781" y="232"/>
                      </a:cubicBezTo>
                      <a:lnTo>
                        <a:pt x="251288" y="115580"/>
                      </a:lnTo>
                      <a:cubicBezTo>
                        <a:pt x="253062" y="116381"/>
                        <a:pt x="253851" y="118468"/>
                        <a:pt x="253050" y="120242"/>
                      </a:cubicBezTo>
                      <a:cubicBezTo>
                        <a:pt x="253034" y="120276"/>
                        <a:pt x="253019" y="120309"/>
                        <a:pt x="253002" y="120342"/>
                      </a:cubicBezTo>
                      <a:cubicBezTo>
                        <a:pt x="252503" y="121718"/>
                        <a:pt x="251225" y="122657"/>
                        <a:pt x="249764" y="122723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0" name="Freeform: Shape 389">
                  <a:extLst>
                    <a:ext uri="{FF2B5EF4-FFF2-40B4-BE49-F238E27FC236}">
                      <a16:creationId xmlns:a16="http://schemas.microsoft.com/office/drawing/2014/main" id="{C4C094BE-98C3-CC0B-39B8-BFB8735C7E40}"/>
                    </a:ext>
                  </a:extLst>
                </p:cNvPr>
                <p:cNvSpPr/>
                <p:nvPr/>
              </p:nvSpPr>
              <p:spPr>
                <a:xfrm>
                  <a:off x="3578642" y="799926"/>
                  <a:ext cx="902471" cy="646540"/>
                </a:xfrm>
                <a:custGeom>
                  <a:avLst/>
                  <a:gdLst>
                    <a:gd name="csX0" fmla="*/ 3614 w 902471"/>
                    <a:gd name="csY0" fmla="*/ 646540 h 646540"/>
                    <a:gd name="csX1" fmla="*/ 662 w 902471"/>
                    <a:gd name="csY1" fmla="*/ 645016 h 646540"/>
                    <a:gd name="csX2" fmla="*/ 1469 w 902471"/>
                    <a:gd name="csY2" fmla="*/ 640098 h 646540"/>
                    <a:gd name="csX3" fmla="*/ 1519 w 902471"/>
                    <a:gd name="csY3" fmla="*/ 640063 h 646540"/>
                    <a:gd name="csX4" fmla="*/ 896869 w 902471"/>
                    <a:gd name="csY4" fmla="*/ 650 h 646540"/>
                    <a:gd name="csX5" fmla="*/ 901822 w 902471"/>
                    <a:gd name="csY5" fmla="*/ 1507 h 646540"/>
                    <a:gd name="csX6" fmla="*/ 900965 w 902471"/>
                    <a:gd name="csY6" fmla="*/ 6460 h 646540"/>
                    <a:gd name="csX7" fmla="*/ 5615 w 902471"/>
                    <a:gd name="csY7" fmla="*/ 645873 h 646540"/>
                    <a:gd name="csX8" fmla="*/ 3614 w 902471"/>
                    <a:gd name="csY8" fmla="*/ 646540 h 6465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902471" h="646540">
                      <a:moveTo>
                        <a:pt x="3614" y="646540"/>
                      </a:moveTo>
                      <a:cubicBezTo>
                        <a:pt x="2449" y="646510"/>
                        <a:pt x="1361" y="645949"/>
                        <a:pt x="662" y="645016"/>
                      </a:cubicBezTo>
                      <a:cubicBezTo>
                        <a:pt x="-474" y="643435"/>
                        <a:pt x="-112" y="641233"/>
                        <a:pt x="1469" y="640098"/>
                      </a:cubicBezTo>
                      <a:cubicBezTo>
                        <a:pt x="1486" y="640086"/>
                        <a:pt x="1502" y="640074"/>
                        <a:pt x="1519" y="640063"/>
                      </a:cubicBezTo>
                      <a:lnTo>
                        <a:pt x="896869" y="650"/>
                      </a:lnTo>
                      <a:cubicBezTo>
                        <a:pt x="898473" y="-481"/>
                        <a:pt x="900691" y="-98"/>
                        <a:pt x="901822" y="1507"/>
                      </a:cubicBezTo>
                      <a:cubicBezTo>
                        <a:pt x="902953" y="3111"/>
                        <a:pt x="902569" y="5329"/>
                        <a:pt x="900965" y="6460"/>
                      </a:cubicBezTo>
                      <a:lnTo>
                        <a:pt x="5615" y="645873"/>
                      </a:lnTo>
                      <a:cubicBezTo>
                        <a:pt x="5044" y="646319"/>
                        <a:pt x="4338" y="646554"/>
                        <a:pt x="3614" y="646540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1" name="Freeform: Shape 390">
                  <a:extLst>
                    <a:ext uri="{FF2B5EF4-FFF2-40B4-BE49-F238E27FC236}">
                      <a16:creationId xmlns:a16="http://schemas.microsoft.com/office/drawing/2014/main" id="{F455F511-8581-D96F-4E00-955064518F9D}"/>
                    </a:ext>
                  </a:extLst>
                </p:cNvPr>
                <p:cNvSpPr/>
                <p:nvPr/>
              </p:nvSpPr>
              <p:spPr>
                <a:xfrm>
                  <a:off x="4180617" y="2915221"/>
                  <a:ext cx="742472" cy="7381"/>
                </a:xfrm>
                <a:custGeom>
                  <a:avLst/>
                  <a:gdLst>
                    <a:gd name="csX0" fmla="*/ 738473 w 742472"/>
                    <a:gd name="csY0" fmla="*/ 7334 h 7381"/>
                    <a:gd name="csX1" fmla="*/ 738473 w 742472"/>
                    <a:gd name="csY1" fmla="*/ 7334 h 7381"/>
                    <a:gd name="csX2" fmla="*/ 3429 w 742472"/>
                    <a:gd name="csY2" fmla="*/ 6858 h 7381"/>
                    <a:gd name="csX3" fmla="*/ 0 w 742472"/>
                    <a:gd name="csY3" fmla="*/ 3429 h 7381"/>
                    <a:gd name="csX4" fmla="*/ 3429 w 742472"/>
                    <a:gd name="csY4" fmla="*/ 0 h 7381"/>
                    <a:gd name="csX5" fmla="*/ 3429 w 742472"/>
                    <a:gd name="csY5" fmla="*/ 0 h 7381"/>
                    <a:gd name="csX6" fmla="*/ 738473 w 742472"/>
                    <a:gd name="csY6" fmla="*/ 571 h 7381"/>
                    <a:gd name="csX7" fmla="*/ 742424 w 742472"/>
                    <a:gd name="csY7" fmla="*/ 3383 h 7381"/>
                    <a:gd name="csX8" fmla="*/ 739612 w 742472"/>
                    <a:gd name="csY8" fmla="*/ 7334 h 7381"/>
                    <a:gd name="csX9" fmla="*/ 738474 w 742472"/>
                    <a:gd name="csY9" fmla="*/ 7334 h 73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42472" h="7381">
                      <a:moveTo>
                        <a:pt x="738473" y="7334"/>
                      </a:moveTo>
                      <a:lnTo>
                        <a:pt x="738473" y="7334"/>
                      </a:lnTo>
                      <a:lnTo>
                        <a:pt x="3429" y="6858"/>
                      </a:lnTo>
                      <a:cubicBezTo>
                        <a:pt x="1535" y="6858"/>
                        <a:pt x="0" y="5323"/>
                        <a:pt x="0" y="3429"/>
                      </a:cubicBezTo>
                      <a:cubicBezTo>
                        <a:pt x="0" y="1535"/>
                        <a:pt x="1535" y="0"/>
                        <a:pt x="3429" y="0"/>
                      </a:cubicBezTo>
                      <a:lnTo>
                        <a:pt x="3429" y="0"/>
                      </a:lnTo>
                      <a:lnTo>
                        <a:pt x="738473" y="571"/>
                      </a:lnTo>
                      <a:cubicBezTo>
                        <a:pt x="740341" y="257"/>
                        <a:pt x="742110" y="1516"/>
                        <a:pt x="742424" y="3383"/>
                      </a:cubicBezTo>
                      <a:cubicBezTo>
                        <a:pt x="742739" y="5251"/>
                        <a:pt x="741480" y="7020"/>
                        <a:pt x="739612" y="7334"/>
                      </a:cubicBezTo>
                      <a:cubicBezTo>
                        <a:pt x="739235" y="7398"/>
                        <a:pt x="738851" y="7398"/>
                        <a:pt x="738474" y="7334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392" name="Graphic 5">
              <a:extLst>
                <a:ext uri="{FF2B5EF4-FFF2-40B4-BE49-F238E27FC236}">
                  <a16:creationId xmlns:a16="http://schemas.microsoft.com/office/drawing/2014/main" id="{5F5933BE-15B6-C92C-F33B-857BC6573245}"/>
                </a:ext>
              </a:extLst>
            </p:cNvPr>
            <p:cNvGrpSpPr/>
            <p:nvPr/>
          </p:nvGrpSpPr>
          <p:grpSpPr>
            <a:xfrm>
              <a:off x="2592598" y="3615249"/>
              <a:ext cx="4029818" cy="596632"/>
              <a:chOff x="2592598" y="3615249"/>
              <a:chExt cx="4029818" cy="596632"/>
            </a:xfrm>
          </p:grpSpPr>
          <p:grpSp>
            <p:nvGrpSpPr>
              <p:cNvPr id="393" name="Graphic 5">
                <a:extLst>
                  <a:ext uri="{FF2B5EF4-FFF2-40B4-BE49-F238E27FC236}">
                    <a16:creationId xmlns:a16="http://schemas.microsoft.com/office/drawing/2014/main" id="{32696EB8-8E15-EDC7-A179-8181D3614070}"/>
                  </a:ext>
                </a:extLst>
              </p:cNvPr>
              <p:cNvGrpSpPr/>
              <p:nvPr/>
            </p:nvGrpSpPr>
            <p:grpSpPr>
              <a:xfrm>
                <a:off x="2592598" y="3638395"/>
                <a:ext cx="185272" cy="276701"/>
                <a:chOff x="2592598" y="3638395"/>
                <a:chExt cx="185272" cy="276701"/>
              </a:xfrm>
            </p:grpSpPr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3B25C1E1-A4C2-755B-2D84-C0A539AE34BE}"/>
                    </a:ext>
                  </a:extLst>
                </p:cNvPr>
                <p:cNvSpPr/>
                <p:nvPr/>
              </p:nvSpPr>
              <p:spPr>
                <a:xfrm>
                  <a:off x="2612594" y="3638395"/>
                  <a:ext cx="165276" cy="167318"/>
                </a:xfrm>
                <a:custGeom>
                  <a:avLst/>
                  <a:gdLst>
                    <a:gd name="csX0" fmla="*/ 165277 w 165276"/>
                    <a:gd name="csY0" fmla="*/ 158365 h 167318"/>
                    <a:gd name="csX1" fmla="*/ 133940 w 165276"/>
                    <a:gd name="csY1" fmla="*/ 67306 h 167318"/>
                    <a:gd name="csX2" fmla="*/ 40690 w 165276"/>
                    <a:gd name="csY2" fmla="*/ 154 h 167318"/>
                    <a:gd name="csX3" fmla="*/ 16592 w 165276"/>
                    <a:gd name="csY3" fmla="*/ 48256 h 167318"/>
                    <a:gd name="csX4" fmla="*/ 142322 w 165276"/>
                    <a:gd name="csY4" fmla="*/ 167318 h 1673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65276" h="167318">
                      <a:moveTo>
                        <a:pt x="165277" y="158365"/>
                      </a:moveTo>
                      <a:cubicBezTo>
                        <a:pt x="160939" y="126242"/>
                        <a:pt x="150289" y="95295"/>
                        <a:pt x="133940" y="67306"/>
                      </a:cubicBezTo>
                      <a:cubicBezTo>
                        <a:pt x="108413" y="27587"/>
                        <a:pt x="73361" y="2726"/>
                        <a:pt x="40690" y="154"/>
                      </a:cubicBezTo>
                      <a:cubicBezTo>
                        <a:pt x="8019" y="-2417"/>
                        <a:pt x="-18460" y="27682"/>
                        <a:pt x="16592" y="48256"/>
                      </a:cubicBezTo>
                      <a:cubicBezTo>
                        <a:pt x="51644" y="68830"/>
                        <a:pt x="113651" y="90071"/>
                        <a:pt x="142322" y="167318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169EE381-30B9-ADCD-E707-BAA106FD3021}"/>
                    </a:ext>
                  </a:extLst>
                </p:cNvPr>
                <p:cNvSpPr/>
                <p:nvPr/>
              </p:nvSpPr>
              <p:spPr>
                <a:xfrm>
                  <a:off x="2612594" y="3638395"/>
                  <a:ext cx="165276" cy="167318"/>
                </a:xfrm>
                <a:custGeom>
                  <a:avLst/>
                  <a:gdLst>
                    <a:gd name="csX0" fmla="*/ 165277 w 165276"/>
                    <a:gd name="csY0" fmla="*/ 158365 h 167318"/>
                    <a:gd name="csX1" fmla="*/ 133940 w 165276"/>
                    <a:gd name="csY1" fmla="*/ 67306 h 167318"/>
                    <a:gd name="csX2" fmla="*/ 40690 w 165276"/>
                    <a:gd name="csY2" fmla="*/ 154 h 167318"/>
                    <a:gd name="csX3" fmla="*/ 16592 w 165276"/>
                    <a:gd name="csY3" fmla="*/ 48256 h 167318"/>
                    <a:gd name="csX4" fmla="*/ 142322 w 165276"/>
                    <a:gd name="csY4" fmla="*/ 167318 h 1673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65276" h="167318">
                      <a:moveTo>
                        <a:pt x="165277" y="158365"/>
                      </a:moveTo>
                      <a:cubicBezTo>
                        <a:pt x="160939" y="126242"/>
                        <a:pt x="150289" y="95295"/>
                        <a:pt x="133940" y="67306"/>
                      </a:cubicBezTo>
                      <a:cubicBezTo>
                        <a:pt x="108413" y="27587"/>
                        <a:pt x="73361" y="2726"/>
                        <a:pt x="40690" y="154"/>
                      </a:cubicBezTo>
                      <a:cubicBezTo>
                        <a:pt x="8019" y="-2417"/>
                        <a:pt x="-18460" y="27682"/>
                        <a:pt x="16592" y="48256"/>
                      </a:cubicBezTo>
                      <a:cubicBezTo>
                        <a:pt x="51644" y="68830"/>
                        <a:pt x="113651" y="90071"/>
                        <a:pt x="142322" y="167318"/>
                      </a:cubicBez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0D272788-77E0-1921-DC9E-4032947BDAA4}"/>
                    </a:ext>
                  </a:extLst>
                </p:cNvPr>
                <p:cNvSpPr/>
                <p:nvPr/>
              </p:nvSpPr>
              <p:spPr>
                <a:xfrm>
                  <a:off x="2636924" y="3653929"/>
                  <a:ext cx="132389" cy="129732"/>
                </a:xfrm>
                <a:custGeom>
                  <a:avLst/>
                  <a:gdLst>
                    <a:gd name="csX0" fmla="*/ 131326 w 132389"/>
                    <a:gd name="csY0" fmla="*/ 129591 h 129732"/>
                    <a:gd name="csX1" fmla="*/ 131326 w 132389"/>
                    <a:gd name="csY1" fmla="*/ 129591 h 129732"/>
                    <a:gd name="csX2" fmla="*/ 132279 w 132389"/>
                    <a:gd name="csY2" fmla="*/ 127400 h 129732"/>
                    <a:gd name="csX3" fmla="*/ 2167 w 132389"/>
                    <a:gd name="csY3" fmla="*/ 51 h 129732"/>
                    <a:gd name="csX4" fmla="*/ 90 w 132389"/>
                    <a:gd name="csY4" fmla="*/ 1302 h 129732"/>
                    <a:gd name="csX5" fmla="*/ 72 w 132389"/>
                    <a:gd name="csY5" fmla="*/ 1384 h 129732"/>
                    <a:gd name="csX6" fmla="*/ 1307 w 132389"/>
                    <a:gd name="csY6" fmla="*/ 3626 h 129732"/>
                    <a:gd name="csX7" fmla="*/ 1500 w 132389"/>
                    <a:gd name="csY7" fmla="*/ 3670 h 129732"/>
                    <a:gd name="csX8" fmla="*/ 129136 w 132389"/>
                    <a:gd name="csY8" fmla="*/ 128829 h 129732"/>
                    <a:gd name="csX9" fmla="*/ 131326 w 132389"/>
                    <a:gd name="csY9" fmla="*/ 129591 h 1297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32389" h="129732">
                      <a:moveTo>
                        <a:pt x="131326" y="129591"/>
                      </a:moveTo>
                      <a:lnTo>
                        <a:pt x="131326" y="129591"/>
                      </a:lnTo>
                      <a:cubicBezTo>
                        <a:pt x="132184" y="129238"/>
                        <a:pt x="132606" y="128268"/>
                        <a:pt x="132279" y="127400"/>
                      </a:cubicBezTo>
                      <a:cubicBezTo>
                        <a:pt x="97703" y="42437"/>
                        <a:pt x="32076" y="6909"/>
                        <a:pt x="2167" y="51"/>
                      </a:cubicBezTo>
                      <a:cubicBezTo>
                        <a:pt x="1248" y="-177"/>
                        <a:pt x="318" y="383"/>
                        <a:pt x="90" y="1302"/>
                      </a:cubicBezTo>
                      <a:cubicBezTo>
                        <a:pt x="83" y="1329"/>
                        <a:pt x="77" y="1357"/>
                        <a:pt x="72" y="1384"/>
                      </a:cubicBezTo>
                      <a:cubicBezTo>
                        <a:pt x="-206" y="2344"/>
                        <a:pt x="347" y="3348"/>
                        <a:pt x="1307" y="3626"/>
                      </a:cubicBezTo>
                      <a:cubicBezTo>
                        <a:pt x="1371" y="3644"/>
                        <a:pt x="1435" y="3659"/>
                        <a:pt x="1500" y="3670"/>
                      </a:cubicBezTo>
                      <a:cubicBezTo>
                        <a:pt x="30742" y="10338"/>
                        <a:pt x="95131" y="45199"/>
                        <a:pt x="129136" y="128829"/>
                      </a:cubicBezTo>
                      <a:cubicBezTo>
                        <a:pt x="129557" y="129613"/>
                        <a:pt x="130509" y="129944"/>
                        <a:pt x="131326" y="1295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5540B269-B6A9-E1EB-B02A-BFCC88106E3C}"/>
                    </a:ext>
                  </a:extLst>
                </p:cNvPr>
                <p:cNvSpPr/>
                <p:nvPr/>
              </p:nvSpPr>
              <p:spPr>
                <a:xfrm>
                  <a:off x="2592598" y="3741369"/>
                  <a:ext cx="172665" cy="173727"/>
                </a:xfrm>
                <a:custGeom>
                  <a:avLst/>
                  <a:gdLst>
                    <a:gd name="csX0" fmla="*/ 1059 w 172665"/>
                    <a:gd name="csY0" fmla="*/ 43103 h 173727"/>
                    <a:gd name="csX1" fmla="*/ 18014 w 172665"/>
                    <a:gd name="csY1" fmla="*/ 55962 h 173727"/>
                    <a:gd name="csX2" fmla="*/ 36302 w 172665"/>
                    <a:gd name="csY2" fmla="*/ 67964 h 173727"/>
                    <a:gd name="csX3" fmla="*/ 39540 w 172665"/>
                    <a:gd name="csY3" fmla="*/ 111017 h 173727"/>
                    <a:gd name="csX4" fmla="*/ 55066 w 172665"/>
                    <a:gd name="csY4" fmla="*/ 120066 h 173727"/>
                    <a:gd name="csX5" fmla="*/ 70401 w 172665"/>
                    <a:gd name="csY5" fmla="*/ 121399 h 173727"/>
                    <a:gd name="csX6" fmla="*/ 77640 w 172665"/>
                    <a:gd name="csY6" fmla="*/ 120828 h 173727"/>
                    <a:gd name="csX7" fmla="*/ 98786 w 172665"/>
                    <a:gd name="csY7" fmla="*/ 123114 h 173727"/>
                    <a:gd name="csX8" fmla="*/ 117836 w 172665"/>
                    <a:gd name="csY8" fmla="*/ 151688 h 173727"/>
                    <a:gd name="csX9" fmla="*/ 152030 w 172665"/>
                    <a:gd name="csY9" fmla="*/ 173024 h 173727"/>
                    <a:gd name="csX10" fmla="*/ 169652 w 172665"/>
                    <a:gd name="csY10" fmla="*/ 171881 h 173727"/>
                    <a:gd name="csX11" fmla="*/ 170604 w 172665"/>
                    <a:gd name="csY11" fmla="*/ 171310 h 173727"/>
                    <a:gd name="csX12" fmla="*/ 170604 w 172665"/>
                    <a:gd name="csY12" fmla="*/ 171310 h 173727"/>
                    <a:gd name="csX13" fmla="*/ 172414 w 172665"/>
                    <a:gd name="csY13" fmla="*/ 169214 h 173727"/>
                    <a:gd name="csX14" fmla="*/ 172414 w 172665"/>
                    <a:gd name="csY14" fmla="*/ 169214 h 173727"/>
                    <a:gd name="csX15" fmla="*/ 171176 w 172665"/>
                    <a:gd name="csY15" fmla="*/ 148926 h 173727"/>
                    <a:gd name="csX16" fmla="*/ 171176 w 172665"/>
                    <a:gd name="csY16" fmla="*/ 147688 h 173727"/>
                    <a:gd name="csX17" fmla="*/ 171938 w 172665"/>
                    <a:gd name="csY17" fmla="*/ 123971 h 173727"/>
                    <a:gd name="csX18" fmla="*/ 171938 w 172665"/>
                    <a:gd name="csY18" fmla="*/ 80251 h 173727"/>
                    <a:gd name="csX19" fmla="*/ 168985 w 172665"/>
                    <a:gd name="csY19" fmla="*/ 51676 h 173727"/>
                    <a:gd name="csX20" fmla="*/ 149363 w 172665"/>
                    <a:gd name="csY20" fmla="*/ 32054 h 173727"/>
                    <a:gd name="csX21" fmla="*/ 145172 w 172665"/>
                    <a:gd name="csY21" fmla="*/ 20148 h 173727"/>
                    <a:gd name="csX22" fmla="*/ 116597 w 172665"/>
                    <a:gd name="csY22" fmla="*/ 51 h 173727"/>
                    <a:gd name="csX23" fmla="*/ 60781 w 172665"/>
                    <a:gd name="csY23" fmla="*/ 13195 h 173727"/>
                    <a:gd name="csX24" fmla="*/ 46112 w 172665"/>
                    <a:gd name="csY24" fmla="*/ 10433 h 173727"/>
                    <a:gd name="csX25" fmla="*/ 3726 w 172665"/>
                    <a:gd name="csY25" fmla="*/ 25101 h 173727"/>
                    <a:gd name="csX26" fmla="*/ 1059 w 172665"/>
                    <a:gd name="csY26" fmla="*/ 43104 h 1737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</a:cxnLst>
                  <a:rect l="l" t="t" r="r" b="b"/>
                  <a:pathLst>
                    <a:path w="172665" h="173727">
                      <a:moveTo>
                        <a:pt x="1059" y="43103"/>
                      </a:moveTo>
                      <a:cubicBezTo>
                        <a:pt x="4844" y="49413"/>
                        <a:pt x="10917" y="54018"/>
                        <a:pt x="18014" y="55962"/>
                      </a:cubicBezTo>
                      <a:cubicBezTo>
                        <a:pt x="25274" y="57819"/>
                        <a:pt x="31709" y="62042"/>
                        <a:pt x="36302" y="67964"/>
                      </a:cubicBezTo>
                      <a:cubicBezTo>
                        <a:pt x="43731" y="80727"/>
                        <a:pt x="31539" y="98634"/>
                        <a:pt x="39540" y="111017"/>
                      </a:cubicBezTo>
                      <a:cubicBezTo>
                        <a:pt x="43208" y="116087"/>
                        <a:pt x="48846" y="119373"/>
                        <a:pt x="55066" y="120066"/>
                      </a:cubicBezTo>
                      <a:cubicBezTo>
                        <a:pt x="60149" y="120798"/>
                        <a:pt x="65268" y="121243"/>
                        <a:pt x="70401" y="121399"/>
                      </a:cubicBezTo>
                      <a:cubicBezTo>
                        <a:pt x="72826" y="121402"/>
                        <a:pt x="75246" y="121211"/>
                        <a:pt x="77640" y="120828"/>
                      </a:cubicBezTo>
                      <a:cubicBezTo>
                        <a:pt x="84750" y="119282"/>
                        <a:pt x="92170" y="120084"/>
                        <a:pt x="98786" y="123114"/>
                      </a:cubicBezTo>
                      <a:cubicBezTo>
                        <a:pt x="108882" y="128828"/>
                        <a:pt x="112025" y="141592"/>
                        <a:pt x="117836" y="151688"/>
                      </a:cubicBezTo>
                      <a:cubicBezTo>
                        <a:pt x="125514" y="163511"/>
                        <a:pt x="138036" y="171324"/>
                        <a:pt x="152030" y="173024"/>
                      </a:cubicBezTo>
                      <a:cubicBezTo>
                        <a:pt x="157898" y="174258"/>
                        <a:pt x="163992" y="173863"/>
                        <a:pt x="169652" y="171881"/>
                      </a:cubicBezTo>
                      <a:lnTo>
                        <a:pt x="170604" y="171310"/>
                      </a:lnTo>
                      <a:lnTo>
                        <a:pt x="170604" y="171310"/>
                      </a:lnTo>
                      <a:lnTo>
                        <a:pt x="172414" y="169214"/>
                      </a:lnTo>
                      <a:cubicBezTo>
                        <a:pt x="172414" y="169214"/>
                        <a:pt x="172414" y="169214"/>
                        <a:pt x="172414" y="169214"/>
                      </a:cubicBezTo>
                      <a:cubicBezTo>
                        <a:pt x="172992" y="162427"/>
                        <a:pt x="172575" y="155592"/>
                        <a:pt x="171176" y="148926"/>
                      </a:cubicBezTo>
                      <a:lnTo>
                        <a:pt x="171176" y="147688"/>
                      </a:lnTo>
                      <a:cubicBezTo>
                        <a:pt x="171176" y="139782"/>
                        <a:pt x="171747" y="131876"/>
                        <a:pt x="171938" y="123971"/>
                      </a:cubicBezTo>
                      <a:cubicBezTo>
                        <a:pt x="171938" y="109397"/>
                        <a:pt x="171938" y="94824"/>
                        <a:pt x="171938" y="80251"/>
                      </a:cubicBezTo>
                      <a:cubicBezTo>
                        <a:pt x="172904" y="70624"/>
                        <a:pt x="171899" y="60901"/>
                        <a:pt x="168985" y="51676"/>
                      </a:cubicBezTo>
                      <a:cubicBezTo>
                        <a:pt x="164603" y="42151"/>
                        <a:pt x="153554" y="41675"/>
                        <a:pt x="149363" y="32054"/>
                      </a:cubicBezTo>
                      <a:cubicBezTo>
                        <a:pt x="147649" y="28149"/>
                        <a:pt x="146792" y="24053"/>
                        <a:pt x="145172" y="20148"/>
                      </a:cubicBezTo>
                      <a:cubicBezTo>
                        <a:pt x="140114" y="8666"/>
                        <a:pt x="129113" y="929"/>
                        <a:pt x="116597" y="51"/>
                      </a:cubicBezTo>
                      <a:cubicBezTo>
                        <a:pt x="97547" y="-997"/>
                        <a:pt x="80021" y="14623"/>
                        <a:pt x="60781" y="13195"/>
                      </a:cubicBezTo>
                      <a:cubicBezTo>
                        <a:pt x="55828" y="13195"/>
                        <a:pt x="51256" y="11290"/>
                        <a:pt x="46112" y="10433"/>
                      </a:cubicBezTo>
                      <a:cubicBezTo>
                        <a:pt x="30333" y="6666"/>
                        <a:pt x="13801" y="12387"/>
                        <a:pt x="3726" y="25101"/>
                      </a:cubicBezTo>
                      <a:cubicBezTo>
                        <a:pt x="-14" y="30321"/>
                        <a:pt x="-1007" y="37024"/>
                        <a:pt x="1059" y="43104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F7BE09A0-32CE-6C8E-0861-906621C6465A}"/>
                    </a:ext>
                  </a:extLst>
                </p:cNvPr>
                <p:cNvSpPr/>
                <p:nvPr/>
              </p:nvSpPr>
              <p:spPr>
                <a:xfrm>
                  <a:off x="2609850" y="3764982"/>
                  <a:ext cx="158075" cy="114726"/>
                </a:xfrm>
                <a:custGeom>
                  <a:avLst/>
                  <a:gdLst>
                    <a:gd name="csX0" fmla="*/ 156781 w 158075"/>
                    <a:gd name="csY0" fmla="*/ 114645 h 114726"/>
                    <a:gd name="csX1" fmla="*/ 156781 w 158075"/>
                    <a:gd name="csY1" fmla="*/ 114645 h 114726"/>
                    <a:gd name="csX2" fmla="*/ 158023 w 158075"/>
                    <a:gd name="csY2" fmla="*/ 112562 h 114726"/>
                    <a:gd name="csX3" fmla="*/ 158020 w 158075"/>
                    <a:gd name="csY3" fmla="*/ 112549 h 114726"/>
                    <a:gd name="csX4" fmla="*/ 1619 w 158075"/>
                    <a:gd name="csY4" fmla="*/ 155 h 114726"/>
                    <a:gd name="csX5" fmla="*/ 0 w 158075"/>
                    <a:gd name="csY5" fmla="*/ 1774 h 114726"/>
                    <a:gd name="csX6" fmla="*/ 1619 w 158075"/>
                    <a:gd name="csY6" fmla="*/ 3393 h 114726"/>
                    <a:gd name="csX7" fmla="*/ 154591 w 158075"/>
                    <a:gd name="csY7" fmla="*/ 113407 h 114726"/>
                    <a:gd name="csX8" fmla="*/ 156654 w 158075"/>
                    <a:gd name="csY8" fmla="*/ 114680 h 114726"/>
                    <a:gd name="csX9" fmla="*/ 156781 w 158075"/>
                    <a:gd name="csY9" fmla="*/ 114645 h 114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75" h="114726">
                      <a:moveTo>
                        <a:pt x="156781" y="114645"/>
                      </a:moveTo>
                      <a:lnTo>
                        <a:pt x="156781" y="114645"/>
                      </a:lnTo>
                      <a:cubicBezTo>
                        <a:pt x="157699" y="114413"/>
                        <a:pt x="158255" y="113480"/>
                        <a:pt x="158023" y="112562"/>
                      </a:cubicBezTo>
                      <a:cubicBezTo>
                        <a:pt x="158022" y="112558"/>
                        <a:pt x="158021" y="112554"/>
                        <a:pt x="158020" y="112549"/>
                      </a:cubicBezTo>
                      <a:cubicBezTo>
                        <a:pt x="131350" y="12727"/>
                        <a:pt x="26194" y="-1751"/>
                        <a:pt x="1619" y="155"/>
                      </a:cubicBezTo>
                      <a:cubicBezTo>
                        <a:pt x="725" y="155"/>
                        <a:pt x="0" y="880"/>
                        <a:pt x="0" y="1774"/>
                      </a:cubicBezTo>
                      <a:cubicBezTo>
                        <a:pt x="0" y="2668"/>
                        <a:pt x="725" y="3393"/>
                        <a:pt x="1619" y="3393"/>
                      </a:cubicBezTo>
                      <a:cubicBezTo>
                        <a:pt x="25718" y="1679"/>
                        <a:pt x="128588" y="15775"/>
                        <a:pt x="154591" y="113407"/>
                      </a:cubicBezTo>
                      <a:cubicBezTo>
                        <a:pt x="154809" y="114328"/>
                        <a:pt x="155733" y="114898"/>
                        <a:pt x="156654" y="114680"/>
                      </a:cubicBezTo>
                      <a:cubicBezTo>
                        <a:pt x="156697" y="114670"/>
                        <a:pt x="156739" y="114658"/>
                        <a:pt x="156781" y="1146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449E8A63-6B5F-0701-4731-68DB3EA52C7A}"/>
                    </a:ext>
                  </a:extLst>
                </p:cNvPr>
                <p:cNvSpPr/>
                <p:nvPr/>
              </p:nvSpPr>
              <p:spPr>
                <a:xfrm>
                  <a:off x="2647434" y="3803889"/>
                  <a:ext cx="76650" cy="25263"/>
                </a:xfrm>
                <a:custGeom>
                  <a:avLst/>
                  <a:gdLst>
                    <a:gd name="csX0" fmla="*/ 2326 w 76650"/>
                    <a:gd name="csY0" fmla="*/ 25160 h 25263"/>
                    <a:gd name="csX1" fmla="*/ 3183 w 76650"/>
                    <a:gd name="csY1" fmla="*/ 24684 h 25263"/>
                    <a:gd name="csX2" fmla="*/ 74811 w 76650"/>
                    <a:gd name="csY2" fmla="*/ 4491 h 25263"/>
                    <a:gd name="csX3" fmla="*/ 76601 w 76650"/>
                    <a:gd name="csY3" fmla="*/ 3290 h 25263"/>
                    <a:gd name="csX4" fmla="*/ 76621 w 76650"/>
                    <a:gd name="csY4" fmla="*/ 3158 h 25263"/>
                    <a:gd name="csX5" fmla="*/ 75337 w 76650"/>
                    <a:gd name="csY5" fmla="*/ 1261 h 25263"/>
                    <a:gd name="csX6" fmla="*/ 75287 w 76650"/>
                    <a:gd name="csY6" fmla="*/ 1253 h 25263"/>
                    <a:gd name="csX7" fmla="*/ 516 w 76650"/>
                    <a:gd name="csY7" fmla="*/ 22398 h 25263"/>
                    <a:gd name="csX8" fmla="*/ 381 w 76650"/>
                    <a:gd name="csY8" fmla="*/ 24549 h 25263"/>
                    <a:gd name="csX9" fmla="*/ 516 w 76650"/>
                    <a:gd name="csY9" fmla="*/ 24684 h 25263"/>
                    <a:gd name="csX10" fmla="*/ 2326 w 76650"/>
                    <a:gd name="csY10" fmla="*/ 25160 h 252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76650" h="25263">
                      <a:moveTo>
                        <a:pt x="2326" y="25160"/>
                      </a:moveTo>
                      <a:cubicBezTo>
                        <a:pt x="2656" y="25100"/>
                        <a:pt x="2957" y="24933"/>
                        <a:pt x="3183" y="24684"/>
                      </a:cubicBezTo>
                      <a:cubicBezTo>
                        <a:pt x="22886" y="7669"/>
                        <a:pt x="49122" y="273"/>
                        <a:pt x="74811" y="4491"/>
                      </a:cubicBezTo>
                      <a:cubicBezTo>
                        <a:pt x="75637" y="4653"/>
                        <a:pt x="76438" y="4116"/>
                        <a:pt x="76601" y="3290"/>
                      </a:cubicBezTo>
                      <a:cubicBezTo>
                        <a:pt x="76609" y="3246"/>
                        <a:pt x="76616" y="3202"/>
                        <a:pt x="76621" y="3158"/>
                      </a:cubicBezTo>
                      <a:cubicBezTo>
                        <a:pt x="76790" y="2279"/>
                        <a:pt x="76215" y="1430"/>
                        <a:pt x="75337" y="1261"/>
                      </a:cubicBezTo>
                      <a:cubicBezTo>
                        <a:pt x="75320" y="1258"/>
                        <a:pt x="75304" y="1255"/>
                        <a:pt x="75287" y="1253"/>
                      </a:cubicBezTo>
                      <a:cubicBezTo>
                        <a:pt x="48455" y="-3248"/>
                        <a:pt x="21017" y="4511"/>
                        <a:pt x="516" y="22398"/>
                      </a:cubicBezTo>
                      <a:cubicBezTo>
                        <a:pt x="-115" y="22955"/>
                        <a:pt x="-176" y="23918"/>
                        <a:pt x="381" y="24549"/>
                      </a:cubicBezTo>
                      <a:cubicBezTo>
                        <a:pt x="423" y="24597"/>
                        <a:pt x="468" y="24642"/>
                        <a:pt x="516" y="24684"/>
                      </a:cubicBezTo>
                      <a:cubicBezTo>
                        <a:pt x="957" y="25211"/>
                        <a:pt x="1683" y="25402"/>
                        <a:pt x="2326" y="2516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00" name="Graphic 5">
                <a:extLst>
                  <a:ext uri="{FF2B5EF4-FFF2-40B4-BE49-F238E27FC236}">
                    <a16:creationId xmlns:a16="http://schemas.microsoft.com/office/drawing/2014/main" id="{FBF388BA-BAE8-FC59-CAE0-D8D41CCE54CC}"/>
                  </a:ext>
                </a:extLst>
              </p:cNvPr>
              <p:cNvGrpSpPr/>
              <p:nvPr/>
            </p:nvGrpSpPr>
            <p:grpSpPr>
              <a:xfrm>
                <a:off x="4720971" y="3884790"/>
                <a:ext cx="230579" cy="315372"/>
                <a:chOff x="4720971" y="3884790"/>
                <a:chExt cx="230579" cy="315372"/>
              </a:xfrm>
            </p:grpSpPr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9755A947-621F-4E2D-9EB9-2C1061E42742}"/>
                    </a:ext>
                  </a:extLst>
                </p:cNvPr>
                <p:cNvSpPr/>
                <p:nvPr/>
              </p:nvSpPr>
              <p:spPr>
                <a:xfrm>
                  <a:off x="4720971" y="3884790"/>
                  <a:ext cx="206543" cy="199815"/>
                </a:xfrm>
                <a:custGeom>
                  <a:avLst/>
                  <a:gdLst>
                    <a:gd name="csX0" fmla="*/ 0 w 206543"/>
                    <a:gd name="csY0" fmla="*/ 188100 h 199815"/>
                    <a:gd name="csX1" fmla="*/ 41529 w 206543"/>
                    <a:gd name="csY1" fmla="*/ 78277 h 199815"/>
                    <a:gd name="csX2" fmla="*/ 157924 w 206543"/>
                    <a:gd name="csY2" fmla="*/ 76 h 199815"/>
                    <a:gd name="csX3" fmla="*/ 185356 w 206543"/>
                    <a:gd name="csY3" fmla="*/ 59703 h 199815"/>
                    <a:gd name="csX4" fmla="*/ 27337 w 206543"/>
                    <a:gd name="csY4" fmla="*/ 199816 h 1998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6543" h="199815">
                      <a:moveTo>
                        <a:pt x="0" y="188100"/>
                      </a:moveTo>
                      <a:cubicBezTo>
                        <a:pt x="6424" y="149101"/>
                        <a:pt x="20541" y="111769"/>
                        <a:pt x="41529" y="78277"/>
                      </a:cubicBezTo>
                      <a:cubicBezTo>
                        <a:pt x="74200" y="30652"/>
                        <a:pt x="117729" y="2077"/>
                        <a:pt x="157924" y="76"/>
                      </a:cubicBezTo>
                      <a:cubicBezTo>
                        <a:pt x="198120" y="-1924"/>
                        <a:pt x="228886" y="35890"/>
                        <a:pt x="185356" y="59703"/>
                      </a:cubicBezTo>
                      <a:cubicBezTo>
                        <a:pt x="141827" y="83515"/>
                        <a:pt x="65246" y="106756"/>
                        <a:pt x="27337" y="199816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2" name="Freeform: Shape 401">
                  <a:extLst>
                    <a:ext uri="{FF2B5EF4-FFF2-40B4-BE49-F238E27FC236}">
                      <a16:creationId xmlns:a16="http://schemas.microsoft.com/office/drawing/2014/main" id="{502D57BC-887C-4BD2-208E-DD96AFF7D031}"/>
                    </a:ext>
                  </a:extLst>
                </p:cNvPr>
                <p:cNvSpPr/>
                <p:nvPr/>
              </p:nvSpPr>
              <p:spPr>
                <a:xfrm>
                  <a:off x="4720971" y="3884790"/>
                  <a:ext cx="206543" cy="199815"/>
                </a:xfrm>
                <a:custGeom>
                  <a:avLst/>
                  <a:gdLst>
                    <a:gd name="csX0" fmla="*/ 0 w 206543"/>
                    <a:gd name="csY0" fmla="*/ 188100 h 199815"/>
                    <a:gd name="csX1" fmla="*/ 41529 w 206543"/>
                    <a:gd name="csY1" fmla="*/ 78277 h 199815"/>
                    <a:gd name="csX2" fmla="*/ 157924 w 206543"/>
                    <a:gd name="csY2" fmla="*/ 76 h 199815"/>
                    <a:gd name="csX3" fmla="*/ 185356 w 206543"/>
                    <a:gd name="csY3" fmla="*/ 59703 h 199815"/>
                    <a:gd name="csX4" fmla="*/ 27337 w 206543"/>
                    <a:gd name="csY4" fmla="*/ 199816 h 1998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6543" h="199815">
                      <a:moveTo>
                        <a:pt x="0" y="188100"/>
                      </a:moveTo>
                      <a:cubicBezTo>
                        <a:pt x="6424" y="149101"/>
                        <a:pt x="20541" y="111769"/>
                        <a:pt x="41529" y="78277"/>
                      </a:cubicBezTo>
                      <a:cubicBezTo>
                        <a:pt x="74200" y="30652"/>
                        <a:pt x="117729" y="2077"/>
                        <a:pt x="157924" y="76"/>
                      </a:cubicBezTo>
                      <a:cubicBezTo>
                        <a:pt x="198120" y="-1924"/>
                        <a:pt x="228886" y="35890"/>
                        <a:pt x="185356" y="59703"/>
                      </a:cubicBezTo>
                      <a:cubicBezTo>
                        <a:pt x="141827" y="83515"/>
                        <a:pt x="65246" y="106756"/>
                        <a:pt x="27337" y="199816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CAAD7BC2-A8EA-C902-57DB-526A7996E252}"/>
                    </a:ext>
                  </a:extLst>
                </p:cNvPr>
                <p:cNvSpPr/>
                <p:nvPr/>
              </p:nvSpPr>
              <p:spPr>
                <a:xfrm>
                  <a:off x="4731932" y="3904137"/>
                  <a:ext cx="166344" cy="153122"/>
                </a:xfrm>
                <a:custGeom>
                  <a:avLst/>
                  <a:gdLst>
                    <a:gd name="csX0" fmla="*/ 1230 w 166344"/>
                    <a:gd name="csY0" fmla="*/ 152941 h 153122"/>
                    <a:gd name="csX1" fmla="*/ 1230 w 166344"/>
                    <a:gd name="csY1" fmla="*/ 152941 h 153122"/>
                    <a:gd name="csX2" fmla="*/ 183 w 166344"/>
                    <a:gd name="csY2" fmla="*/ 150178 h 153122"/>
                    <a:gd name="csX3" fmla="*/ 163822 w 166344"/>
                    <a:gd name="csY3" fmla="*/ 64 h 153122"/>
                    <a:gd name="csX4" fmla="*/ 166260 w 166344"/>
                    <a:gd name="csY4" fmla="*/ 1499 h 153122"/>
                    <a:gd name="csX5" fmla="*/ 166298 w 166344"/>
                    <a:gd name="csY5" fmla="*/ 1684 h 153122"/>
                    <a:gd name="csX6" fmla="*/ 164679 w 166344"/>
                    <a:gd name="csY6" fmla="*/ 4255 h 153122"/>
                    <a:gd name="csX7" fmla="*/ 3992 w 166344"/>
                    <a:gd name="csY7" fmla="*/ 151893 h 153122"/>
                    <a:gd name="csX8" fmla="*/ 1230 w 166344"/>
                    <a:gd name="csY8" fmla="*/ 152940 h 1531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66344" h="153122">
                      <a:moveTo>
                        <a:pt x="1230" y="152941"/>
                      </a:moveTo>
                      <a:lnTo>
                        <a:pt x="1230" y="152941"/>
                      </a:lnTo>
                      <a:cubicBezTo>
                        <a:pt x="181" y="152464"/>
                        <a:pt x="-287" y="151230"/>
                        <a:pt x="183" y="150178"/>
                      </a:cubicBezTo>
                      <a:cubicBezTo>
                        <a:pt x="45616" y="47880"/>
                        <a:pt x="127055" y="7303"/>
                        <a:pt x="163822" y="64"/>
                      </a:cubicBezTo>
                      <a:cubicBezTo>
                        <a:pt x="164891" y="-213"/>
                        <a:pt x="165983" y="430"/>
                        <a:pt x="166260" y="1499"/>
                      </a:cubicBezTo>
                      <a:cubicBezTo>
                        <a:pt x="166275" y="1560"/>
                        <a:pt x="166288" y="1622"/>
                        <a:pt x="166298" y="1684"/>
                      </a:cubicBezTo>
                      <a:cubicBezTo>
                        <a:pt x="166537" y="2837"/>
                        <a:pt x="165822" y="3973"/>
                        <a:pt x="164679" y="4255"/>
                      </a:cubicBezTo>
                      <a:cubicBezTo>
                        <a:pt x="128674" y="11304"/>
                        <a:pt x="48760" y="51214"/>
                        <a:pt x="3992" y="151893"/>
                      </a:cubicBezTo>
                      <a:cubicBezTo>
                        <a:pt x="3516" y="152942"/>
                        <a:pt x="2282" y="153410"/>
                        <a:pt x="1230" y="1529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CFBE0BA9-59FF-57B6-2CCC-A0C83582C4B1}"/>
                    </a:ext>
                  </a:extLst>
                </p:cNvPr>
                <p:cNvSpPr/>
                <p:nvPr/>
              </p:nvSpPr>
              <p:spPr>
                <a:xfrm>
                  <a:off x="4726304" y="3992090"/>
                  <a:ext cx="225246" cy="208072"/>
                </a:xfrm>
                <a:custGeom>
                  <a:avLst/>
                  <a:gdLst>
                    <a:gd name="csX0" fmla="*/ 5430 w 225246"/>
                    <a:gd name="csY0" fmla="*/ 151285 h 208072"/>
                    <a:gd name="csX1" fmla="*/ 7906 w 225246"/>
                    <a:gd name="csY1" fmla="*/ 120900 h 208072"/>
                    <a:gd name="csX2" fmla="*/ 3429 w 225246"/>
                    <a:gd name="csY2" fmla="*/ 88039 h 208072"/>
                    <a:gd name="csX3" fmla="*/ 18574 w 225246"/>
                    <a:gd name="csY3" fmla="*/ 65179 h 208072"/>
                    <a:gd name="csX4" fmla="*/ 40577 w 225246"/>
                    <a:gd name="csY4" fmla="*/ 50034 h 208072"/>
                    <a:gd name="csX5" fmla="*/ 50102 w 225246"/>
                    <a:gd name="csY5" fmla="*/ 24412 h 208072"/>
                    <a:gd name="csX6" fmla="*/ 70581 w 225246"/>
                    <a:gd name="csY6" fmla="*/ 3266 h 208072"/>
                    <a:gd name="csX7" fmla="*/ 100013 w 225246"/>
                    <a:gd name="csY7" fmla="*/ 2409 h 208072"/>
                    <a:gd name="csX8" fmla="*/ 123921 w 225246"/>
                    <a:gd name="csY8" fmla="*/ 17554 h 208072"/>
                    <a:gd name="csX9" fmla="*/ 150495 w 225246"/>
                    <a:gd name="csY9" fmla="*/ 27079 h 208072"/>
                    <a:gd name="csX10" fmla="*/ 182214 w 225246"/>
                    <a:gd name="csY10" fmla="*/ 28603 h 208072"/>
                    <a:gd name="csX11" fmla="*/ 224790 w 225246"/>
                    <a:gd name="csY11" fmla="*/ 60797 h 208072"/>
                    <a:gd name="csX12" fmla="*/ 223076 w 225246"/>
                    <a:gd name="csY12" fmla="*/ 75275 h 208072"/>
                    <a:gd name="csX13" fmla="*/ 223076 w 225246"/>
                    <a:gd name="csY13" fmla="*/ 75847 h 208072"/>
                    <a:gd name="csX14" fmla="*/ 187834 w 225246"/>
                    <a:gd name="csY14" fmla="*/ 92516 h 208072"/>
                    <a:gd name="csX15" fmla="*/ 178309 w 225246"/>
                    <a:gd name="csY15" fmla="*/ 98802 h 208072"/>
                    <a:gd name="csX16" fmla="*/ 179928 w 225246"/>
                    <a:gd name="csY16" fmla="*/ 110804 h 208072"/>
                    <a:gd name="csX17" fmla="*/ 159163 w 225246"/>
                    <a:gd name="csY17" fmla="*/ 160620 h 208072"/>
                    <a:gd name="csX18" fmla="*/ 128493 w 225246"/>
                    <a:gd name="csY18" fmla="*/ 156047 h 208072"/>
                    <a:gd name="csX19" fmla="*/ 99156 w 225246"/>
                    <a:gd name="csY19" fmla="*/ 161381 h 208072"/>
                    <a:gd name="csX20" fmla="*/ 90298 w 225246"/>
                    <a:gd name="csY20" fmla="*/ 177764 h 208072"/>
                    <a:gd name="csX21" fmla="*/ 60389 w 225246"/>
                    <a:gd name="csY21" fmla="*/ 203101 h 208072"/>
                    <a:gd name="csX22" fmla="*/ 20860 w 225246"/>
                    <a:gd name="csY22" fmla="*/ 207673 h 208072"/>
                    <a:gd name="csX23" fmla="*/ 5430 w 225246"/>
                    <a:gd name="csY23" fmla="*/ 151285 h 2080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</a:cxnLst>
                  <a:rect l="l" t="t" r="r" b="b"/>
                  <a:pathLst>
                    <a:path w="225246" h="208072">
                      <a:moveTo>
                        <a:pt x="5430" y="151285"/>
                      </a:moveTo>
                      <a:cubicBezTo>
                        <a:pt x="8007" y="141376"/>
                        <a:pt x="8845" y="131095"/>
                        <a:pt x="7906" y="120900"/>
                      </a:cubicBezTo>
                      <a:cubicBezTo>
                        <a:pt x="5429" y="110103"/>
                        <a:pt x="3931" y="99105"/>
                        <a:pt x="3429" y="88039"/>
                      </a:cubicBezTo>
                      <a:cubicBezTo>
                        <a:pt x="5225" y="78703"/>
                        <a:pt x="10678" y="70473"/>
                        <a:pt x="18574" y="65179"/>
                      </a:cubicBezTo>
                      <a:cubicBezTo>
                        <a:pt x="26605" y="61226"/>
                        <a:pt x="34017" y="56125"/>
                        <a:pt x="40577" y="50034"/>
                      </a:cubicBezTo>
                      <a:cubicBezTo>
                        <a:pt x="44898" y="41964"/>
                        <a:pt x="48102" y="33344"/>
                        <a:pt x="50102" y="24412"/>
                      </a:cubicBezTo>
                      <a:cubicBezTo>
                        <a:pt x="53934" y="14979"/>
                        <a:pt x="61275" y="7399"/>
                        <a:pt x="70581" y="3266"/>
                      </a:cubicBezTo>
                      <a:cubicBezTo>
                        <a:pt x="79921" y="-770"/>
                        <a:pt x="90453" y="-1077"/>
                        <a:pt x="100013" y="2409"/>
                      </a:cubicBezTo>
                      <a:cubicBezTo>
                        <a:pt x="108588" y="6431"/>
                        <a:pt x="116620" y="11519"/>
                        <a:pt x="123921" y="17554"/>
                      </a:cubicBezTo>
                      <a:cubicBezTo>
                        <a:pt x="131536" y="23482"/>
                        <a:pt x="140848" y="26820"/>
                        <a:pt x="150495" y="27079"/>
                      </a:cubicBezTo>
                      <a:cubicBezTo>
                        <a:pt x="161092" y="26776"/>
                        <a:pt x="171695" y="27285"/>
                        <a:pt x="182214" y="28603"/>
                      </a:cubicBezTo>
                      <a:cubicBezTo>
                        <a:pt x="200026" y="31461"/>
                        <a:pt x="221647" y="40986"/>
                        <a:pt x="224790" y="60797"/>
                      </a:cubicBezTo>
                      <a:cubicBezTo>
                        <a:pt x="225766" y="65683"/>
                        <a:pt x="225166" y="70753"/>
                        <a:pt x="223076" y="75275"/>
                      </a:cubicBezTo>
                      <a:lnTo>
                        <a:pt x="223076" y="75847"/>
                      </a:lnTo>
                      <a:cubicBezTo>
                        <a:pt x="215932" y="87848"/>
                        <a:pt x="199263" y="87944"/>
                        <a:pt x="187834" y="92516"/>
                      </a:cubicBezTo>
                      <a:cubicBezTo>
                        <a:pt x="184690" y="93849"/>
                        <a:pt x="179547" y="95469"/>
                        <a:pt x="178309" y="98802"/>
                      </a:cubicBezTo>
                      <a:cubicBezTo>
                        <a:pt x="177070" y="102136"/>
                        <a:pt x="178880" y="107279"/>
                        <a:pt x="179928" y="110804"/>
                      </a:cubicBezTo>
                      <a:cubicBezTo>
                        <a:pt x="185643" y="130711"/>
                        <a:pt x="186786" y="156524"/>
                        <a:pt x="159163" y="160620"/>
                      </a:cubicBezTo>
                      <a:cubicBezTo>
                        <a:pt x="148749" y="160931"/>
                        <a:pt x="138363" y="159383"/>
                        <a:pt x="128493" y="156047"/>
                      </a:cubicBezTo>
                      <a:cubicBezTo>
                        <a:pt x="118441" y="152743"/>
                        <a:pt x="107401" y="154750"/>
                        <a:pt x="99156" y="161381"/>
                      </a:cubicBezTo>
                      <a:cubicBezTo>
                        <a:pt x="95392" y="166363"/>
                        <a:pt x="92405" y="171887"/>
                        <a:pt x="90298" y="177764"/>
                      </a:cubicBezTo>
                      <a:cubicBezTo>
                        <a:pt x="83838" y="189646"/>
                        <a:pt x="73171" y="198683"/>
                        <a:pt x="60389" y="203101"/>
                      </a:cubicBezTo>
                      <a:cubicBezTo>
                        <a:pt x="47668" y="207330"/>
                        <a:pt x="34211" y="208887"/>
                        <a:pt x="20860" y="207673"/>
                      </a:cubicBezTo>
                      <a:cubicBezTo>
                        <a:pt x="-8858" y="205387"/>
                        <a:pt x="381" y="170335"/>
                        <a:pt x="5430" y="151285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5F20749E-ADCE-FEEE-0757-BDB17D5A3188}"/>
                    </a:ext>
                  </a:extLst>
                </p:cNvPr>
                <p:cNvSpPr/>
                <p:nvPr/>
              </p:nvSpPr>
              <p:spPr>
                <a:xfrm>
                  <a:off x="4729934" y="4040400"/>
                  <a:ext cx="197072" cy="134194"/>
                </a:xfrm>
                <a:custGeom>
                  <a:avLst/>
                  <a:gdLst>
                    <a:gd name="csX0" fmla="*/ 1418 w 197072"/>
                    <a:gd name="csY0" fmla="*/ 133930 h 134194"/>
                    <a:gd name="csX1" fmla="*/ 1418 w 197072"/>
                    <a:gd name="csY1" fmla="*/ 133930 h 134194"/>
                    <a:gd name="csX2" fmla="*/ 85 w 197072"/>
                    <a:gd name="csY2" fmla="*/ 131359 h 134194"/>
                    <a:gd name="csX3" fmla="*/ 195252 w 197072"/>
                    <a:gd name="csY3" fmla="*/ 390 h 134194"/>
                    <a:gd name="csX4" fmla="*/ 197062 w 197072"/>
                    <a:gd name="csY4" fmla="*/ 2676 h 134194"/>
                    <a:gd name="csX5" fmla="*/ 194996 w 197072"/>
                    <a:gd name="csY5" fmla="*/ 4406 h 134194"/>
                    <a:gd name="csX6" fmla="*/ 194871 w 197072"/>
                    <a:gd name="csY6" fmla="*/ 4390 h 134194"/>
                    <a:gd name="csX7" fmla="*/ 4371 w 197072"/>
                    <a:gd name="csY7" fmla="*/ 132597 h 134194"/>
                    <a:gd name="csX8" fmla="*/ 2009 w 197072"/>
                    <a:gd name="csY8" fmla="*/ 134153 h 134194"/>
                    <a:gd name="csX9" fmla="*/ 1418 w 197072"/>
                    <a:gd name="csY9" fmla="*/ 133930 h 1341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97072" h="134194">
                      <a:moveTo>
                        <a:pt x="1418" y="133930"/>
                      </a:moveTo>
                      <a:lnTo>
                        <a:pt x="1418" y="133930"/>
                      </a:lnTo>
                      <a:cubicBezTo>
                        <a:pt x="357" y="133568"/>
                        <a:pt x="-230" y="132435"/>
                        <a:pt x="85" y="131359"/>
                      </a:cubicBezTo>
                      <a:cubicBezTo>
                        <a:pt x="36470" y="10677"/>
                        <a:pt x="165344" y="-2753"/>
                        <a:pt x="195252" y="390"/>
                      </a:cubicBezTo>
                      <a:cubicBezTo>
                        <a:pt x="196373" y="539"/>
                        <a:pt x="197174" y="1550"/>
                        <a:pt x="197062" y="2676"/>
                      </a:cubicBezTo>
                      <a:cubicBezTo>
                        <a:pt x="196969" y="3724"/>
                        <a:pt x="196044" y="4498"/>
                        <a:pt x="194996" y="4406"/>
                      </a:cubicBezTo>
                      <a:cubicBezTo>
                        <a:pt x="194955" y="4402"/>
                        <a:pt x="194913" y="4397"/>
                        <a:pt x="194871" y="4390"/>
                      </a:cubicBezTo>
                      <a:cubicBezTo>
                        <a:pt x="165629" y="1342"/>
                        <a:pt x="39518" y="14487"/>
                        <a:pt x="4371" y="132597"/>
                      </a:cubicBezTo>
                      <a:cubicBezTo>
                        <a:pt x="4149" y="133679"/>
                        <a:pt x="3091" y="134376"/>
                        <a:pt x="2009" y="134153"/>
                      </a:cubicBezTo>
                      <a:cubicBezTo>
                        <a:pt x="1802" y="134111"/>
                        <a:pt x="1602" y="134035"/>
                        <a:pt x="1418" y="1339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2EA431F8-B81B-60D2-F393-F0ACA36FD173}"/>
                    </a:ext>
                  </a:extLst>
                </p:cNvPr>
                <p:cNvSpPr/>
                <p:nvPr/>
              </p:nvSpPr>
              <p:spPr>
                <a:xfrm>
                  <a:off x="4786312" y="4084310"/>
                  <a:ext cx="92478" cy="33194"/>
                </a:xfrm>
                <a:custGeom>
                  <a:avLst/>
                  <a:gdLst>
                    <a:gd name="csX0" fmla="*/ 89535 w 92478"/>
                    <a:gd name="csY0" fmla="*/ 32966 h 33194"/>
                    <a:gd name="csX1" fmla="*/ 88487 w 92478"/>
                    <a:gd name="csY1" fmla="*/ 32395 h 33194"/>
                    <a:gd name="csX2" fmla="*/ 2000 w 92478"/>
                    <a:gd name="csY2" fmla="*/ 4963 h 33194"/>
                    <a:gd name="csX3" fmla="*/ 0 w 92478"/>
                    <a:gd name="csY3" fmla="*/ 2962 h 33194"/>
                    <a:gd name="csX4" fmla="*/ 2000 w 92478"/>
                    <a:gd name="csY4" fmla="*/ 962 h 33194"/>
                    <a:gd name="csX5" fmla="*/ 91916 w 92478"/>
                    <a:gd name="csY5" fmla="*/ 29537 h 33194"/>
                    <a:gd name="csX6" fmla="*/ 91916 w 92478"/>
                    <a:gd name="csY6" fmla="*/ 32395 h 33194"/>
                    <a:gd name="csX7" fmla="*/ 89535 w 92478"/>
                    <a:gd name="csY7" fmla="*/ 32966 h 331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92478" h="33194">
                      <a:moveTo>
                        <a:pt x="89535" y="32966"/>
                      </a:moveTo>
                      <a:cubicBezTo>
                        <a:pt x="89141" y="32872"/>
                        <a:pt x="88779" y="32675"/>
                        <a:pt x="88487" y="32395"/>
                      </a:cubicBezTo>
                      <a:cubicBezTo>
                        <a:pt x="65197" y="10800"/>
                        <a:pt x="33478" y="739"/>
                        <a:pt x="2000" y="4963"/>
                      </a:cubicBezTo>
                      <a:cubicBezTo>
                        <a:pt x="896" y="4963"/>
                        <a:pt x="0" y="4067"/>
                        <a:pt x="0" y="2962"/>
                      </a:cubicBezTo>
                      <a:cubicBezTo>
                        <a:pt x="0" y="1858"/>
                        <a:pt x="896" y="962"/>
                        <a:pt x="2000" y="962"/>
                      </a:cubicBezTo>
                      <a:cubicBezTo>
                        <a:pt x="34732" y="-3377"/>
                        <a:pt x="67694" y="7099"/>
                        <a:pt x="91916" y="29537"/>
                      </a:cubicBezTo>
                      <a:cubicBezTo>
                        <a:pt x="92666" y="30342"/>
                        <a:pt x="92666" y="31590"/>
                        <a:pt x="91916" y="32395"/>
                      </a:cubicBezTo>
                      <a:cubicBezTo>
                        <a:pt x="91392" y="33175"/>
                        <a:pt x="90357" y="33423"/>
                        <a:pt x="89535" y="3296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07" name="Graphic 5">
                <a:extLst>
                  <a:ext uri="{FF2B5EF4-FFF2-40B4-BE49-F238E27FC236}">
                    <a16:creationId xmlns:a16="http://schemas.microsoft.com/office/drawing/2014/main" id="{D07955C3-F766-7939-0EA2-E51144C58083}"/>
                  </a:ext>
                </a:extLst>
              </p:cNvPr>
              <p:cNvGrpSpPr/>
              <p:nvPr/>
            </p:nvGrpSpPr>
            <p:grpSpPr>
              <a:xfrm>
                <a:off x="4184919" y="3876287"/>
                <a:ext cx="229651" cy="335593"/>
                <a:chOff x="4184919" y="3876287"/>
                <a:chExt cx="229651" cy="335593"/>
              </a:xfrm>
            </p:grpSpPr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F251AFC7-AF82-C3BF-AF9A-FF51D1C00946}"/>
                    </a:ext>
                  </a:extLst>
                </p:cNvPr>
                <p:cNvSpPr/>
                <p:nvPr/>
              </p:nvSpPr>
              <p:spPr>
                <a:xfrm>
                  <a:off x="4229884" y="3876287"/>
                  <a:ext cx="165997" cy="289756"/>
                </a:xfrm>
                <a:custGeom>
                  <a:avLst/>
                  <a:gdLst>
                    <a:gd name="csX0" fmla="*/ 165998 w 165997"/>
                    <a:gd name="csY0" fmla="*/ 207080 h 289756"/>
                    <a:gd name="csX1" fmla="*/ 127898 w 165997"/>
                    <a:gd name="csY1" fmla="*/ 78397 h 289756"/>
                    <a:gd name="csX2" fmla="*/ 19408 w 165997"/>
                    <a:gd name="csY2" fmla="*/ 2197 h 289756"/>
                    <a:gd name="csX3" fmla="*/ 44268 w 165997"/>
                    <a:gd name="csY3" fmla="*/ 103638 h 289756"/>
                    <a:gd name="csX4" fmla="*/ 130565 w 165997"/>
                    <a:gd name="csY4" fmla="*/ 227463 h 289756"/>
                    <a:gd name="csX5" fmla="*/ 159140 w 165997"/>
                    <a:gd name="csY5" fmla="*/ 289757 h 289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65997" h="289756">
                      <a:moveTo>
                        <a:pt x="165998" y="207080"/>
                      </a:moveTo>
                      <a:cubicBezTo>
                        <a:pt x="165021" y="161553"/>
                        <a:pt x="151865" y="117118"/>
                        <a:pt x="127898" y="78397"/>
                      </a:cubicBezTo>
                      <a:cubicBezTo>
                        <a:pt x="95799" y="25724"/>
                        <a:pt x="53984" y="-9328"/>
                        <a:pt x="19408" y="2197"/>
                      </a:cubicBezTo>
                      <a:cubicBezTo>
                        <a:pt x="-12882" y="12770"/>
                        <a:pt x="-5071" y="56490"/>
                        <a:pt x="44268" y="103638"/>
                      </a:cubicBezTo>
                      <a:cubicBezTo>
                        <a:pt x="78844" y="136690"/>
                        <a:pt x="113991" y="178791"/>
                        <a:pt x="130565" y="227463"/>
                      </a:cubicBezTo>
                      <a:lnTo>
                        <a:pt x="159140" y="289757"/>
                      </a:ln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39C64765-7145-3E88-411B-306F49BDB31D}"/>
                    </a:ext>
                  </a:extLst>
                </p:cNvPr>
                <p:cNvSpPr/>
                <p:nvPr/>
              </p:nvSpPr>
              <p:spPr>
                <a:xfrm>
                  <a:off x="4229884" y="3876287"/>
                  <a:ext cx="165997" cy="289756"/>
                </a:xfrm>
                <a:custGeom>
                  <a:avLst/>
                  <a:gdLst>
                    <a:gd name="csX0" fmla="*/ 165998 w 165997"/>
                    <a:gd name="csY0" fmla="*/ 207080 h 289756"/>
                    <a:gd name="csX1" fmla="*/ 127898 w 165997"/>
                    <a:gd name="csY1" fmla="*/ 78397 h 289756"/>
                    <a:gd name="csX2" fmla="*/ 19408 w 165997"/>
                    <a:gd name="csY2" fmla="*/ 2197 h 289756"/>
                    <a:gd name="csX3" fmla="*/ 44268 w 165997"/>
                    <a:gd name="csY3" fmla="*/ 103638 h 289756"/>
                    <a:gd name="csX4" fmla="*/ 130565 w 165997"/>
                    <a:gd name="csY4" fmla="*/ 227463 h 289756"/>
                    <a:gd name="csX5" fmla="*/ 159140 w 165997"/>
                    <a:gd name="csY5" fmla="*/ 289757 h 289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65997" h="289756">
                      <a:moveTo>
                        <a:pt x="165998" y="207080"/>
                      </a:moveTo>
                      <a:cubicBezTo>
                        <a:pt x="165021" y="161553"/>
                        <a:pt x="151865" y="117118"/>
                        <a:pt x="127898" y="78397"/>
                      </a:cubicBezTo>
                      <a:cubicBezTo>
                        <a:pt x="95799" y="25724"/>
                        <a:pt x="53984" y="-9328"/>
                        <a:pt x="19408" y="2197"/>
                      </a:cubicBezTo>
                      <a:cubicBezTo>
                        <a:pt x="-12882" y="12770"/>
                        <a:pt x="-5071" y="56490"/>
                        <a:pt x="44268" y="103638"/>
                      </a:cubicBezTo>
                      <a:cubicBezTo>
                        <a:pt x="78844" y="136690"/>
                        <a:pt x="113991" y="178791"/>
                        <a:pt x="130565" y="227463"/>
                      </a:cubicBezTo>
                      <a:lnTo>
                        <a:pt x="159140" y="289757"/>
                      </a:ln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0" name="Freeform: Shape 409">
                  <a:extLst>
                    <a:ext uri="{FF2B5EF4-FFF2-40B4-BE49-F238E27FC236}">
                      <a16:creationId xmlns:a16="http://schemas.microsoft.com/office/drawing/2014/main" id="{54B7944F-443B-D01B-8EB4-A96BDCBFC408}"/>
                    </a:ext>
                  </a:extLst>
                </p:cNvPr>
                <p:cNvSpPr/>
                <p:nvPr/>
              </p:nvSpPr>
              <p:spPr>
                <a:xfrm>
                  <a:off x="4229884" y="3876287"/>
                  <a:ext cx="165997" cy="289756"/>
                </a:xfrm>
                <a:custGeom>
                  <a:avLst/>
                  <a:gdLst>
                    <a:gd name="csX0" fmla="*/ 165998 w 165997"/>
                    <a:gd name="csY0" fmla="*/ 207080 h 289756"/>
                    <a:gd name="csX1" fmla="*/ 127898 w 165997"/>
                    <a:gd name="csY1" fmla="*/ 78397 h 289756"/>
                    <a:gd name="csX2" fmla="*/ 19408 w 165997"/>
                    <a:gd name="csY2" fmla="*/ 2197 h 289756"/>
                    <a:gd name="csX3" fmla="*/ 44268 w 165997"/>
                    <a:gd name="csY3" fmla="*/ 103638 h 289756"/>
                    <a:gd name="csX4" fmla="*/ 130565 w 165997"/>
                    <a:gd name="csY4" fmla="*/ 227463 h 289756"/>
                    <a:gd name="csX5" fmla="*/ 159140 w 165997"/>
                    <a:gd name="csY5" fmla="*/ 289757 h 289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65997" h="289756">
                      <a:moveTo>
                        <a:pt x="165998" y="207080"/>
                      </a:moveTo>
                      <a:cubicBezTo>
                        <a:pt x="165021" y="161553"/>
                        <a:pt x="151865" y="117118"/>
                        <a:pt x="127898" y="78397"/>
                      </a:cubicBezTo>
                      <a:cubicBezTo>
                        <a:pt x="95799" y="25724"/>
                        <a:pt x="53984" y="-9328"/>
                        <a:pt x="19408" y="2197"/>
                      </a:cubicBezTo>
                      <a:cubicBezTo>
                        <a:pt x="-12882" y="12770"/>
                        <a:pt x="-5071" y="56490"/>
                        <a:pt x="44268" y="103638"/>
                      </a:cubicBezTo>
                      <a:cubicBezTo>
                        <a:pt x="78844" y="136690"/>
                        <a:pt x="113991" y="178791"/>
                        <a:pt x="130565" y="227463"/>
                      </a:cubicBezTo>
                      <a:lnTo>
                        <a:pt x="159140" y="2897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4050DACB-9535-70DD-1DC9-6C332196E228}"/>
                    </a:ext>
                  </a:extLst>
                </p:cNvPr>
                <p:cNvSpPr/>
                <p:nvPr/>
              </p:nvSpPr>
              <p:spPr>
                <a:xfrm>
                  <a:off x="4262345" y="3894020"/>
                  <a:ext cx="130940" cy="211254"/>
                </a:xfrm>
                <a:custGeom>
                  <a:avLst/>
                  <a:gdLst>
                    <a:gd name="csX0" fmla="*/ 128679 w 130940"/>
                    <a:gd name="csY0" fmla="*/ 211254 h 211254"/>
                    <a:gd name="csX1" fmla="*/ 126774 w 130940"/>
                    <a:gd name="csY1" fmla="*/ 209730 h 211254"/>
                    <a:gd name="csX2" fmla="*/ 949 w 130940"/>
                    <a:gd name="csY2" fmla="*/ 3895 h 211254"/>
                    <a:gd name="csX3" fmla="*/ 342 w 130940"/>
                    <a:gd name="csY3" fmla="*/ 994 h 211254"/>
                    <a:gd name="csX4" fmla="*/ 377 w 130940"/>
                    <a:gd name="csY4" fmla="*/ 942 h 211254"/>
                    <a:gd name="csX5" fmla="*/ 3133 w 130940"/>
                    <a:gd name="csY5" fmla="*/ 303 h 211254"/>
                    <a:gd name="csX6" fmla="*/ 3235 w 130940"/>
                    <a:gd name="csY6" fmla="*/ 371 h 211254"/>
                    <a:gd name="csX7" fmla="*/ 130870 w 130940"/>
                    <a:gd name="csY7" fmla="*/ 208683 h 211254"/>
                    <a:gd name="csX8" fmla="*/ 129381 w 130940"/>
                    <a:gd name="csY8" fmla="*/ 211245 h 211254"/>
                    <a:gd name="csX9" fmla="*/ 129346 w 130940"/>
                    <a:gd name="csY9" fmla="*/ 211254 h 211254"/>
                    <a:gd name="csX10" fmla="*/ 128679 w 130940"/>
                    <a:gd name="csY10" fmla="*/ 211254 h 2112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30940" h="211254">
                      <a:moveTo>
                        <a:pt x="128679" y="211254"/>
                      </a:moveTo>
                      <a:cubicBezTo>
                        <a:pt x="127783" y="211206"/>
                        <a:pt x="127017" y="210594"/>
                        <a:pt x="126774" y="209730"/>
                      </a:cubicBezTo>
                      <a:cubicBezTo>
                        <a:pt x="104771" y="125244"/>
                        <a:pt x="50574" y="36756"/>
                        <a:pt x="949" y="3895"/>
                      </a:cubicBezTo>
                      <a:cubicBezTo>
                        <a:pt x="-20" y="3262"/>
                        <a:pt x="-291" y="1963"/>
                        <a:pt x="342" y="994"/>
                      </a:cubicBezTo>
                      <a:cubicBezTo>
                        <a:pt x="354" y="977"/>
                        <a:pt x="365" y="960"/>
                        <a:pt x="377" y="942"/>
                      </a:cubicBezTo>
                      <a:cubicBezTo>
                        <a:pt x="962" y="5"/>
                        <a:pt x="2195" y="-281"/>
                        <a:pt x="3133" y="303"/>
                      </a:cubicBezTo>
                      <a:cubicBezTo>
                        <a:pt x="3167" y="324"/>
                        <a:pt x="3201" y="347"/>
                        <a:pt x="3235" y="371"/>
                      </a:cubicBezTo>
                      <a:cubicBezTo>
                        <a:pt x="53717" y="33708"/>
                        <a:pt x="108581" y="123243"/>
                        <a:pt x="130870" y="208683"/>
                      </a:cubicBezTo>
                      <a:cubicBezTo>
                        <a:pt x="131166" y="209801"/>
                        <a:pt x="130500" y="210949"/>
                        <a:pt x="129381" y="211245"/>
                      </a:cubicBezTo>
                      <a:cubicBezTo>
                        <a:pt x="129370" y="211249"/>
                        <a:pt x="129358" y="211251"/>
                        <a:pt x="129346" y="211254"/>
                      </a:cubicBezTo>
                      <a:cubicBezTo>
                        <a:pt x="129346" y="211254"/>
                        <a:pt x="128679" y="211254"/>
                        <a:pt x="128679" y="21125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2" name="Freeform: Shape 411">
                  <a:extLst>
                    <a:ext uri="{FF2B5EF4-FFF2-40B4-BE49-F238E27FC236}">
                      <a16:creationId xmlns:a16="http://schemas.microsoft.com/office/drawing/2014/main" id="{95FB10B7-F533-A294-EFBB-61D34A1789DA}"/>
                    </a:ext>
                  </a:extLst>
                </p:cNvPr>
                <p:cNvSpPr/>
                <p:nvPr/>
              </p:nvSpPr>
              <p:spPr>
                <a:xfrm>
                  <a:off x="4184919" y="4027103"/>
                  <a:ext cx="229651" cy="184777"/>
                </a:xfrm>
                <a:custGeom>
                  <a:avLst/>
                  <a:gdLst>
                    <a:gd name="csX0" fmla="*/ 212678 w 229651"/>
                    <a:gd name="csY0" fmla="*/ 152466 h 184777"/>
                    <a:gd name="csX1" fmla="*/ 155528 w 229651"/>
                    <a:gd name="csY1" fmla="*/ 182279 h 184777"/>
                    <a:gd name="csX2" fmla="*/ 100854 w 229651"/>
                    <a:gd name="csY2" fmla="*/ 174278 h 184777"/>
                    <a:gd name="csX3" fmla="*/ 133430 w 229651"/>
                    <a:gd name="csY3" fmla="*/ 126653 h 184777"/>
                    <a:gd name="csX4" fmla="*/ 70660 w 229651"/>
                    <a:gd name="csY4" fmla="*/ 158086 h 184777"/>
                    <a:gd name="csX5" fmla="*/ 36180 w 229651"/>
                    <a:gd name="csY5" fmla="*/ 125986 h 184777"/>
                    <a:gd name="csX6" fmla="*/ 92663 w 229651"/>
                    <a:gd name="csY6" fmla="*/ 89411 h 184777"/>
                    <a:gd name="csX7" fmla="*/ 25988 w 229651"/>
                    <a:gd name="csY7" fmla="*/ 97602 h 184777"/>
                    <a:gd name="csX8" fmla="*/ 1604 w 229651"/>
                    <a:gd name="csY8" fmla="*/ 34451 h 184777"/>
                    <a:gd name="csX9" fmla="*/ 20654 w 229651"/>
                    <a:gd name="csY9" fmla="*/ 8067 h 184777"/>
                    <a:gd name="csX10" fmla="*/ 102188 w 229651"/>
                    <a:gd name="csY10" fmla="*/ 3876 h 184777"/>
                    <a:gd name="csX11" fmla="*/ 120380 w 229651"/>
                    <a:gd name="csY11" fmla="*/ 41976 h 184777"/>
                    <a:gd name="csX12" fmla="*/ 123714 w 229651"/>
                    <a:gd name="csY12" fmla="*/ 1685 h 184777"/>
                    <a:gd name="csX13" fmla="*/ 167339 w 229651"/>
                    <a:gd name="csY13" fmla="*/ 3495 h 184777"/>
                    <a:gd name="csX14" fmla="*/ 170863 w 229651"/>
                    <a:gd name="csY14" fmla="*/ 60074 h 184777"/>
                    <a:gd name="csX15" fmla="*/ 189342 w 229651"/>
                    <a:gd name="csY15" fmla="*/ 11973 h 184777"/>
                    <a:gd name="csX16" fmla="*/ 226299 w 229651"/>
                    <a:gd name="csY16" fmla="*/ 60359 h 184777"/>
                    <a:gd name="csX17" fmla="*/ 212678 w 229651"/>
                    <a:gd name="csY17" fmla="*/ 152466 h 184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229651" h="184777">
                      <a:moveTo>
                        <a:pt x="212678" y="152466"/>
                      </a:moveTo>
                      <a:cubicBezTo>
                        <a:pt x="196537" y="167194"/>
                        <a:pt x="176842" y="177468"/>
                        <a:pt x="155528" y="182279"/>
                      </a:cubicBezTo>
                      <a:cubicBezTo>
                        <a:pt x="118666" y="190947"/>
                        <a:pt x="100854" y="174278"/>
                        <a:pt x="100854" y="174278"/>
                      </a:cubicBezTo>
                      <a:cubicBezTo>
                        <a:pt x="100854" y="174278"/>
                        <a:pt x="112951" y="138178"/>
                        <a:pt x="133430" y="126653"/>
                      </a:cubicBezTo>
                      <a:cubicBezTo>
                        <a:pt x="110882" y="133511"/>
                        <a:pt x="89658" y="144139"/>
                        <a:pt x="70660" y="158086"/>
                      </a:cubicBezTo>
                      <a:cubicBezTo>
                        <a:pt x="70660" y="158086"/>
                        <a:pt x="47895" y="160086"/>
                        <a:pt x="36180" y="125986"/>
                      </a:cubicBezTo>
                      <a:cubicBezTo>
                        <a:pt x="36180" y="125986"/>
                        <a:pt x="48181" y="104079"/>
                        <a:pt x="92663" y="89411"/>
                      </a:cubicBezTo>
                      <a:cubicBezTo>
                        <a:pt x="70104" y="87016"/>
                        <a:pt x="47296" y="89817"/>
                        <a:pt x="25988" y="97602"/>
                      </a:cubicBezTo>
                      <a:cubicBezTo>
                        <a:pt x="23035" y="98936"/>
                        <a:pt x="6938" y="54930"/>
                        <a:pt x="1604" y="34451"/>
                      </a:cubicBezTo>
                      <a:cubicBezTo>
                        <a:pt x="-3730" y="13973"/>
                        <a:pt x="4652" y="13592"/>
                        <a:pt x="20654" y="8067"/>
                      </a:cubicBezTo>
                      <a:cubicBezTo>
                        <a:pt x="36656" y="2543"/>
                        <a:pt x="91425" y="-4220"/>
                        <a:pt x="102188" y="3876"/>
                      </a:cubicBezTo>
                      <a:cubicBezTo>
                        <a:pt x="112951" y="11972"/>
                        <a:pt x="120380" y="41976"/>
                        <a:pt x="120380" y="41976"/>
                      </a:cubicBezTo>
                      <a:cubicBezTo>
                        <a:pt x="125156" y="29104"/>
                        <a:pt x="126309" y="15168"/>
                        <a:pt x="123714" y="1685"/>
                      </a:cubicBezTo>
                      <a:cubicBezTo>
                        <a:pt x="138202" y="-1063"/>
                        <a:pt x="153128" y="-444"/>
                        <a:pt x="167339" y="3495"/>
                      </a:cubicBezTo>
                      <a:cubicBezTo>
                        <a:pt x="171625" y="4733"/>
                        <a:pt x="178769" y="34928"/>
                        <a:pt x="170863" y="60074"/>
                      </a:cubicBezTo>
                      <a:cubicBezTo>
                        <a:pt x="181114" y="45927"/>
                        <a:pt x="187485" y="29344"/>
                        <a:pt x="189342" y="11973"/>
                      </a:cubicBezTo>
                      <a:cubicBezTo>
                        <a:pt x="208461" y="21541"/>
                        <a:pt x="222098" y="39396"/>
                        <a:pt x="226299" y="60359"/>
                      </a:cubicBezTo>
                      <a:cubicBezTo>
                        <a:pt x="230489" y="80552"/>
                        <a:pt x="234681" y="123701"/>
                        <a:pt x="212678" y="152466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F00085E2-67BE-01CD-0C7B-5F962B7A97FC}"/>
                    </a:ext>
                  </a:extLst>
                </p:cNvPr>
                <p:cNvSpPr/>
                <p:nvPr/>
              </p:nvSpPr>
              <p:spPr>
                <a:xfrm>
                  <a:off x="4200676" y="4046605"/>
                  <a:ext cx="199010" cy="134880"/>
                </a:xfrm>
                <a:custGeom>
                  <a:avLst/>
                  <a:gdLst>
                    <a:gd name="csX0" fmla="*/ 197016 w 199010"/>
                    <a:gd name="csY0" fmla="*/ 134870 h 134880"/>
                    <a:gd name="csX1" fmla="*/ 195111 w 199010"/>
                    <a:gd name="csY1" fmla="*/ 133822 h 134880"/>
                    <a:gd name="csX2" fmla="*/ 2230 w 199010"/>
                    <a:gd name="csY2" fmla="*/ 4187 h 134880"/>
                    <a:gd name="csX3" fmla="*/ 4 w 199010"/>
                    <a:gd name="csY3" fmla="*/ 2230 h 134880"/>
                    <a:gd name="csX4" fmla="*/ 1961 w 199010"/>
                    <a:gd name="csY4" fmla="*/ 4 h 134880"/>
                    <a:gd name="csX5" fmla="*/ 2706 w 199010"/>
                    <a:gd name="csY5" fmla="*/ 91 h 134880"/>
                    <a:gd name="csX6" fmla="*/ 198731 w 199010"/>
                    <a:gd name="csY6" fmla="*/ 131727 h 134880"/>
                    <a:gd name="csX7" fmla="*/ 197969 w 199010"/>
                    <a:gd name="csY7" fmla="*/ 134584 h 134880"/>
                    <a:gd name="csX8" fmla="*/ 197016 w 199010"/>
                    <a:gd name="csY8" fmla="*/ 134870 h 1348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99010" h="134880">
                      <a:moveTo>
                        <a:pt x="197016" y="134870"/>
                      </a:moveTo>
                      <a:cubicBezTo>
                        <a:pt x="196225" y="134953"/>
                        <a:pt x="195465" y="134535"/>
                        <a:pt x="195111" y="133822"/>
                      </a:cubicBezTo>
                      <a:cubicBezTo>
                        <a:pt x="160345" y="73433"/>
                        <a:pt x="42711" y="9045"/>
                        <a:pt x="2230" y="4187"/>
                      </a:cubicBezTo>
                      <a:cubicBezTo>
                        <a:pt x="1075" y="4261"/>
                        <a:pt x="79" y="3385"/>
                        <a:pt x="4" y="2230"/>
                      </a:cubicBezTo>
                      <a:cubicBezTo>
                        <a:pt x="-70" y="1075"/>
                        <a:pt x="806" y="78"/>
                        <a:pt x="1961" y="4"/>
                      </a:cubicBezTo>
                      <a:cubicBezTo>
                        <a:pt x="2213" y="-12"/>
                        <a:pt x="2465" y="17"/>
                        <a:pt x="2706" y="91"/>
                      </a:cubicBezTo>
                      <a:cubicBezTo>
                        <a:pt x="44045" y="4949"/>
                        <a:pt x="163393" y="70386"/>
                        <a:pt x="198731" y="131727"/>
                      </a:cubicBezTo>
                      <a:cubicBezTo>
                        <a:pt x="199307" y="132727"/>
                        <a:pt x="198966" y="134004"/>
                        <a:pt x="197969" y="134584"/>
                      </a:cubicBezTo>
                      <a:cubicBezTo>
                        <a:pt x="197689" y="134777"/>
                        <a:pt x="197356" y="134877"/>
                        <a:pt x="197016" y="1348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14" name="Graphic 5">
                <a:extLst>
                  <a:ext uri="{FF2B5EF4-FFF2-40B4-BE49-F238E27FC236}">
                    <a16:creationId xmlns:a16="http://schemas.microsoft.com/office/drawing/2014/main" id="{CEA0B0AC-ACED-1AA7-D6D1-6128F4B33BC3}"/>
                  </a:ext>
                </a:extLst>
              </p:cNvPr>
              <p:cNvGrpSpPr/>
              <p:nvPr/>
            </p:nvGrpSpPr>
            <p:grpSpPr>
              <a:xfrm>
                <a:off x="6437090" y="3615249"/>
                <a:ext cx="185326" cy="277242"/>
                <a:chOff x="6437090" y="3615249"/>
                <a:chExt cx="185326" cy="277242"/>
              </a:xfrm>
            </p:grpSpPr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E36799E9-04BE-2AEA-659B-42D77507D41F}"/>
                    </a:ext>
                  </a:extLst>
                </p:cNvPr>
                <p:cNvSpPr/>
                <p:nvPr/>
              </p:nvSpPr>
              <p:spPr>
                <a:xfrm>
                  <a:off x="6437090" y="3615249"/>
                  <a:ext cx="165181" cy="167223"/>
                </a:xfrm>
                <a:custGeom>
                  <a:avLst/>
                  <a:gdLst>
                    <a:gd name="csX0" fmla="*/ 0 w 165181"/>
                    <a:gd name="csY0" fmla="*/ 158365 h 167223"/>
                    <a:gd name="csX1" fmla="*/ 31242 w 165181"/>
                    <a:gd name="csY1" fmla="*/ 67306 h 167223"/>
                    <a:gd name="csX2" fmla="*/ 124492 w 165181"/>
                    <a:gd name="csY2" fmla="*/ 155 h 167223"/>
                    <a:gd name="csX3" fmla="*/ 148590 w 165181"/>
                    <a:gd name="csY3" fmla="*/ 48256 h 167223"/>
                    <a:gd name="csX4" fmla="*/ 22955 w 165181"/>
                    <a:gd name="csY4" fmla="*/ 167223 h 1672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65181" h="167223">
                      <a:moveTo>
                        <a:pt x="0" y="158365"/>
                      </a:moveTo>
                      <a:cubicBezTo>
                        <a:pt x="4279" y="126242"/>
                        <a:pt x="14899" y="95290"/>
                        <a:pt x="31242" y="67306"/>
                      </a:cubicBezTo>
                      <a:cubicBezTo>
                        <a:pt x="56769" y="27492"/>
                        <a:pt x="91821" y="2727"/>
                        <a:pt x="124492" y="155"/>
                      </a:cubicBezTo>
                      <a:cubicBezTo>
                        <a:pt x="157163" y="-2417"/>
                        <a:pt x="183642" y="27587"/>
                        <a:pt x="148590" y="48256"/>
                      </a:cubicBezTo>
                      <a:cubicBezTo>
                        <a:pt x="113538" y="68925"/>
                        <a:pt x="51530" y="89976"/>
                        <a:pt x="22955" y="167223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0E02A540-75F3-19D6-7DB3-800C6334E4E3}"/>
                    </a:ext>
                  </a:extLst>
                </p:cNvPr>
                <p:cNvSpPr/>
                <p:nvPr/>
              </p:nvSpPr>
              <p:spPr>
                <a:xfrm>
                  <a:off x="6437090" y="3615249"/>
                  <a:ext cx="165181" cy="167223"/>
                </a:xfrm>
                <a:custGeom>
                  <a:avLst/>
                  <a:gdLst>
                    <a:gd name="csX0" fmla="*/ 0 w 165181"/>
                    <a:gd name="csY0" fmla="*/ 158365 h 167223"/>
                    <a:gd name="csX1" fmla="*/ 31242 w 165181"/>
                    <a:gd name="csY1" fmla="*/ 67306 h 167223"/>
                    <a:gd name="csX2" fmla="*/ 124492 w 165181"/>
                    <a:gd name="csY2" fmla="*/ 155 h 167223"/>
                    <a:gd name="csX3" fmla="*/ 148590 w 165181"/>
                    <a:gd name="csY3" fmla="*/ 48256 h 167223"/>
                    <a:gd name="csX4" fmla="*/ 22955 w 165181"/>
                    <a:gd name="csY4" fmla="*/ 167223 h 1672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65181" h="167223">
                      <a:moveTo>
                        <a:pt x="0" y="158365"/>
                      </a:moveTo>
                      <a:cubicBezTo>
                        <a:pt x="4279" y="126242"/>
                        <a:pt x="14899" y="95290"/>
                        <a:pt x="31242" y="67306"/>
                      </a:cubicBezTo>
                      <a:cubicBezTo>
                        <a:pt x="56769" y="27492"/>
                        <a:pt x="91821" y="2727"/>
                        <a:pt x="124492" y="155"/>
                      </a:cubicBezTo>
                      <a:cubicBezTo>
                        <a:pt x="157163" y="-2417"/>
                        <a:pt x="183642" y="27587"/>
                        <a:pt x="148590" y="48256"/>
                      </a:cubicBezTo>
                      <a:cubicBezTo>
                        <a:pt x="113538" y="68925"/>
                        <a:pt x="51530" y="89976"/>
                        <a:pt x="22955" y="167223"/>
                      </a:cubicBez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10A94DBD-1222-B7D8-4ADB-6584EC563ED1}"/>
                    </a:ext>
                  </a:extLst>
                </p:cNvPr>
                <p:cNvSpPr/>
                <p:nvPr/>
              </p:nvSpPr>
              <p:spPr>
                <a:xfrm>
                  <a:off x="6445518" y="3630658"/>
                  <a:ext cx="132306" cy="129761"/>
                </a:xfrm>
                <a:custGeom>
                  <a:avLst/>
                  <a:gdLst>
                    <a:gd name="csX0" fmla="*/ 1097 w 132306"/>
                    <a:gd name="csY0" fmla="*/ 129621 h 129761"/>
                    <a:gd name="csX1" fmla="*/ 1097 w 132306"/>
                    <a:gd name="csY1" fmla="*/ 129621 h 129761"/>
                    <a:gd name="csX2" fmla="*/ 116 w 132306"/>
                    <a:gd name="csY2" fmla="*/ 127403 h 129761"/>
                    <a:gd name="csX3" fmla="*/ 144 w 132306"/>
                    <a:gd name="csY3" fmla="*/ 127335 h 129761"/>
                    <a:gd name="csX4" fmla="*/ 130160 w 132306"/>
                    <a:gd name="csY4" fmla="*/ 81 h 129761"/>
                    <a:gd name="csX5" fmla="*/ 132203 w 132306"/>
                    <a:gd name="csY5" fmla="*/ 1115 h 129761"/>
                    <a:gd name="csX6" fmla="*/ 132256 w 132306"/>
                    <a:gd name="csY6" fmla="*/ 1319 h 129761"/>
                    <a:gd name="csX7" fmla="*/ 131005 w 132306"/>
                    <a:gd name="csY7" fmla="*/ 3396 h 129761"/>
                    <a:gd name="csX8" fmla="*/ 130922 w 132306"/>
                    <a:gd name="csY8" fmla="*/ 3415 h 129761"/>
                    <a:gd name="csX9" fmla="*/ 3287 w 132306"/>
                    <a:gd name="csY9" fmla="*/ 128668 h 129761"/>
                    <a:gd name="csX10" fmla="*/ 1230 w 132306"/>
                    <a:gd name="csY10" fmla="*/ 129673 h 129761"/>
                    <a:gd name="csX11" fmla="*/ 1097 w 132306"/>
                    <a:gd name="csY11" fmla="*/ 129621 h 1297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32306" h="129761">
                      <a:moveTo>
                        <a:pt x="1097" y="129621"/>
                      </a:moveTo>
                      <a:lnTo>
                        <a:pt x="1097" y="129621"/>
                      </a:lnTo>
                      <a:cubicBezTo>
                        <a:pt x="214" y="129279"/>
                        <a:pt x="-226" y="128287"/>
                        <a:pt x="116" y="127403"/>
                      </a:cubicBezTo>
                      <a:cubicBezTo>
                        <a:pt x="125" y="127380"/>
                        <a:pt x="134" y="127357"/>
                        <a:pt x="144" y="127335"/>
                      </a:cubicBezTo>
                      <a:cubicBezTo>
                        <a:pt x="34625" y="42372"/>
                        <a:pt x="100252" y="6939"/>
                        <a:pt x="130160" y="81"/>
                      </a:cubicBezTo>
                      <a:cubicBezTo>
                        <a:pt x="131010" y="-198"/>
                        <a:pt x="131925" y="266"/>
                        <a:pt x="132203" y="1115"/>
                      </a:cubicBezTo>
                      <a:cubicBezTo>
                        <a:pt x="132225" y="1182"/>
                        <a:pt x="132243" y="1250"/>
                        <a:pt x="132256" y="1319"/>
                      </a:cubicBezTo>
                      <a:cubicBezTo>
                        <a:pt x="132484" y="2238"/>
                        <a:pt x="131924" y="3168"/>
                        <a:pt x="131005" y="3396"/>
                      </a:cubicBezTo>
                      <a:cubicBezTo>
                        <a:pt x="130978" y="3403"/>
                        <a:pt x="130950" y="3409"/>
                        <a:pt x="130922" y="3415"/>
                      </a:cubicBezTo>
                      <a:cubicBezTo>
                        <a:pt x="101681" y="10177"/>
                        <a:pt x="37292" y="45039"/>
                        <a:pt x="3287" y="128668"/>
                      </a:cubicBezTo>
                      <a:cubicBezTo>
                        <a:pt x="2997" y="129514"/>
                        <a:pt x="2076" y="129964"/>
                        <a:pt x="1230" y="129673"/>
                      </a:cubicBezTo>
                      <a:cubicBezTo>
                        <a:pt x="1185" y="129658"/>
                        <a:pt x="1140" y="129640"/>
                        <a:pt x="1097" y="1296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C68FB143-5B78-B8EA-51CB-F40F45DDD762}"/>
                    </a:ext>
                  </a:extLst>
                </p:cNvPr>
                <p:cNvSpPr/>
                <p:nvPr/>
              </p:nvSpPr>
              <p:spPr>
                <a:xfrm>
                  <a:off x="6450201" y="3718518"/>
                  <a:ext cx="172215" cy="173974"/>
                </a:xfrm>
                <a:custGeom>
                  <a:avLst/>
                  <a:gdLst>
                    <a:gd name="csX0" fmla="*/ 171103 w 172215"/>
                    <a:gd name="csY0" fmla="*/ 42809 h 173974"/>
                    <a:gd name="csX1" fmla="*/ 154053 w 172215"/>
                    <a:gd name="csY1" fmla="*/ 55668 h 173974"/>
                    <a:gd name="csX2" fmla="*/ 136241 w 172215"/>
                    <a:gd name="csY2" fmla="*/ 67670 h 173974"/>
                    <a:gd name="csX3" fmla="*/ 133098 w 172215"/>
                    <a:gd name="csY3" fmla="*/ 110722 h 173974"/>
                    <a:gd name="csX4" fmla="*/ 117477 w 172215"/>
                    <a:gd name="csY4" fmla="*/ 120247 h 173974"/>
                    <a:gd name="csX5" fmla="*/ 102142 w 172215"/>
                    <a:gd name="csY5" fmla="*/ 121581 h 173974"/>
                    <a:gd name="csX6" fmla="*/ 94903 w 172215"/>
                    <a:gd name="csY6" fmla="*/ 121010 h 173974"/>
                    <a:gd name="csX7" fmla="*/ 73757 w 172215"/>
                    <a:gd name="csY7" fmla="*/ 123295 h 173974"/>
                    <a:gd name="csX8" fmla="*/ 54707 w 172215"/>
                    <a:gd name="csY8" fmla="*/ 151870 h 173974"/>
                    <a:gd name="csX9" fmla="*/ 20608 w 172215"/>
                    <a:gd name="csY9" fmla="*/ 173302 h 173974"/>
                    <a:gd name="csX10" fmla="*/ 2891 w 172215"/>
                    <a:gd name="csY10" fmla="*/ 172159 h 173974"/>
                    <a:gd name="csX11" fmla="*/ 1939 w 172215"/>
                    <a:gd name="csY11" fmla="*/ 171492 h 173974"/>
                    <a:gd name="csX12" fmla="*/ 1939 w 172215"/>
                    <a:gd name="csY12" fmla="*/ 171492 h 173974"/>
                    <a:gd name="csX13" fmla="*/ 224 w 172215"/>
                    <a:gd name="csY13" fmla="*/ 169301 h 173974"/>
                    <a:gd name="csX14" fmla="*/ 224 w 172215"/>
                    <a:gd name="csY14" fmla="*/ 169301 h 173974"/>
                    <a:gd name="csX15" fmla="*/ 1462 w 172215"/>
                    <a:gd name="csY15" fmla="*/ 149013 h 173974"/>
                    <a:gd name="csX16" fmla="*/ 1462 w 172215"/>
                    <a:gd name="csY16" fmla="*/ 147775 h 173974"/>
                    <a:gd name="csX17" fmla="*/ 701 w 172215"/>
                    <a:gd name="csY17" fmla="*/ 123962 h 173974"/>
                    <a:gd name="csX18" fmla="*/ 701 w 172215"/>
                    <a:gd name="csY18" fmla="*/ 80243 h 173974"/>
                    <a:gd name="csX19" fmla="*/ 3653 w 172215"/>
                    <a:gd name="csY19" fmla="*/ 51668 h 173974"/>
                    <a:gd name="csX20" fmla="*/ 23275 w 172215"/>
                    <a:gd name="csY20" fmla="*/ 32046 h 173974"/>
                    <a:gd name="csX21" fmla="*/ 27466 w 172215"/>
                    <a:gd name="csY21" fmla="*/ 20235 h 173974"/>
                    <a:gd name="csX22" fmla="*/ 56041 w 172215"/>
                    <a:gd name="csY22" fmla="*/ 42 h 173974"/>
                    <a:gd name="csX23" fmla="*/ 111857 w 172215"/>
                    <a:gd name="csY23" fmla="*/ 13282 h 173974"/>
                    <a:gd name="csX24" fmla="*/ 126621 w 172215"/>
                    <a:gd name="csY24" fmla="*/ 10424 h 173974"/>
                    <a:gd name="csX25" fmla="*/ 169007 w 172215"/>
                    <a:gd name="csY25" fmla="*/ 25188 h 173974"/>
                    <a:gd name="csX26" fmla="*/ 171103 w 172215"/>
                    <a:gd name="csY26" fmla="*/ 42809 h 1739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</a:cxnLst>
                  <a:rect l="l" t="t" r="r" b="b"/>
                  <a:pathLst>
                    <a:path w="172215" h="173974">
                      <a:moveTo>
                        <a:pt x="171103" y="42809"/>
                      </a:moveTo>
                      <a:cubicBezTo>
                        <a:pt x="167237" y="49085"/>
                        <a:pt x="161150" y="53676"/>
                        <a:pt x="154053" y="55668"/>
                      </a:cubicBezTo>
                      <a:cubicBezTo>
                        <a:pt x="146933" y="57547"/>
                        <a:pt x="140656" y="61776"/>
                        <a:pt x="136241" y="67670"/>
                      </a:cubicBezTo>
                      <a:cubicBezTo>
                        <a:pt x="128907" y="80338"/>
                        <a:pt x="141004" y="98340"/>
                        <a:pt x="133098" y="110722"/>
                      </a:cubicBezTo>
                      <a:cubicBezTo>
                        <a:pt x="129405" y="115891"/>
                        <a:pt x="123763" y="119331"/>
                        <a:pt x="117477" y="120247"/>
                      </a:cubicBezTo>
                      <a:cubicBezTo>
                        <a:pt x="112394" y="120979"/>
                        <a:pt x="107274" y="121424"/>
                        <a:pt x="102142" y="121581"/>
                      </a:cubicBezTo>
                      <a:cubicBezTo>
                        <a:pt x="99717" y="121584"/>
                        <a:pt x="97297" y="121393"/>
                        <a:pt x="94903" y="121010"/>
                      </a:cubicBezTo>
                      <a:cubicBezTo>
                        <a:pt x="87795" y="119414"/>
                        <a:pt x="80359" y="120217"/>
                        <a:pt x="73757" y="123295"/>
                      </a:cubicBezTo>
                      <a:cubicBezTo>
                        <a:pt x="63661" y="129010"/>
                        <a:pt x="60518" y="141774"/>
                        <a:pt x="54707" y="151870"/>
                      </a:cubicBezTo>
                      <a:cubicBezTo>
                        <a:pt x="46986" y="163621"/>
                        <a:pt x="34544" y="171440"/>
                        <a:pt x="20608" y="173302"/>
                      </a:cubicBezTo>
                      <a:cubicBezTo>
                        <a:pt x="14705" y="174492"/>
                        <a:pt x="8592" y="174097"/>
                        <a:pt x="2891" y="172159"/>
                      </a:cubicBezTo>
                      <a:lnTo>
                        <a:pt x="1939" y="171492"/>
                      </a:lnTo>
                      <a:lnTo>
                        <a:pt x="1939" y="171492"/>
                      </a:lnTo>
                      <a:cubicBezTo>
                        <a:pt x="1367" y="170730"/>
                        <a:pt x="510" y="169777"/>
                        <a:pt x="224" y="169301"/>
                      </a:cubicBezTo>
                      <a:lnTo>
                        <a:pt x="224" y="169301"/>
                      </a:lnTo>
                      <a:cubicBezTo>
                        <a:pt x="-308" y="162514"/>
                        <a:pt x="109" y="155685"/>
                        <a:pt x="1462" y="149013"/>
                      </a:cubicBezTo>
                      <a:lnTo>
                        <a:pt x="1462" y="147775"/>
                      </a:lnTo>
                      <a:cubicBezTo>
                        <a:pt x="1462" y="139774"/>
                        <a:pt x="891" y="131963"/>
                        <a:pt x="701" y="123962"/>
                      </a:cubicBezTo>
                      <a:cubicBezTo>
                        <a:pt x="701" y="109484"/>
                        <a:pt x="224" y="94816"/>
                        <a:pt x="701" y="80243"/>
                      </a:cubicBezTo>
                      <a:cubicBezTo>
                        <a:pt x="-255" y="70616"/>
                        <a:pt x="749" y="60895"/>
                        <a:pt x="3653" y="51668"/>
                      </a:cubicBezTo>
                      <a:cubicBezTo>
                        <a:pt x="8130" y="42143"/>
                        <a:pt x="19084" y="41666"/>
                        <a:pt x="23275" y="32046"/>
                      </a:cubicBezTo>
                      <a:cubicBezTo>
                        <a:pt x="24989" y="28236"/>
                        <a:pt x="25846" y="24140"/>
                        <a:pt x="27466" y="20235"/>
                      </a:cubicBezTo>
                      <a:cubicBezTo>
                        <a:pt x="32548" y="8758"/>
                        <a:pt x="43525" y="1001"/>
                        <a:pt x="56041" y="42"/>
                      </a:cubicBezTo>
                      <a:cubicBezTo>
                        <a:pt x="75091" y="-911"/>
                        <a:pt x="92617" y="14710"/>
                        <a:pt x="111857" y="13282"/>
                      </a:cubicBezTo>
                      <a:cubicBezTo>
                        <a:pt x="116828" y="12606"/>
                        <a:pt x="121757" y="11652"/>
                        <a:pt x="126621" y="10424"/>
                      </a:cubicBezTo>
                      <a:cubicBezTo>
                        <a:pt x="142417" y="6703"/>
                        <a:pt x="158940" y="12459"/>
                        <a:pt x="169007" y="25188"/>
                      </a:cubicBezTo>
                      <a:cubicBezTo>
                        <a:pt x="172360" y="30434"/>
                        <a:pt x="173132" y="36924"/>
                        <a:pt x="171103" y="42809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6AAE629E-19A4-EE6A-9396-B3F8125F652F}"/>
                    </a:ext>
                  </a:extLst>
                </p:cNvPr>
                <p:cNvSpPr/>
                <p:nvPr/>
              </p:nvSpPr>
              <p:spPr>
                <a:xfrm>
                  <a:off x="6447221" y="3741850"/>
                  <a:ext cx="157900" cy="114671"/>
                </a:xfrm>
                <a:custGeom>
                  <a:avLst/>
                  <a:gdLst>
                    <a:gd name="csX0" fmla="*/ 1203 w 157900"/>
                    <a:gd name="csY0" fmla="*/ 114631 h 114671"/>
                    <a:gd name="csX1" fmla="*/ 1203 w 157900"/>
                    <a:gd name="csY1" fmla="*/ 114631 h 114671"/>
                    <a:gd name="csX2" fmla="*/ 55 w 157900"/>
                    <a:gd name="csY2" fmla="*/ 112650 h 114671"/>
                    <a:gd name="csX3" fmla="*/ 60 w 157900"/>
                    <a:gd name="csY3" fmla="*/ 112631 h 114671"/>
                    <a:gd name="csX4" fmla="*/ 156365 w 157900"/>
                    <a:gd name="csY4" fmla="*/ 141 h 114671"/>
                    <a:gd name="csX5" fmla="*/ 157899 w 157900"/>
                    <a:gd name="csY5" fmla="*/ 1841 h 114671"/>
                    <a:gd name="csX6" fmla="*/ 157889 w 157900"/>
                    <a:gd name="csY6" fmla="*/ 1950 h 114671"/>
                    <a:gd name="csX7" fmla="*/ 156181 w 157900"/>
                    <a:gd name="csY7" fmla="*/ 3475 h 114671"/>
                    <a:gd name="csX8" fmla="*/ 156175 w 157900"/>
                    <a:gd name="csY8" fmla="*/ 3474 h 114671"/>
                    <a:gd name="csX9" fmla="*/ 3203 w 157900"/>
                    <a:gd name="csY9" fmla="*/ 113488 h 114671"/>
                    <a:gd name="csX10" fmla="*/ 1203 w 157900"/>
                    <a:gd name="csY10" fmla="*/ 114631 h 1146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57900" h="114671">
                      <a:moveTo>
                        <a:pt x="1203" y="114631"/>
                      </a:moveTo>
                      <a:lnTo>
                        <a:pt x="1203" y="114631"/>
                      </a:lnTo>
                      <a:cubicBezTo>
                        <a:pt x="339" y="114401"/>
                        <a:pt x="-175" y="113514"/>
                        <a:pt x="55" y="112650"/>
                      </a:cubicBezTo>
                      <a:cubicBezTo>
                        <a:pt x="57" y="112644"/>
                        <a:pt x="58" y="112638"/>
                        <a:pt x="60" y="112631"/>
                      </a:cubicBezTo>
                      <a:cubicBezTo>
                        <a:pt x="26635" y="12809"/>
                        <a:pt x="131791" y="-1669"/>
                        <a:pt x="156365" y="141"/>
                      </a:cubicBezTo>
                      <a:cubicBezTo>
                        <a:pt x="157258" y="187"/>
                        <a:pt x="157945" y="948"/>
                        <a:pt x="157899" y="1841"/>
                      </a:cubicBezTo>
                      <a:cubicBezTo>
                        <a:pt x="157897" y="1878"/>
                        <a:pt x="157894" y="1914"/>
                        <a:pt x="157889" y="1950"/>
                      </a:cubicBezTo>
                      <a:cubicBezTo>
                        <a:pt x="157839" y="2843"/>
                        <a:pt x="157073" y="3526"/>
                        <a:pt x="156181" y="3475"/>
                      </a:cubicBezTo>
                      <a:cubicBezTo>
                        <a:pt x="156179" y="3475"/>
                        <a:pt x="156177" y="3474"/>
                        <a:pt x="156175" y="3474"/>
                      </a:cubicBezTo>
                      <a:cubicBezTo>
                        <a:pt x="132076" y="1665"/>
                        <a:pt x="29207" y="15857"/>
                        <a:pt x="3203" y="113488"/>
                      </a:cubicBezTo>
                      <a:cubicBezTo>
                        <a:pt x="2930" y="114327"/>
                        <a:pt x="2065" y="114822"/>
                        <a:pt x="1203" y="1146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0ED5C7D9-11F1-5E60-6A90-1818A6705687}"/>
                    </a:ext>
                  </a:extLst>
                </p:cNvPr>
                <p:cNvSpPr/>
                <p:nvPr/>
              </p:nvSpPr>
              <p:spPr>
                <a:xfrm>
                  <a:off x="6490782" y="3781144"/>
                  <a:ext cx="76233" cy="24830"/>
                </a:xfrm>
                <a:custGeom>
                  <a:avLst/>
                  <a:gdLst>
                    <a:gd name="csX0" fmla="*/ 74324 w 76233"/>
                    <a:gd name="csY0" fmla="*/ 24665 h 24830"/>
                    <a:gd name="csX1" fmla="*/ 73467 w 76233"/>
                    <a:gd name="csY1" fmla="*/ 24665 h 24830"/>
                    <a:gd name="csX2" fmla="*/ 1839 w 76233"/>
                    <a:gd name="csY2" fmla="*/ 4472 h 24830"/>
                    <a:gd name="csX3" fmla="*/ 32 w 76233"/>
                    <a:gd name="csY3" fmla="*/ 3065 h 24830"/>
                    <a:gd name="csX4" fmla="*/ 29 w 76233"/>
                    <a:gd name="csY4" fmla="*/ 3043 h 24830"/>
                    <a:gd name="csX5" fmla="*/ 1230 w 76233"/>
                    <a:gd name="csY5" fmla="*/ 1253 h 24830"/>
                    <a:gd name="csX6" fmla="*/ 1362 w 76233"/>
                    <a:gd name="csY6" fmla="*/ 1233 h 24830"/>
                    <a:gd name="csX7" fmla="*/ 75753 w 76233"/>
                    <a:gd name="csY7" fmla="*/ 22283 h 24830"/>
                    <a:gd name="csX8" fmla="*/ 75753 w 76233"/>
                    <a:gd name="csY8" fmla="*/ 24664 h 24830"/>
                    <a:gd name="csX9" fmla="*/ 74324 w 76233"/>
                    <a:gd name="csY9" fmla="*/ 24664 h 248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76233" h="24830">
                      <a:moveTo>
                        <a:pt x="74324" y="24665"/>
                      </a:moveTo>
                      <a:cubicBezTo>
                        <a:pt x="74045" y="24752"/>
                        <a:pt x="73746" y="24752"/>
                        <a:pt x="73467" y="24665"/>
                      </a:cubicBezTo>
                      <a:cubicBezTo>
                        <a:pt x="53802" y="7578"/>
                        <a:pt x="27532" y="172"/>
                        <a:pt x="1839" y="4472"/>
                      </a:cubicBezTo>
                      <a:cubicBezTo>
                        <a:pt x="951" y="4582"/>
                        <a:pt x="142" y="3953"/>
                        <a:pt x="32" y="3065"/>
                      </a:cubicBezTo>
                      <a:cubicBezTo>
                        <a:pt x="31" y="3058"/>
                        <a:pt x="30" y="3050"/>
                        <a:pt x="29" y="3043"/>
                      </a:cubicBezTo>
                      <a:cubicBezTo>
                        <a:pt x="-134" y="2217"/>
                        <a:pt x="404" y="1415"/>
                        <a:pt x="1230" y="1253"/>
                      </a:cubicBezTo>
                      <a:cubicBezTo>
                        <a:pt x="1274" y="1244"/>
                        <a:pt x="1318" y="1238"/>
                        <a:pt x="1362" y="1233"/>
                      </a:cubicBezTo>
                      <a:cubicBezTo>
                        <a:pt x="28059" y="-3216"/>
                        <a:pt x="55346" y="4506"/>
                        <a:pt x="75753" y="22283"/>
                      </a:cubicBezTo>
                      <a:cubicBezTo>
                        <a:pt x="76394" y="22947"/>
                        <a:pt x="76394" y="24000"/>
                        <a:pt x="75753" y="24664"/>
                      </a:cubicBezTo>
                      <a:cubicBezTo>
                        <a:pt x="75302" y="24886"/>
                        <a:pt x="74774" y="24886"/>
                        <a:pt x="74324" y="246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</p:grpSp>
        </p:grpSp>
        <p:grpSp>
          <p:nvGrpSpPr>
            <p:cNvPr id="421" name="Graphic 5">
              <a:extLst>
                <a:ext uri="{FF2B5EF4-FFF2-40B4-BE49-F238E27FC236}">
                  <a16:creationId xmlns:a16="http://schemas.microsoft.com/office/drawing/2014/main" id="{747C5A73-9461-3324-E055-FA47667AEC5B}"/>
                </a:ext>
              </a:extLst>
            </p:cNvPr>
            <p:cNvGrpSpPr/>
            <p:nvPr/>
          </p:nvGrpSpPr>
          <p:grpSpPr>
            <a:xfrm>
              <a:off x="2870983" y="2661175"/>
              <a:ext cx="3397180" cy="1551350"/>
              <a:chOff x="2870983" y="2661175"/>
              <a:chExt cx="3397180" cy="1551350"/>
            </a:xfrm>
          </p:grpSpPr>
          <p:grpSp>
            <p:nvGrpSpPr>
              <p:cNvPr id="422" name="Graphic 5">
                <a:extLst>
                  <a:ext uri="{FF2B5EF4-FFF2-40B4-BE49-F238E27FC236}">
                    <a16:creationId xmlns:a16="http://schemas.microsoft.com/office/drawing/2014/main" id="{90F33F72-CFC3-59CF-26A6-9F72310D2C85}"/>
                  </a:ext>
                </a:extLst>
              </p:cNvPr>
              <p:cNvGrpSpPr/>
              <p:nvPr/>
            </p:nvGrpSpPr>
            <p:grpSpPr>
              <a:xfrm>
                <a:off x="5343122" y="2780849"/>
                <a:ext cx="925041" cy="1011533"/>
                <a:chOff x="5343122" y="2780849"/>
                <a:chExt cx="925041" cy="1011533"/>
              </a:xfrm>
            </p:grpSpPr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8E375DBE-C2E3-1077-3C56-1B23A5A003DD}"/>
                    </a:ext>
                  </a:extLst>
                </p:cNvPr>
                <p:cNvSpPr/>
                <p:nvPr/>
              </p:nvSpPr>
              <p:spPr>
                <a:xfrm>
                  <a:off x="5367147" y="3253088"/>
                  <a:ext cx="901016" cy="539251"/>
                </a:xfrm>
                <a:custGeom>
                  <a:avLst/>
                  <a:gdLst>
                    <a:gd name="csX0" fmla="*/ 0 w 901016"/>
                    <a:gd name="csY0" fmla="*/ 307833 h 539251"/>
                    <a:gd name="csX1" fmla="*/ 12763 w 901016"/>
                    <a:gd name="csY1" fmla="*/ 329074 h 539251"/>
                    <a:gd name="csX2" fmla="*/ 371665 w 901016"/>
                    <a:gd name="csY2" fmla="*/ 536242 h 539251"/>
                    <a:gd name="csX3" fmla="*/ 397192 w 901016"/>
                    <a:gd name="csY3" fmla="*/ 536242 h 539251"/>
                    <a:gd name="csX4" fmla="*/ 888206 w 901016"/>
                    <a:gd name="csY4" fmla="*/ 252778 h 539251"/>
                    <a:gd name="csX5" fmla="*/ 898202 w 901016"/>
                    <a:gd name="csY5" fmla="*/ 220197 h 539251"/>
                    <a:gd name="csX6" fmla="*/ 888206 w 901016"/>
                    <a:gd name="csY6" fmla="*/ 210201 h 539251"/>
                    <a:gd name="csX7" fmla="*/ 529399 w 901016"/>
                    <a:gd name="csY7" fmla="*/ 3033 h 539251"/>
                    <a:gd name="csX8" fmla="*/ 503777 w 901016"/>
                    <a:gd name="csY8" fmla="*/ 3033 h 539251"/>
                    <a:gd name="csX9" fmla="*/ 12763 w 901016"/>
                    <a:gd name="csY9" fmla="*/ 286497 h 539251"/>
                    <a:gd name="csX10" fmla="*/ 0 w 901016"/>
                    <a:gd name="csY10" fmla="*/ 307832 h 5392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901016" h="539251">
                      <a:moveTo>
                        <a:pt x="0" y="307833"/>
                      </a:moveTo>
                      <a:cubicBezTo>
                        <a:pt x="647" y="316536"/>
                        <a:pt x="5383" y="324417"/>
                        <a:pt x="12763" y="329074"/>
                      </a:cubicBezTo>
                      <a:lnTo>
                        <a:pt x="371665" y="536242"/>
                      </a:lnTo>
                      <a:cubicBezTo>
                        <a:pt x="379702" y="540254"/>
                        <a:pt x="389156" y="540254"/>
                        <a:pt x="397192" y="536242"/>
                      </a:cubicBezTo>
                      <a:lnTo>
                        <a:pt x="888206" y="252778"/>
                      </a:lnTo>
                      <a:cubicBezTo>
                        <a:pt x="899963" y="246541"/>
                        <a:pt x="904439" y="231954"/>
                        <a:pt x="898202" y="220197"/>
                      </a:cubicBezTo>
                      <a:cubicBezTo>
                        <a:pt x="895944" y="215941"/>
                        <a:pt x="892462" y="212459"/>
                        <a:pt x="888206" y="210201"/>
                      </a:cubicBezTo>
                      <a:lnTo>
                        <a:pt x="529399" y="3033"/>
                      </a:lnTo>
                      <a:cubicBezTo>
                        <a:pt x="521337" y="-1011"/>
                        <a:pt x="511839" y="-1011"/>
                        <a:pt x="503777" y="3033"/>
                      </a:cubicBezTo>
                      <a:lnTo>
                        <a:pt x="12763" y="286497"/>
                      </a:lnTo>
                      <a:cubicBezTo>
                        <a:pt x="5357" y="291173"/>
                        <a:pt x="617" y="299095"/>
                        <a:pt x="0" y="307832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4" name="Freeform: Shape 423">
                  <a:extLst>
                    <a:ext uri="{FF2B5EF4-FFF2-40B4-BE49-F238E27FC236}">
                      <a16:creationId xmlns:a16="http://schemas.microsoft.com/office/drawing/2014/main" id="{E991C2C0-78BE-0244-6BF1-24E4CF281E11}"/>
                    </a:ext>
                  </a:extLst>
                </p:cNvPr>
                <p:cNvSpPr/>
                <p:nvPr/>
              </p:nvSpPr>
              <p:spPr>
                <a:xfrm>
                  <a:off x="5367137" y="3540442"/>
                  <a:ext cx="384438" cy="251940"/>
                </a:xfrm>
                <a:custGeom>
                  <a:avLst/>
                  <a:gdLst>
                    <a:gd name="csX0" fmla="*/ 384439 w 384438"/>
                    <a:gd name="csY0" fmla="*/ 224219 h 251940"/>
                    <a:gd name="csX1" fmla="*/ 384439 w 384438"/>
                    <a:gd name="csY1" fmla="*/ 251936 h 251940"/>
                    <a:gd name="csX2" fmla="*/ 371675 w 384438"/>
                    <a:gd name="csY2" fmla="*/ 248888 h 251940"/>
                    <a:gd name="csX3" fmla="*/ 12773 w 384438"/>
                    <a:gd name="csY3" fmla="*/ 41720 h 251940"/>
                    <a:gd name="csX4" fmla="*/ 2796 w 384438"/>
                    <a:gd name="csY4" fmla="*/ 9274 h 251940"/>
                    <a:gd name="csX5" fmla="*/ 11535 w 384438"/>
                    <a:gd name="csY5" fmla="*/ 0 h 251940"/>
                    <a:gd name="csX6" fmla="*/ 12773 w 384438"/>
                    <a:gd name="csY6" fmla="*/ 14002 h 251940"/>
                    <a:gd name="csX7" fmla="*/ 371675 w 384438"/>
                    <a:gd name="csY7" fmla="*/ 221171 h 251940"/>
                    <a:gd name="csX8" fmla="*/ 384439 w 384438"/>
                    <a:gd name="csY8" fmla="*/ 224219 h 2519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84438" h="251940">
                      <a:moveTo>
                        <a:pt x="384439" y="224219"/>
                      </a:moveTo>
                      <a:lnTo>
                        <a:pt x="384439" y="251936"/>
                      </a:lnTo>
                      <a:cubicBezTo>
                        <a:pt x="379995" y="252011"/>
                        <a:pt x="375605" y="250963"/>
                        <a:pt x="371675" y="248888"/>
                      </a:cubicBezTo>
                      <a:lnTo>
                        <a:pt x="12773" y="41720"/>
                      </a:lnTo>
                      <a:cubicBezTo>
                        <a:pt x="1059" y="35515"/>
                        <a:pt x="-3409" y="20988"/>
                        <a:pt x="2796" y="9274"/>
                      </a:cubicBezTo>
                      <a:cubicBezTo>
                        <a:pt x="4821" y="5451"/>
                        <a:pt x="7840" y="2248"/>
                        <a:pt x="11535" y="0"/>
                      </a:cubicBezTo>
                      <a:cubicBezTo>
                        <a:pt x="5725" y="4096"/>
                        <a:pt x="6201" y="10192"/>
                        <a:pt x="12773" y="14002"/>
                      </a:cubicBezTo>
                      <a:lnTo>
                        <a:pt x="371675" y="221171"/>
                      </a:lnTo>
                      <a:cubicBezTo>
                        <a:pt x="375605" y="223245"/>
                        <a:pt x="379995" y="224294"/>
                        <a:pt x="384439" y="22421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5828A752-9AC3-6E21-2529-4F95B25F573D}"/>
                    </a:ext>
                  </a:extLst>
                </p:cNvPr>
                <p:cNvSpPr/>
                <p:nvPr/>
              </p:nvSpPr>
              <p:spPr>
                <a:xfrm>
                  <a:off x="5343143" y="2780849"/>
                  <a:ext cx="540561" cy="761944"/>
                </a:xfrm>
                <a:custGeom>
                  <a:avLst/>
                  <a:gdLst>
                    <a:gd name="csX0" fmla="*/ 12002 w 540561"/>
                    <a:gd name="csY0" fmla="*/ 759212 h 761944"/>
                    <a:gd name="csX1" fmla="*/ 0 w 540561"/>
                    <a:gd name="csY1" fmla="*/ 737495 h 761944"/>
                    <a:gd name="csX2" fmla="*/ 0 w 540561"/>
                    <a:gd name="csY2" fmla="*/ 309346 h 761944"/>
                    <a:gd name="csX3" fmla="*/ 12763 w 540561"/>
                    <a:gd name="csY3" fmla="*/ 287153 h 761944"/>
                    <a:gd name="csX4" fmla="*/ 503777 w 540561"/>
                    <a:gd name="csY4" fmla="*/ 3689 h 761944"/>
                    <a:gd name="csX5" fmla="*/ 536876 w 540561"/>
                    <a:gd name="csY5" fmla="*/ 11225 h 761944"/>
                    <a:gd name="csX6" fmla="*/ 540544 w 540561"/>
                    <a:gd name="csY6" fmla="*/ 24930 h 761944"/>
                    <a:gd name="csX7" fmla="*/ 540544 w 540561"/>
                    <a:gd name="csY7" fmla="*/ 453078 h 761944"/>
                    <a:gd name="csX8" fmla="*/ 527780 w 540561"/>
                    <a:gd name="csY8" fmla="*/ 475272 h 761944"/>
                    <a:gd name="csX9" fmla="*/ 36767 w 540561"/>
                    <a:gd name="csY9" fmla="*/ 758736 h 761944"/>
                    <a:gd name="csX10" fmla="*/ 12002 w 540561"/>
                    <a:gd name="csY10" fmla="*/ 759212 h 7619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540561" h="761944">
                      <a:moveTo>
                        <a:pt x="12002" y="759212"/>
                      </a:moveTo>
                      <a:cubicBezTo>
                        <a:pt x="4745" y="754321"/>
                        <a:pt x="280" y="746242"/>
                        <a:pt x="0" y="737495"/>
                      </a:cubicBezTo>
                      <a:lnTo>
                        <a:pt x="0" y="309346"/>
                      </a:lnTo>
                      <a:cubicBezTo>
                        <a:pt x="517" y="300350"/>
                        <a:pt x="5248" y="292124"/>
                        <a:pt x="12763" y="287153"/>
                      </a:cubicBezTo>
                      <a:lnTo>
                        <a:pt x="503777" y="3689"/>
                      </a:lnTo>
                      <a:cubicBezTo>
                        <a:pt x="514998" y="-3370"/>
                        <a:pt x="529817" y="4"/>
                        <a:pt x="536876" y="11225"/>
                      </a:cubicBezTo>
                      <a:cubicBezTo>
                        <a:pt x="539451" y="15319"/>
                        <a:pt x="540730" y="20096"/>
                        <a:pt x="540544" y="24930"/>
                      </a:cubicBezTo>
                      <a:lnTo>
                        <a:pt x="540544" y="453078"/>
                      </a:lnTo>
                      <a:cubicBezTo>
                        <a:pt x="540027" y="462075"/>
                        <a:pt x="535296" y="470300"/>
                        <a:pt x="527780" y="475272"/>
                      </a:cubicBezTo>
                      <a:lnTo>
                        <a:pt x="36767" y="758736"/>
                      </a:lnTo>
                      <a:cubicBezTo>
                        <a:pt x="29061" y="762840"/>
                        <a:pt x="19859" y="763017"/>
                        <a:pt x="12002" y="759212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6" name="Freeform: Shape 425">
                  <a:extLst>
                    <a:ext uri="{FF2B5EF4-FFF2-40B4-BE49-F238E27FC236}">
                      <a16:creationId xmlns:a16="http://schemas.microsoft.com/office/drawing/2014/main" id="{B45C50FD-3ED8-680A-C156-CBFED454E691}"/>
                    </a:ext>
                  </a:extLst>
                </p:cNvPr>
                <p:cNvSpPr/>
                <p:nvPr/>
              </p:nvSpPr>
              <p:spPr>
                <a:xfrm>
                  <a:off x="5343122" y="3077146"/>
                  <a:ext cx="35359" cy="466126"/>
                </a:xfrm>
                <a:custGeom>
                  <a:avLst/>
                  <a:gdLst>
                    <a:gd name="csX0" fmla="*/ 35360 w 35359"/>
                    <a:gd name="csY0" fmla="*/ 463201 h 466126"/>
                    <a:gd name="csX1" fmla="*/ 2921 w 35359"/>
                    <a:gd name="csY1" fmla="*/ 453666 h 466126"/>
                    <a:gd name="csX2" fmla="*/ 22 w 35359"/>
                    <a:gd name="csY2" fmla="*/ 441198 h 466126"/>
                    <a:gd name="csX3" fmla="*/ 22 w 35359"/>
                    <a:gd name="csY3" fmla="*/ 12573 h 466126"/>
                    <a:gd name="csX4" fmla="*/ 3736 w 35359"/>
                    <a:gd name="csY4" fmla="*/ 0 h 466126"/>
                    <a:gd name="csX5" fmla="*/ 27739 w 35359"/>
                    <a:gd name="csY5" fmla="*/ 13811 h 466126"/>
                    <a:gd name="csX6" fmla="*/ 27739 w 35359"/>
                    <a:gd name="csY6" fmla="*/ 13811 h 466126"/>
                    <a:gd name="csX7" fmla="*/ 24024 w 35359"/>
                    <a:gd name="csY7" fmla="*/ 26384 h 466126"/>
                    <a:gd name="csX8" fmla="*/ 24025 w 35359"/>
                    <a:gd name="csY8" fmla="*/ 455009 h 466126"/>
                    <a:gd name="csX9" fmla="*/ 35360 w 35359"/>
                    <a:gd name="csY9" fmla="*/ 463201 h 4661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5359" h="466126">
                      <a:moveTo>
                        <a:pt x="35360" y="463201"/>
                      </a:moveTo>
                      <a:cubicBezTo>
                        <a:pt x="23769" y="469525"/>
                        <a:pt x="9246" y="465256"/>
                        <a:pt x="2921" y="453666"/>
                      </a:cubicBezTo>
                      <a:cubicBezTo>
                        <a:pt x="839" y="449850"/>
                        <a:pt x="-163" y="445540"/>
                        <a:pt x="22" y="441198"/>
                      </a:cubicBezTo>
                      <a:lnTo>
                        <a:pt x="22" y="12573"/>
                      </a:lnTo>
                      <a:cubicBezTo>
                        <a:pt x="186" y="8137"/>
                        <a:pt x="1464" y="3813"/>
                        <a:pt x="3736" y="0"/>
                      </a:cubicBezTo>
                      <a:lnTo>
                        <a:pt x="27739" y="13811"/>
                      </a:lnTo>
                      <a:lnTo>
                        <a:pt x="27739" y="13811"/>
                      </a:lnTo>
                      <a:cubicBezTo>
                        <a:pt x="25455" y="17620"/>
                        <a:pt x="24177" y="21946"/>
                        <a:pt x="24024" y="26384"/>
                      </a:cubicBezTo>
                      <a:lnTo>
                        <a:pt x="24025" y="455009"/>
                      </a:lnTo>
                      <a:cubicBezTo>
                        <a:pt x="24025" y="462629"/>
                        <a:pt x="28978" y="466154"/>
                        <a:pt x="35360" y="46320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7" name="Freeform: Shape 426">
                  <a:extLst>
                    <a:ext uri="{FF2B5EF4-FFF2-40B4-BE49-F238E27FC236}">
                      <a16:creationId xmlns:a16="http://schemas.microsoft.com/office/drawing/2014/main" id="{A720B538-9151-8101-61E0-8027127389CF}"/>
                    </a:ext>
                  </a:extLst>
                </p:cNvPr>
                <p:cNvSpPr/>
                <p:nvPr/>
              </p:nvSpPr>
              <p:spPr>
                <a:xfrm>
                  <a:off x="5367147" y="2796639"/>
                  <a:ext cx="516540" cy="745080"/>
                </a:xfrm>
                <a:custGeom>
                  <a:avLst/>
                  <a:gdLst>
                    <a:gd name="csX0" fmla="*/ 0 w 516540"/>
                    <a:gd name="csY0" fmla="*/ 307367 h 745080"/>
                    <a:gd name="csX1" fmla="*/ 0 w 516540"/>
                    <a:gd name="csY1" fmla="*/ 735992 h 745080"/>
                    <a:gd name="csX2" fmla="*/ 12763 w 516540"/>
                    <a:gd name="csY2" fmla="*/ 743326 h 745080"/>
                    <a:gd name="csX3" fmla="*/ 503777 w 516540"/>
                    <a:gd name="csY3" fmla="*/ 459862 h 745080"/>
                    <a:gd name="csX4" fmla="*/ 516541 w 516540"/>
                    <a:gd name="csY4" fmla="*/ 437669 h 745080"/>
                    <a:gd name="csX5" fmla="*/ 516541 w 516540"/>
                    <a:gd name="csY5" fmla="*/ 9139 h 745080"/>
                    <a:gd name="csX6" fmla="*/ 503777 w 516540"/>
                    <a:gd name="csY6" fmla="*/ 1710 h 745080"/>
                    <a:gd name="csX7" fmla="*/ 12763 w 516540"/>
                    <a:gd name="csY7" fmla="*/ 285174 h 745080"/>
                    <a:gd name="csX8" fmla="*/ 0 w 516540"/>
                    <a:gd name="csY8" fmla="*/ 307367 h 7450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516540" h="745080">
                      <a:moveTo>
                        <a:pt x="0" y="307367"/>
                      </a:moveTo>
                      <a:lnTo>
                        <a:pt x="0" y="735992"/>
                      </a:lnTo>
                      <a:cubicBezTo>
                        <a:pt x="0" y="744088"/>
                        <a:pt x="5715" y="747422"/>
                        <a:pt x="12763" y="743326"/>
                      </a:cubicBezTo>
                      <a:lnTo>
                        <a:pt x="503777" y="459862"/>
                      </a:lnTo>
                      <a:cubicBezTo>
                        <a:pt x="511293" y="454891"/>
                        <a:pt x="516023" y="446666"/>
                        <a:pt x="516541" y="437669"/>
                      </a:cubicBezTo>
                      <a:lnTo>
                        <a:pt x="516541" y="9139"/>
                      </a:lnTo>
                      <a:cubicBezTo>
                        <a:pt x="516541" y="948"/>
                        <a:pt x="510826" y="-2291"/>
                        <a:pt x="503777" y="1710"/>
                      </a:cubicBezTo>
                      <a:lnTo>
                        <a:pt x="12763" y="285174"/>
                      </a:lnTo>
                      <a:cubicBezTo>
                        <a:pt x="5248" y="290145"/>
                        <a:pt x="517" y="298371"/>
                        <a:pt x="0" y="307367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8" name="Freeform: Shape 427">
                  <a:extLst>
                    <a:ext uri="{FF2B5EF4-FFF2-40B4-BE49-F238E27FC236}">
                      <a16:creationId xmlns:a16="http://schemas.microsoft.com/office/drawing/2014/main" id="{FAB10414-30B3-6397-DF43-27F28B8E6C1E}"/>
                    </a:ext>
                  </a:extLst>
                </p:cNvPr>
                <p:cNvSpPr/>
                <p:nvPr/>
              </p:nvSpPr>
              <p:spPr>
                <a:xfrm>
                  <a:off x="5374705" y="3253088"/>
                  <a:ext cx="885853" cy="511438"/>
                </a:xfrm>
                <a:custGeom>
                  <a:avLst/>
                  <a:gdLst>
                    <a:gd name="csX0" fmla="*/ 5205 w 885853"/>
                    <a:gd name="csY0" fmla="*/ 301356 h 511438"/>
                    <a:gd name="csX1" fmla="*/ 364107 w 885853"/>
                    <a:gd name="csY1" fmla="*/ 508429 h 511438"/>
                    <a:gd name="csX2" fmla="*/ 389634 w 885853"/>
                    <a:gd name="csY2" fmla="*/ 508429 h 511438"/>
                    <a:gd name="csX3" fmla="*/ 880648 w 885853"/>
                    <a:gd name="csY3" fmla="*/ 225060 h 511438"/>
                    <a:gd name="csX4" fmla="*/ 885375 w 885853"/>
                    <a:gd name="csY4" fmla="*/ 214929 h 511438"/>
                    <a:gd name="csX5" fmla="*/ 880648 w 885853"/>
                    <a:gd name="csY5" fmla="*/ 210201 h 511438"/>
                    <a:gd name="csX6" fmla="*/ 521841 w 885853"/>
                    <a:gd name="csY6" fmla="*/ 3033 h 511438"/>
                    <a:gd name="csX7" fmla="*/ 496219 w 885853"/>
                    <a:gd name="csY7" fmla="*/ 3033 h 511438"/>
                    <a:gd name="csX8" fmla="*/ 5205 w 885853"/>
                    <a:gd name="csY8" fmla="*/ 286497 h 511438"/>
                    <a:gd name="csX9" fmla="*/ 478 w 885853"/>
                    <a:gd name="csY9" fmla="*/ 296628 h 511438"/>
                    <a:gd name="csX10" fmla="*/ 5205 w 885853"/>
                    <a:gd name="csY10" fmla="*/ 301356 h 5114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885853" h="511438">
                      <a:moveTo>
                        <a:pt x="5205" y="301356"/>
                      </a:moveTo>
                      <a:lnTo>
                        <a:pt x="364107" y="508429"/>
                      </a:lnTo>
                      <a:cubicBezTo>
                        <a:pt x="372144" y="512441"/>
                        <a:pt x="381598" y="512441"/>
                        <a:pt x="389634" y="508429"/>
                      </a:cubicBezTo>
                      <a:lnTo>
                        <a:pt x="880648" y="225060"/>
                      </a:lnTo>
                      <a:cubicBezTo>
                        <a:pt x="884752" y="223568"/>
                        <a:pt x="886868" y="219032"/>
                        <a:pt x="885375" y="214929"/>
                      </a:cubicBezTo>
                      <a:cubicBezTo>
                        <a:pt x="884576" y="212731"/>
                        <a:pt x="882846" y="211001"/>
                        <a:pt x="880648" y="210201"/>
                      </a:cubicBezTo>
                      <a:lnTo>
                        <a:pt x="521841" y="3033"/>
                      </a:lnTo>
                      <a:cubicBezTo>
                        <a:pt x="513779" y="-1011"/>
                        <a:pt x="504281" y="-1011"/>
                        <a:pt x="496219" y="3033"/>
                      </a:cubicBezTo>
                      <a:lnTo>
                        <a:pt x="5205" y="286497"/>
                      </a:lnTo>
                      <a:cubicBezTo>
                        <a:pt x="1102" y="287989"/>
                        <a:pt x="-1014" y="292525"/>
                        <a:pt x="478" y="296628"/>
                      </a:cubicBezTo>
                      <a:cubicBezTo>
                        <a:pt x="1278" y="298826"/>
                        <a:pt x="3008" y="300556"/>
                        <a:pt x="5205" y="301356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29" name="Freeform: Shape 428">
                  <a:extLst>
                    <a:ext uri="{FF2B5EF4-FFF2-40B4-BE49-F238E27FC236}">
                      <a16:creationId xmlns:a16="http://schemas.microsoft.com/office/drawing/2014/main" id="{B7B63528-4DB9-EEE5-8C24-D4E112BC6198}"/>
                    </a:ext>
                  </a:extLst>
                </p:cNvPr>
                <p:cNvSpPr/>
                <p:nvPr/>
              </p:nvSpPr>
              <p:spPr>
                <a:xfrm>
                  <a:off x="5379148" y="2831414"/>
                  <a:ext cx="488727" cy="663581"/>
                </a:xfrm>
                <a:custGeom>
                  <a:avLst/>
                  <a:gdLst>
                    <a:gd name="csX0" fmla="*/ 7715 w 488727"/>
                    <a:gd name="csY0" fmla="*/ 274212 h 663581"/>
                    <a:gd name="csX1" fmla="*/ 481013 w 488727"/>
                    <a:gd name="csY1" fmla="*/ 940 h 663581"/>
                    <a:gd name="csX2" fmla="*/ 488728 w 488727"/>
                    <a:gd name="csY2" fmla="*/ 5417 h 663581"/>
                    <a:gd name="csX3" fmla="*/ 488728 w 488727"/>
                    <a:gd name="csY3" fmla="*/ 376034 h 663581"/>
                    <a:gd name="csX4" fmla="*/ 481013 w 488727"/>
                    <a:gd name="csY4" fmla="*/ 389369 h 663581"/>
                    <a:gd name="csX5" fmla="*/ 7715 w 488727"/>
                    <a:gd name="csY5" fmla="*/ 662642 h 663581"/>
                    <a:gd name="csX6" fmla="*/ 0 w 488727"/>
                    <a:gd name="csY6" fmla="*/ 658165 h 663581"/>
                    <a:gd name="csX7" fmla="*/ 0 w 488727"/>
                    <a:gd name="csY7" fmla="*/ 287547 h 663581"/>
                    <a:gd name="csX8" fmla="*/ 7715 w 488727"/>
                    <a:gd name="csY8" fmla="*/ 274212 h 6635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88727" h="663581">
                      <a:moveTo>
                        <a:pt x="7715" y="274212"/>
                      </a:moveTo>
                      <a:lnTo>
                        <a:pt x="481013" y="940"/>
                      </a:lnTo>
                      <a:cubicBezTo>
                        <a:pt x="485299" y="-1441"/>
                        <a:pt x="488728" y="940"/>
                        <a:pt x="488728" y="5417"/>
                      </a:cubicBezTo>
                      <a:lnTo>
                        <a:pt x="488728" y="376034"/>
                      </a:lnTo>
                      <a:cubicBezTo>
                        <a:pt x="488441" y="381459"/>
                        <a:pt x="485572" y="386417"/>
                        <a:pt x="481013" y="389369"/>
                      </a:cubicBezTo>
                      <a:lnTo>
                        <a:pt x="7715" y="662642"/>
                      </a:lnTo>
                      <a:cubicBezTo>
                        <a:pt x="3429" y="665023"/>
                        <a:pt x="0" y="662642"/>
                        <a:pt x="0" y="658165"/>
                      </a:cubicBezTo>
                      <a:lnTo>
                        <a:pt x="0" y="287547"/>
                      </a:lnTo>
                      <a:cubicBezTo>
                        <a:pt x="287" y="282123"/>
                        <a:pt x="3156" y="277165"/>
                        <a:pt x="7715" y="274212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0" name="Freeform: Shape 429">
                  <a:extLst>
                    <a:ext uri="{FF2B5EF4-FFF2-40B4-BE49-F238E27FC236}">
                      <a16:creationId xmlns:a16="http://schemas.microsoft.com/office/drawing/2014/main" id="{4AC44EE5-BA71-5F2F-8BBF-642211E84000}"/>
                    </a:ext>
                  </a:extLst>
                </p:cNvPr>
                <p:cNvSpPr/>
                <p:nvPr/>
              </p:nvSpPr>
              <p:spPr>
                <a:xfrm>
                  <a:off x="5527643" y="3023571"/>
                  <a:ext cx="192595" cy="279442"/>
                </a:xfrm>
                <a:custGeom>
                  <a:avLst/>
                  <a:gdLst>
                    <a:gd name="csX0" fmla="*/ 165068 w 192595"/>
                    <a:gd name="csY0" fmla="*/ 10807 h 279442"/>
                    <a:gd name="csX1" fmla="*/ 163830 w 192595"/>
                    <a:gd name="csY1" fmla="*/ 9759 h 279442"/>
                    <a:gd name="csX2" fmla="*/ 163830 w 192595"/>
                    <a:gd name="csY2" fmla="*/ 9759 h 279442"/>
                    <a:gd name="csX3" fmla="*/ 96012 w 192595"/>
                    <a:gd name="csY3" fmla="*/ 11569 h 279442"/>
                    <a:gd name="csX4" fmla="*/ 30385 w 192595"/>
                    <a:gd name="csY4" fmla="*/ 84150 h 279442"/>
                    <a:gd name="csX5" fmla="*/ 28861 w 192595"/>
                    <a:gd name="csY5" fmla="*/ 86912 h 279442"/>
                    <a:gd name="csX6" fmla="*/ 28099 w 192595"/>
                    <a:gd name="csY6" fmla="*/ 88341 h 279442"/>
                    <a:gd name="csX7" fmla="*/ 0 w 192595"/>
                    <a:gd name="csY7" fmla="*/ 195211 h 279442"/>
                    <a:gd name="csX8" fmla="*/ 28099 w 192595"/>
                    <a:gd name="csY8" fmla="*/ 269601 h 279442"/>
                    <a:gd name="csX9" fmla="*/ 96012 w 192595"/>
                    <a:gd name="csY9" fmla="*/ 267887 h 279442"/>
                    <a:gd name="csX10" fmla="*/ 164021 w 192595"/>
                    <a:gd name="csY10" fmla="*/ 191116 h 279442"/>
                    <a:gd name="csX11" fmla="*/ 192596 w 192595"/>
                    <a:gd name="csY11" fmla="*/ 84245 h 279442"/>
                    <a:gd name="csX12" fmla="*/ 165068 w 192595"/>
                    <a:gd name="csY12" fmla="*/ 10807 h 279442"/>
                    <a:gd name="csX13" fmla="*/ 111157 w 192595"/>
                    <a:gd name="csY13" fmla="*/ 254838 h 279442"/>
                    <a:gd name="csX14" fmla="*/ 100584 w 192595"/>
                    <a:gd name="csY14" fmla="*/ 262363 h 279442"/>
                    <a:gd name="csX15" fmla="*/ 96108 w 192595"/>
                    <a:gd name="csY15" fmla="*/ 265125 h 279442"/>
                    <a:gd name="csX16" fmla="*/ 91726 w 192595"/>
                    <a:gd name="csY16" fmla="*/ 267506 h 279442"/>
                    <a:gd name="csX17" fmla="*/ 81153 w 192595"/>
                    <a:gd name="csY17" fmla="*/ 272173 h 279442"/>
                    <a:gd name="csX18" fmla="*/ 2096 w 192595"/>
                    <a:gd name="csY18" fmla="*/ 195307 h 279442"/>
                    <a:gd name="csX19" fmla="*/ 2096 w 192595"/>
                    <a:gd name="csY19" fmla="*/ 192640 h 279442"/>
                    <a:gd name="csX20" fmla="*/ 30671 w 192595"/>
                    <a:gd name="csY20" fmla="*/ 87865 h 279442"/>
                    <a:gd name="csX21" fmla="*/ 32195 w 192595"/>
                    <a:gd name="csY21" fmla="*/ 85102 h 279442"/>
                    <a:gd name="csX22" fmla="*/ 81439 w 192595"/>
                    <a:gd name="csY22" fmla="*/ 24333 h 279442"/>
                    <a:gd name="csX23" fmla="*/ 92012 w 192595"/>
                    <a:gd name="csY23" fmla="*/ 16808 h 279442"/>
                    <a:gd name="csX24" fmla="*/ 96393 w 192595"/>
                    <a:gd name="csY24" fmla="*/ 14046 h 279442"/>
                    <a:gd name="csX25" fmla="*/ 100870 w 192595"/>
                    <a:gd name="csY25" fmla="*/ 11665 h 279442"/>
                    <a:gd name="csX26" fmla="*/ 111443 w 192595"/>
                    <a:gd name="csY26" fmla="*/ 6997 h 279442"/>
                    <a:gd name="csX27" fmla="*/ 162687 w 192595"/>
                    <a:gd name="csY27" fmla="*/ 12331 h 279442"/>
                    <a:gd name="csX28" fmla="*/ 164211 w 192595"/>
                    <a:gd name="csY28" fmla="*/ 13474 h 279442"/>
                    <a:gd name="csX29" fmla="*/ 190500 w 192595"/>
                    <a:gd name="csY29" fmla="*/ 83864 h 279442"/>
                    <a:gd name="csX30" fmla="*/ 190500 w 192595"/>
                    <a:gd name="csY30" fmla="*/ 86531 h 279442"/>
                    <a:gd name="csX31" fmla="*/ 111157 w 192595"/>
                    <a:gd name="csY31" fmla="*/ 254838 h 2794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</a:cxnLst>
                  <a:rect l="l" t="t" r="r" b="b"/>
                  <a:pathLst>
                    <a:path w="192595" h="279442">
                      <a:moveTo>
                        <a:pt x="165068" y="10807"/>
                      </a:moveTo>
                      <a:lnTo>
                        <a:pt x="163830" y="9759"/>
                      </a:lnTo>
                      <a:lnTo>
                        <a:pt x="163830" y="9759"/>
                      </a:lnTo>
                      <a:cubicBezTo>
                        <a:pt x="145733" y="-3861"/>
                        <a:pt x="121634" y="-3194"/>
                        <a:pt x="96012" y="11569"/>
                      </a:cubicBezTo>
                      <a:cubicBezTo>
                        <a:pt x="68042" y="29462"/>
                        <a:pt x="45380" y="54525"/>
                        <a:pt x="30385" y="84150"/>
                      </a:cubicBezTo>
                      <a:lnTo>
                        <a:pt x="28861" y="86912"/>
                      </a:lnTo>
                      <a:lnTo>
                        <a:pt x="28099" y="88341"/>
                      </a:lnTo>
                      <a:cubicBezTo>
                        <a:pt x="10405" y="121238"/>
                        <a:pt x="774" y="157866"/>
                        <a:pt x="0" y="195211"/>
                      </a:cubicBezTo>
                      <a:cubicBezTo>
                        <a:pt x="0" y="229406"/>
                        <a:pt x="9525" y="255885"/>
                        <a:pt x="28099" y="269601"/>
                      </a:cubicBezTo>
                      <a:cubicBezTo>
                        <a:pt x="46673" y="283318"/>
                        <a:pt x="70390" y="282651"/>
                        <a:pt x="96012" y="267887"/>
                      </a:cubicBezTo>
                      <a:cubicBezTo>
                        <a:pt x="125312" y="249040"/>
                        <a:pt x="148845" y="222475"/>
                        <a:pt x="164021" y="191116"/>
                      </a:cubicBezTo>
                      <a:cubicBezTo>
                        <a:pt x="181881" y="158260"/>
                        <a:pt x="191675" y="121630"/>
                        <a:pt x="192596" y="84245"/>
                      </a:cubicBezTo>
                      <a:cubicBezTo>
                        <a:pt x="191929" y="50717"/>
                        <a:pt x="182404" y="24428"/>
                        <a:pt x="165068" y="10807"/>
                      </a:cubicBezTo>
                      <a:close/>
                      <a:moveTo>
                        <a:pt x="111157" y="254838"/>
                      </a:moveTo>
                      <a:cubicBezTo>
                        <a:pt x="107780" y="257547"/>
                        <a:pt x="104250" y="260060"/>
                        <a:pt x="100584" y="262363"/>
                      </a:cubicBezTo>
                      <a:lnTo>
                        <a:pt x="96108" y="265125"/>
                      </a:lnTo>
                      <a:lnTo>
                        <a:pt x="91726" y="267506"/>
                      </a:lnTo>
                      <a:cubicBezTo>
                        <a:pt x="88295" y="269265"/>
                        <a:pt x="84765" y="270823"/>
                        <a:pt x="81153" y="272173"/>
                      </a:cubicBezTo>
                      <a:cubicBezTo>
                        <a:pt x="36671" y="288271"/>
                        <a:pt x="2572" y="256743"/>
                        <a:pt x="2096" y="195307"/>
                      </a:cubicBezTo>
                      <a:lnTo>
                        <a:pt x="2096" y="192640"/>
                      </a:lnTo>
                      <a:cubicBezTo>
                        <a:pt x="3266" y="155956"/>
                        <a:pt x="13055" y="120063"/>
                        <a:pt x="30671" y="87865"/>
                      </a:cubicBezTo>
                      <a:lnTo>
                        <a:pt x="32195" y="85102"/>
                      </a:lnTo>
                      <a:cubicBezTo>
                        <a:pt x="44471" y="61816"/>
                        <a:pt x="61203" y="41169"/>
                        <a:pt x="81439" y="24333"/>
                      </a:cubicBezTo>
                      <a:cubicBezTo>
                        <a:pt x="84816" y="21624"/>
                        <a:pt x="88346" y="19111"/>
                        <a:pt x="92012" y="16808"/>
                      </a:cubicBezTo>
                      <a:lnTo>
                        <a:pt x="96393" y="14046"/>
                      </a:lnTo>
                      <a:lnTo>
                        <a:pt x="100870" y="11665"/>
                      </a:lnTo>
                      <a:cubicBezTo>
                        <a:pt x="104301" y="9906"/>
                        <a:pt x="107831" y="8348"/>
                        <a:pt x="111443" y="6997"/>
                      </a:cubicBezTo>
                      <a:cubicBezTo>
                        <a:pt x="128288" y="-270"/>
                        <a:pt x="147700" y="1751"/>
                        <a:pt x="162687" y="12331"/>
                      </a:cubicBezTo>
                      <a:cubicBezTo>
                        <a:pt x="163218" y="12682"/>
                        <a:pt x="163726" y="13063"/>
                        <a:pt x="164211" y="13474"/>
                      </a:cubicBezTo>
                      <a:cubicBezTo>
                        <a:pt x="180308" y="26428"/>
                        <a:pt x="190310" y="50812"/>
                        <a:pt x="190500" y="83864"/>
                      </a:cubicBezTo>
                      <a:lnTo>
                        <a:pt x="190500" y="86531"/>
                      </a:lnTo>
                      <a:cubicBezTo>
                        <a:pt x="189452" y="148729"/>
                        <a:pt x="155353" y="219595"/>
                        <a:pt x="111157" y="2548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1" name="Freeform: Shape 430">
                  <a:extLst>
                    <a:ext uri="{FF2B5EF4-FFF2-40B4-BE49-F238E27FC236}">
                      <a16:creationId xmlns:a16="http://schemas.microsoft.com/office/drawing/2014/main" id="{ED8ACC2C-071C-02B4-2EB9-0D42605E27A5}"/>
                    </a:ext>
                  </a:extLst>
                </p:cNvPr>
                <p:cNvSpPr/>
                <p:nvPr/>
              </p:nvSpPr>
              <p:spPr>
                <a:xfrm>
                  <a:off x="5523071" y="3016772"/>
                  <a:ext cx="200691" cy="292456"/>
                </a:xfrm>
                <a:custGeom>
                  <a:avLst/>
                  <a:gdLst>
                    <a:gd name="csX0" fmla="*/ 100394 w 200691"/>
                    <a:gd name="csY0" fmla="*/ 280401 h 292456"/>
                    <a:gd name="csX1" fmla="*/ 29432 w 200691"/>
                    <a:gd name="csY1" fmla="*/ 282116 h 292456"/>
                    <a:gd name="csX2" fmla="*/ 0 w 200691"/>
                    <a:gd name="csY2" fmla="*/ 204392 h 292456"/>
                    <a:gd name="csX3" fmla="*/ 29432 w 200691"/>
                    <a:gd name="csY3" fmla="*/ 92759 h 292456"/>
                    <a:gd name="csX4" fmla="*/ 30194 w 200691"/>
                    <a:gd name="csY4" fmla="*/ 91235 h 292456"/>
                    <a:gd name="csX5" fmla="*/ 31813 w 200691"/>
                    <a:gd name="csY5" fmla="*/ 88282 h 292456"/>
                    <a:gd name="csX6" fmla="*/ 100394 w 200691"/>
                    <a:gd name="csY6" fmla="*/ 12082 h 292456"/>
                    <a:gd name="csX7" fmla="*/ 171259 w 200691"/>
                    <a:gd name="csY7" fmla="*/ 10177 h 292456"/>
                    <a:gd name="csX8" fmla="*/ 171259 w 200691"/>
                    <a:gd name="csY8" fmla="*/ 10177 h 292456"/>
                    <a:gd name="csX9" fmla="*/ 172593 w 200691"/>
                    <a:gd name="csY9" fmla="*/ 11130 h 292456"/>
                    <a:gd name="csX10" fmla="*/ 172593 w 200691"/>
                    <a:gd name="csY10" fmla="*/ 11130 h 292456"/>
                    <a:gd name="csX11" fmla="*/ 200692 w 200691"/>
                    <a:gd name="csY11" fmla="*/ 87901 h 292456"/>
                    <a:gd name="csX12" fmla="*/ 171260 w 200691"/>
                    <a:gd name="csY12" fmla="*/ 199534 h 292456"/>
                    <a:gd name="csX13" fmla="*/ 100394 w 200691"/>
                    <a:gd name="csY13" fmla="*/ 280401 h 292456"/>
                    <a:gd name="csX14" fmla="*/ 100394 w 200691"/>
                    <a:gd name="csY14" fmla="*/ 26751 h 292456"/>
                    <a:gd name="csX15" fmla="*/ 96203 w 200691"/>
                    <a:gd name="csY15" fmla="*/ 29322 h 292456"/>
                    <a:gd name="csX16" fmla="*/ 86106 w 200691"/>
                    <a:gd name="csY16" fmla="*/ 36561 h 292456"/>
                    <a:gd name="csX17" fmla="*/ 39148 w 200691"/>
                    <a:gd name="csY17" fmla="*/ 94473 h 292456"/>
                    <a:gd name="csX18" fmla="*/ 37719 w 200691"/>
                    <a:gd name="csY18" fmla="*/ 97140 h 292456"/>
                    <a:gd name="csX19" fmla="*/ 10954 w 200691"/>
                    <a:gd name="csY19" fmla="*/ 196963 h 292456"/>
                    <a:gd name="csX20" fmla="*/ 10954 w 200691"/>
                    <a:gd name="csY20" fmla="*/ 199534 h 292456"/>
                    <a:gd name="csX21" fmla="*/ 86392 w 200691"/>
                    <a:gd name="csY21" fmla="*/ 272876 h 292456"/>
                    <a:gd name="csX22" fmla="*/ 96488 w 200691"/>
                    <a:gd name="csY22" fmla="*/ 268400 h 292456"/>
                    <a:gd name="csX23" fmla="*/ 104965 w 200691"/>
                    <a:gd name="csY23" fmla="*/ 263542 h 292456"/>
                    <a:gd name="csX24" fmla="*/ 115062 w 200691"/>
                    <a:gd name="csY24" fmla="*/ 256303 h 292456"/>
                    <a:gd name="csX25" fmla="*/ 115062 w 200691"/>
                    <a:gd name="csY25" fmla="*/ 256303 h 292456"/>
                    <a:gd name="csX26" fmla="*/ 190500 w 200691"/>
                    <a:gd name="csY26" fmla="*/ 95902 h 292456"/>
                    <a:gd name="csX27" fmla="*/ 190500 w 200691"/>
                    <a:gd name="csY27" fmla="*/ 93330 h 292456"/>
                    <a:gd name="csX28" fmla="*/ 165354 w 200691"/>
                    <a:gd name="csY28" fmla="*/ 26655 h 292456"/>
                    <a:gd name="csX29" fmla="*/ 163925 w 200691"/>
                    <a:gd name="csY29" fmla="*/ 25512 h 292456"/>
                    <a:gd name="csX30" fmla="*/ 115062 w 200691"/>
                    <a:gd name="csY30" fmla="*/ 20464 h 292456"/>
                    <a:gd name="csX31" fmla="*/ 104965 w 200691"/>
                    <a:gd name="csY31" fmla="*/ 24941 h 2924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</a:cxnLst>
                  <a:rect l="l" t="t" r="r" b="b"/>
                  <a:pathLst>
                    <a:path w="200691" h="292456">
                      <a:moveTo>
                        <a:pt x="100394" y="280401"/>
                      </a:moveTo>
                      <a:cubicBezTo>
                        <a:pt x="73628" y="295832"/>
                        <a:pt x="48387" y="296499"/>
                        <a:pt x="29432" y="282116"/>
                      </a:cubicBezTo>
                      <a:cubicBezTo>
                        <a:pt x="10478" y="267733"/>
                        <a:pt x="0" y="240206"/>
                        <a:pt x="0" y="204392"/>
                      </a:cubicBezTo>
                      <a:cubicBezTo>
                        <a:pt x="879" y="165382"/>
                        <a:pt x="10964" y="127131"/>
                        <a:pt x="29432" y="92759"/>
                      </a:cubicBezTo>
                      <a:lnTo>
                        <a:pt x="30194" y="91235"/>
                      </a:lnTo>
                      <a:lnTo>
                        <a:pt x="31813" y="88282"/>
                      </a:lnTo>
                      <a:cubicBezTo>
                        <a:pt x="47479" y="57227"/>
                        <a:pt x="71155" y="30921"/>
                        <a:pt x="100394" y="12082"/>
                      </a:cubicBezTo>
                      <a:cubicBezTo>
                        <a:pt x="127159" y="-3349"/>
                        <a:pt x="152305" y="-4015"/>
                        <a:pt x="171259" y="10177"/>
                      </a:cubicBezTo>
                      <a:lnTo>
                        <a:pt x="171259" y="10177"/>
                      </a:lnTo>
                      <a:lnTo>
                        <a:pt x="172593" y="11130"/>
                      </a:lnTo>
                      <a:lnTo>
                        <a:pt x="172593" y="11130"/>
                      </a:lnTo>
                      <a:cubicBezTo>
                        <a:pt x="190690" y="25798"/>
                        <a:pt x="200692" y="53040"/>
                        <a:pt x="200692" y="87901"/>
                      </a:cubicBezTo>
                      <a:cubicBezTo>
                        <a:pt x="199813" y="126911"/>
                        <a:pt x="189728" y="165162"/>
                        <a:pt x="171260" y="199534"/>
                      </a:cubicBezTo>
                      <a:cubicBezTo>
                        <a:pt x="155573" y="232527"/>
                        <a:pt x="131041" y="260520"/>
                        <a:pt x="100394" y="280401"/>
                      </a:cubicBezTo>
                      <a:close/>
                      <a:moveTo>
                        <a:pt x="100394" y="26751"/>
                      </a:moveTo>
                      <a:lnTo>
                        <a:pt x="96203" y="29322"/>
                      </a:lnTo>
                      <a:cubicBezTo>
                        <a:pt x="92869" y="31513"/>
                        <a:pt x="89440" y="33894"/>
                        <a:pt x="86106" y="36561"/>
                      </a:cubicBezTo>
                      <a:cubicBezTo>
                        <a:pt x="66822" y="52614"/>
                        <a:pt x="50869" y="72288"/>
                        <a:pt x="39148" y="94473"/>
                      </a:cubicBezTo>
                      <a:lnTo>
                        <a:pt x="37719" y="97140"/>
                      </a:lnTo>
                      <a:cubicBezTo>
                        <a:pt x="21089" y="127854"/>
                        <a:pt x="11921" y="162050"/>
                        <a:pt x="10954" y="196963"/>
                      </a:cubicBezTo>
                      <a:lnTo>
                        <a:pt x="10954" y="199534"/>
                      </a:lnTo>
                      <a:cubicBezTo>
                        <a:pt x="10954" y="257636"/>
                        <a:pt x="43148" y="288498"/>
                        <a:pt x="86392" y="272876"/>
                      </a:cubicBezTo>
                      <a:cubicBezTo>
                        <a:pt x="89843" y="271585"/>
                        <a:pt x="93214" y="270090"/>
                        <a:pt x="96488" y="268400"/>
                      </a:cubicBezTo>
                      <a:cubicBezTo>
                        <a:pt x="99250" y="266971"/>
                        <a:pt x="102203" y="265257"/>
                        <a:pt x="104965" y="263542"/>
                      </a:cubicBezTo>
                      <a:cubicBezTo>
                        <a:pt x="107728" y="261827"/>
                        <a:pt x="111728" y="258875"/>
                        <a:pt x="115062" y="256303"/>
                      </a:cubicBezTo>
                      <a:lnTo>
                        <a:pt x="115062" y="256303"/>
                      </a:lnTo>
                      <a:cubicBezTo>
                        <a:pt x="158305" y="222013"/>
                        <a:pt x="190024" y="154576"/>
                        <a:pt x="190500" y="95902"/>
                      </a:cubicBezTo>
                      <a:lnTo>
                        <a:pt x="190500" y="93330"/>
                      </a:lnTo>
                      <a:cubicBezTo>
                        <a:pt x="190500" y="62850"/>
                        <a:pt x="180975" y="39038"/>
                        <a:pt x="165354" y="26655"/>
                      </a:cubicBezTo>
                      <a:lnTo>
                        <a:pt x="163925" y="25512"/>
                      </a:lnTo>
                      <a:cubicBezTo>
                        <a:pt x="149637" y="15412"/>
                        <a:pt x="131114" y="13498"/>
                        <a:pt x="115062" y="20464"/>
                      </a:cubicBezTo>
                      <a:cubicBezTo>
                        <a:pt x="111611" y="21756"/>
                        <a:pt x="108240" y="23251"/>
                        <a:pt x="104965" y="2494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2" name="Freeform: Shape 431">
                  <a:extLst>
                    <a:ext uri="{FF2B5EF4-FFF2-40B4-BE49-F238E27FC236}">
                      <a16:creationId xmlns:a16="http://schemas.microsoft.com/office/drawing/2014/main" id="{79C9DE52-735E-D7B0-6734-48CBAE3ABC54}"/>
                    </a:ext>
                  </a:extLst>
                </p:cNvPr>
                <p:cNvSpPr/>
                <p:nvPr/>
              </p:nvSpPr>
              <p:spPr>
                <a:xfrm>
                  <a:off x="5553456" y="3029235"/>
                  <a:ext cx="142875" cy="95204"/>
                </a:xfrm>
                <a:custGeom>
                  <a:avLst/>
                  <a:gdLst>
                    <a:gd name="csX0" fmla="*/ 140875 w 142875"/>
                    <a:gd name="csY0" fmla="*/ 2096 h 95204"/>
                    <a:gd name="csX1" fmla="*/ 139637 w 142875"/>
                    <a:gd name="csY1" fmla="*/ 1143 h 95204"/>
                    <a:gd name="csX2" fmla="*/ 139637 w 142875"/>
                    <a:gd name="csY2" fmla="*/ 1143 h 95204"/>
                    <a:gd name="csX3" fmla="*/ 138113 w 142875"/>
                    <a:gd name="csY3" fmla="*/ 0 h 95204"/>
                    <a:gd name="csX4" fmla="*/ 136588 w 142875"/>
                    <a:gd name="csY4" fmla="*/ 2953 h 95204"/>
                    <a:gd name="csX5" fmla="*/ 135064 w 142875"/>
                    <a:gd name="csY5" fmla="*/ 5620 h 95204"/>
                    <a:gd name="csX6" fmla="*/ 117538 w 142875"/>
                    <a:gd name="csY6" fmla="*/ 33052 h 95204"/>
                    <a:gd name="csX7" fmla="*/ 115824 w 142875"/>
                    <a:gd name="csY7" fmla="*/ 35338 h 95204"/>
                    <a:gd name="csX8" fmla="*/ 88011 w 142875"/>
                    <a:gd name="csY8" fmla="*/ 63913 h 95204"/>
                    <a:gd name="csX9" fmla="*/ 86011 w 142875"/>
                    <a:gd name="csY9" fmla="*/ 65437 h 95204"/>
                    <a:gd name="csX10" fmla="*/ 72390 w 142875"/>
                    <a:gd name="csY10" fmla="*/ 74962 h 95204"/>
                    <a:gd name="csX11" fmla="*/ 54769 w 142875"/>
                    <a:gd name="csY11" fmla="*/ 82867 h 95204"/>
                    <a:gd name="csX12" fmla="*/ 52864 w 142875"/>
                    <a:gd name="csY12" fmla="*/ 83439 h 95204"/>
                    <a:gd name="csX13" fmla="*/ 25717 w 142875"/>
                    <a:gd name="csY13" fmla="*/ 84868 h 95204"/>
                    <a:gd name="csX14" fmla="*/ 24003 w 142875"/>
                    <a:gd name="csY14" fmla="*/ 84868 h 95204"/>
                    <a:gd name="csX15" fmla="*/ 7620 w 142875"/>
                    <a:gd name="csY15" fmla="*/ 77057 h 95204"/>
                    <a:gd name="csX16" fmla="*/ 6287 w 142875"/>
                    <a:gd name="csY16" fmla="*/ 76010 h 95204"/>
                    <a:gd name="csX17" fmla="*/ 4763 w 142875"/>
                    <a:gd name="csY17" fmla="*/ 74676 h 95204"/>
                    <a:gd name="csX18" fmla="*/ 3143 w 142875"/>
                    <a:gd name="csY18" fmla="*/ 77629 h 95204"/>
                    <a:gd name="csX19" fmla="*/ 1619 w 142875"/>
                    <a:gd name="csY19" fmla="*/ 80486 h 95204"/>
                    <a:gd name="csX20" fmla="*/ 0 w 142875"/>
                    <a:gd name="csY20" fmla="*/ 83439 h 95204"/>
                    <a:gd name="csX21" fmla="*/ 1524 w 142875"/>
                    <a:gd name="csY21" fmla="*/ 84677 h 95204"/>
                    <a:gd name="csX22" fmla="*/ 2857 w 142875"/>
                    <a:gd name="csY22" fmla="*/ 85725 h 95204"/>
                    <a:gd name="csX23" fmla="*/ 2857 w 142875"/>
                    <a:gd name="csY23" fmla="*/ 85725 h 95204"/>
                    <a:gd name="csX24" fmla="*/ 20669 w 142875"/>
                    <a:gd name="csY24" fmla="*/ 94202 h 95204"/>
                    <a:gd name="csX25" fmla="*/ 22479 w 142875"/>
                    <a:gd name="csY25" fmla="*/ 94202 h 95204"/>
                    <a:gd name="csX26" fmla="*/ 51530 w 142875"/>
                    <a:gd name="csY26" fmla="*/ 92393 h 95204"/>
                    <a:gd name="csX27" fmla="*/ 53530 w 142875"/>
                    <a:gd name="csY27" fmla="*/ 91821 h 95204"/>
                    <a:gd name="csX28" fmla="*/ 72580 w 142875"/>
                    <a:gd name="csY28" fmla="*/ 83439 h 95204"/>
                    <a:gd name="csX29" fmla="*/ 87058 w 142875"/>
                    <a:gd name="csY29" fmla="*/ 73914 h 95204"/>
                    <a:gd name="csX30" fmla="*/ 89154 w 142875"/>
                    <a:gd name="csY30" fmla="*/ 72295 h 95204"/>
                    <a:gd name="csX31" fmla="*/ 118872 w 142875"/>
                    <a:gd name="csY31" fmla="*/ 41624 h 95204"/>
                    <a:gd name="csX32" fmla="*/ 120682 w 142875"/>
                    <a:gd name="csY32" fmla="*/ 39148 h 95204"/>
                    <a:gd name="csX33" fmla="*/ 139732 w 142875"/>
                    <a:gd name="csY33" fmla="*/ 9430 h 95204"/>
                    <a:gd name="csX34" fmla="*/ 141351 w 142875"/>
                    <a:gd name="csY34" fmla="*/ 6572 h 95204"/>
                    <a:gd name="csX35" fmla="*/ 142875 w 142875"/>
                    <a:gd name="csY35" fmla="*/ 3620 h 952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142875" h="95204">
                      <a:moveTo>
                        <a:pt x="140875" y="2096"/>
                      </a:moveTo>
                      <a:lnTo>
                        <a:pt x="139637" y="1143"/>
                      </a:lnTo>
                      <a:lnTo>
                        <a:pt x="139637" y="1143"/>
                      </a:lnTo>
                      <a:lnTo>
                        <a:pt x="138113" y="0"/>
                      </a:lnTo>
                      <a:lnTo>
                        <a:pt x="136588" y="2953"/>
                      </a:lnTo>
                      <a:lnTo>
                        <a:pt x="135064" y="5620"/>
                      </a:lnTo>
                      <a:cubicBezTo>
                        <a:pt x="129848" y="15149"/>
                        <a:pt x="123993" y="24314"/>
                        <a:pt x="117538" y="33052"/>
                      </a:cubicBezTo>
                      <a:cubicBezTo>
                        <a:pt x="116907" y="33767"/>
                        <a:pt x="116334" y="34531"/>
                        <a:pt x="115824" y="35338"/>
                      </a:cubicBezTo>
                      <a:cubicBezTo>
                        <a:pt x="107647" y="45870"/>
                        <a:pt x="98318" y="55454"/>
                        <a:pt x="88011" y="63913"/>
                      </a:cubicBezTo>
                      <a:lnTo>
                        <a:pt x="86011" y="65437"/>
                      </a:lnTo>
                      <a:cubicBezTo>
                        <a:pt x="81675" y="68894"/>
                        <a:pt x="77126" y="72076"/>
                        <a:pt x="72390" y="74962"/>
                      </a:cubicBezTo>
                      <a:cubicBezTo>
                        <a:pt x="66809" y="78207"/>
                        <a:pt x="60903" y="80856"/>
                        <a:pt x="54769" y="82867"/>
                      </a:cubicBezTo>
                      <a:lnTo>
                        <a:pt x="52864" y="83439"/>
                      </a:lnTo>
                      <a:cubicBezTo>
                        <a:pt x="44074" y="86161"/>
                        <a:pt x="34744" y="86652"/>
                        <a:pt x="25717" y="84868"/>
                      </a:cubicBezTo>
                      <a:lnTo>
                        <a:pt x="24003" y="84868"/>
                      </a:lnTo>
                      <a:cubicBezTo>
                        <a:pt x="18082" y="83366"/>
                        <a:pt x="12515" y="80712"/>
                        <a:pt x="7620" y="77057"/>
                      </a:cubicBezTo>
                      <a:lnTo>
                        <a:pt x="6287" y="76010"/>
                      </a:lnTo>
                      <a:lnTo>
                        <a:pt x="4763" y="74676"/>
                      </a:lnTo>
                      <a:lnTo>
                        <a:pt x="3143" y="77629"/>
                      </a:lnTo>
                      <a:cubicBezTo>
                        <a:pt x="3143" y="78486"/>
                        <a:pt x="2096" y="79438"/>
                        <a:pt x="1619" y="80486"/>
                      </a:cubicBezTo>
                      <a:lnTo>
                        <a:pt x="0" y="83439"/>
                      </a:lnTo>
                      <a:lnTo>
                        <a:pt x="1524" y="84677"/>
                      </a:lnTo>
                      <a:lnTo>
                        <a:pt x="2857" y="85725"/>
                      </a:lnTo>
                      <a:lnTo>
                        <a:pt x="2857" y="85725"/>
                      </a:lnTo>
                      <a:cubicBezTo>
                        <a:pt x="8188" y="89680"/>
                        <a:pt x="14238" y="92559"/>
                        <a:pt x="20669" y="94202"/>
                      </a:cubicBezTo>
                      <a:lnTo>
                        <a:pt x="22479" y="94202"/>
                      </a:lnTo>
                      <a:cubicBezTo>
                        <a:pt x="32164" y="95996"/>
                        <a:pt x="42142" y="95375"/>
                        <a:pt x="51530" y="92393"/>
                      </a:cubicBezTo>
                      <a:lnTo>
                        <a:pt x="53530" y="91821"/>
                      </a:lnTo>
                      <a:cubicBezTo>
                        <a:pt x="60155" y="89698"/>
                        <a:pt x="66540" y="86889"/>
                        <a:pt x="72580" y="83439"/>
                      </a:cubicBezTo>
                      <a:cubicBezTo>
                        <a:pt x="77587" y="80547"/>
                        <a:pt x="82421" y="77367"/>
                        <a:pt x="87058" y="73914"/>
                      </a:cubicBezTo>
                      <a:lnTo>
                        <a:pt x="89154" y="72295"/>
                      </a:lnTo>
                      <a:cubicBezTo>
                        <a:pt x="100203" y="63244"/>
                        <a:pt x="110174" y="52953"/>
                        <a:pt x="118872" y="41624"/>
                      </a:cubicBezTo>
                      <a:lnTo>
                        <a:pt x="120682" y="39148"/>
                      </a:lnTo>
                      <a:cubicBezTo>
                        <a:pt x="127795" y="29753"/>
                        <a:pt x="134164" y="19817"/>
                        <a:pt x="139732" y="9430"/>
                      </a:cubicBezTo>
                      <a:cubicBezTo>
                        <a:pt x="140303" y="8572"/>
                        <a:pt x="140779" y="7620"/>
                        <a:pt x="141351" y="6572"/>
                      </a:cubicBezTo>
                      <a:lnTo>
                        <a:pt x="142875" y="36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3" name="Freeform: Shape 432">
                  <a:extLst>
                    <a:ext uri="{FF2B5EF4-FFF2-40B4-BE49-F238E27FC236}">
                      <a16:creationId xmlns:a16="http://schemas.microsoft.com/office/drawing/2014/main" id="{14930025-7554-C74E-437E-EF61EE925423}"/>
                    </a:ext>
                  </a:extLst>
                </p:cNvPr>
                <p:cNvSpPr/>
                <p:nvPr/>
              </p:nvSpPr>
              <p:spPr>
                <a:xfrm>
                  <a:off x="5553075" y="3199934"/>
                  <a:ext cx="142875" cy="99049"/>
                </a:xfrm>
                <a:custGeom>
                  <a:avLst/>
                  <a:gdLst>
                    <a:gd name="csX0" fmla="*/ 141256 w 142875"/>
                    <a:gd name="csY0" fmla="*/ 9133 h 99049"/>
                    <a:gd name="csX1" fmla="*/ 139732 w 142875"/>
                    <a:gd name="csY1" fmla="*/ 8085 h 99049"/>
                    <a:gd name="csX2" fmla="*/ 120682 w 142875"/>
                    <a:gd name="csY2" fmla="*/ 466 h 99049"/>
                    <a:gd name="csX3" fmla="*/ 118872 w 142875"/>
                    <a:gd name="csY3" fmla="*/ 466 h 99049"/>
                    <a:gd name="csX4" fmla="*/ 89154 w 142875"/>
                    <a:gd name="csY4" fmla="*/ 4085 h 99049"/>
                    <a:gd name="csX5" fmla="*/ 87059 w 142875"/>
                    <a:gd name="csY5" fmla="*/ 4847 h 99049"/>
                    <a:gd name="csX6" fmla="*/ 72581 w 142875"/>
                    <a:gd name="csY6" fmla="*/ 11800 h 99049"/>
                    <a:gd name="csX7" fmla="*/ 54007 w 142875"/>
                    <a:gd name="csY7" fmla="*/ 24849 h 99049"/>
                    <a:gd name="csX8" fmla="*/ 51911 w 142875"/>
                    <a:gd name="csY8" fmla="*/ 26564 h 99049"/>
                    <a:gd name="csX9" fmla="*/ 22860 w 142875"/>
                    <a:gd name="csY9" fmla="*/ 58377 h 99049"/>
                    <a:gd name="csX10" fmla="*/ 21050 w 142875"/>
                    <a:gd name="csY10" fmla="*/ 60854 h 99049"/>
                    <a:gd name="csX11" fmla="*/ 3238 w 142875"/>
                    <a:gd name="csY11" fmla="*/ 89905 h 99049"/>
                    <a:gd name="csX12" fmla="*/ 3238 w 142875"/>
                    <a:gd name="csY12" fmla="*/ 90381 h 99049"/>
                    <a:gd name="csX13" fmla="*/ 1905 w 142875"/>
                    <a:gd name="csY13" fmla="*/ 92858 h 99049"/>
                    <a:gd name="csX14" fmla="*/ 0 w 142875"/>
                    <a:gd name="csY14" fmla="*/ 95715 h 99049"/>
                    <a:gd name="csX15" fmla="*/ 1619 w 142875"/>
                    <a:gd name="csY15" fmla="*/ 96858 h 99049"/>
                    <a:gd name="csX16" fmla="*/ 3143 w 142875"/>
                    <a:gd name="csY16" fmla="*/ 98001 h 99049"/>
                    <a:gd name="csX17" fmla="*/ 4763 w 142875"/>
                    <a:gd name="csY17" fmla="*/ 99049 h 99049"/>
                    <a:gd name="csX18" fmla="*/ 6287 w 142875"/>
                    <a:gd name="csY18" fmla="*/ 96001 h 99049"/>
                    <a:gd name="csX19" fmla="*/ 7620 w 142875"/>
                    <a:gd name="csY19" fmla="*/ 93334 h 99049"/>
                    <a:gd name="csX20" fmla="*/ 24003 w 142875"/>
                    <a:gd name="csY20" fmla="*/ 66569 h 99049"/>
                    <a:gd name="csX21" fmla="*/ 25718 w 142875"/>
                    <a:gd name="csY21" fmla="*/ 64188 h 99049"/>
                    <a:gd name="csX22" fmla="*/ 52864 w 142875"/>
                    <a:gd name="csY22" fmla="*/ 34374 h 99049"/>
                    <a:gd name="csX23" fmla="*/ 54769 w 142875"/>
                    <a:gd name="csY23" fmla="*/ 32755 h 99049"/>
                    <a:gd name="csX24" fmla="*/ 72390 w 142875"/>
                    <a:gd name="csY24" fmla="*/ 20373 h 99049"/>
                    <a:gd name="csX25" fmla="*/ 86011 w 142875"/>
                    <a:gd name="csY25" fmla="*/ 13801 h 99049"/>
                    <a:gd name="csX26" fmla="*/ 88011 w 142875"/>
                    <a:gd name="csY26" fmla="*/ 13133 h 99049"/>
                    <a:gd name="csX27" fmla="*/ 115824 w 142875"/>
                    <a:gd name="csY27" fmla="*/ 9800 h 99049"/>
                    <a:gd name="csX28" fmla="*/ 117538 w 142875"/>
                    <a:gd name="csY28" fmla="*/ 9800 h 99049"/>
                    <a:gd name="csX29" fmla="*/ 135064 w 142875"/>
                    <a:gd name="csY29" fmla="*/ 16944 h 99049"/>
                    <a:gd name="csX30" fmla="*/ 136588 w 142875"/>
                    <a:gd name="csY30" fmla="*/ 17896 h 99049"/>
                    <a:gd name="csX31" fmla="*/ 138113 w 142875"/>
                    <a:gd name="csY31" fmla="*/ 19039 h 99049"/>
                    <a:gd name="csX32" fmla="*/ 139637 w 142875"/>
                    <a:gd name="csY32" fmla="*/ 16181 h 99049"/>
                    <a:gd name="csX33" fmla="*/ 139637 w 142875"/>
                    <a:gd name="csY33" fmla="*/ 15705 h 99049"/>
                    <a:gd name="csX34" fmla="*/ 140875 w 142875"/>
                    <a:gd name="csY34" fmla="*/ 13229 h 99049"/>
                    <a:gd name="csX35" fmla="*/ 142875 w 142875"/>
                    <a:gd name="csY35" fmla="*/ 9990 h 990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142875" h="99049">
                      <a:moveTo>
                        <a:pt x="141256" y="9133"/>
                      </a:moveTo>
                      <a:cubicBezTo>
                        <a:pt x="140712" y="8839"/>
                        <a:pt x="140201" y="8488"/>
                        <a:pt x="139732" y="8085"/>
                      </a:cubicBezTo>
                      <a:cubicBezTo>
                        <a:pt x="133998" y="4216"/>
                        <a:pt x="127502" y="1617"/>
                        <a:pt x="120682" y="466"/>
                      </a:cubicBezTo>
                      <a:cubicBezTo>
                        <a:pt x="120080" y="412"/>
                        <a:pt x="119474" y="412"/>
                        <a:pt x="118872" y="466"/>
                      </a:cubicBezTo>
                      <a:cubicBezTo>
                        <a:pt x="108819" y="-773"/>
                        <a:pt x="98615" y="469"/>
                        <a:pt x="89154" y="4085"/>
                      </a:cubicBezTo>
                      <a:lnTo>
                        <a:pt x="87059" y="4847"/>
                      </a:lnTo>
                      <a:cubicBezTo>
                        <a:pt x="82046" y="6753"/>
                        <a:pt x="77202" y="9079"/>
                        <a:pt x="72581" y="11800"/>
                      </a:cubicBezTo>
                      <a:cubicBezTo>
                        <a:pt x="66018" y="15596"/>
                        <a:pt x="59803" y="19962"/>
                        <a:pt x="54007" y="24849"/>
                      </a:cubicBezTo>
                      <a:lnTo>
                        <a:pt x="51911" y="26564"/>
                      </a:lnTo>
                      <a:cubicBezTo>
                        <a:pt x="41066" y="36046"/>
                        <a:pt x="31321" y="46717"/>
                        <a:pt x="22860" y="58377"/>
                      </a:cubicBezTo>
                      <a:lnTo>
                        <a:pt x="21050" y="60854"/>
                      </a:lnTo>
                      <a:cubicBezTo>
                        <a:pt x="14477" y="70133"/>
                        <a:pt x="8527" y="79838"/>
                        <a:pt x="3238" y="89905"/>
                      </a:cubicBezTo>
                      <a:lnTo>
                        <a:pt x="3238" y="90381"/>
                      </a:lnTo>
                      <a:cubicBezTo>
                        <a:pt x="2762" y="91143"/>
                        <a:pt x="2381" y="92000"/>
                        <a:pt x="1905" y="92858"/>
                      </a:cubicBezTo>
                      <a:lnTo>
                        <a:pt x="0" y="95715"/>
                      </a:lnTo>
                      <a:lnTo>
                        <a:pt x="1619" y="96858"/>
                      </a:lnTo>
                      <a:cubicBezTo>
                        <a:pt x="2104" y="97269"/>
                        <a:pt x="2613" y="97651"/>
                        <a:pt x="3143" y="98001"/>
                      </a:cubicBezTo>
                      <a:lnTo>
                        <a:pt x="4763" y="99049"/>
                      </a:lnTo>
                      <a:lnTo>
                        <a:pt x="6287" y="96001"/>
                      </a:lnTo>
                      <a:lnTo>
                        <a:pt x="7620" y="93334"/>
                      </a:lnTo>
                      <a:cubicBezTo>
                        <a:pt x="12495" y="84067"/>
                        <a:pt x="17968" y="75126"/>
                        <a:pt x="24003" y="66569"/>
                      </a:cubicBezTo>
                      <a:lnTo>
                        <a:pt x="25718" y="64188"/>
                      </a:lnTo>
                      <a:cubicBezTo>
                        <a:pt x="33645" y="53284"/>
                        <a:pt x="42749" y="43286"/>
                        <a:pt x="52864" y="34374"/>
                      </a:cubicBezTo>
                      <a:lnTo>
                        <a:pt x="54769" y="32755"/>
                      </a:lnTo>
                      <a:cubicBezTo>
                        <a:pt x="60256" y="28103"/>
                        <a:pt x="66154" y="23959"/>
                        <a:pt x="72390" y="20373"/>
                      </a:cubicBezTo>
                      <a:cubicBezTo>
                        <a:pt x="76745" y="17818"/>
                        <a:pt x="81301" y="15620"/>
                        <a:pt x="86011" y="13801"/>
                      </a:cubicBezTo>
                      <a:lnTo>
                        <a:pt x="88011" y="13133"/>
                      </a:lnTo>
                      <a:cubicBezTo>
                        <a:pt x="96876" y="9789"/>
                        <a:pt x="106420" y="8645"/>
                        <a:pt x="115824" y="9800"/>
                      </a:cubicBezTo>
                      <a:lnTo>
                        <a:pt x="117538" y="9800"/>
                      </a:lnTo>
                      <a:cubicBezTo>
                        <a:pt x="123816" y="10927"/>
                        <a:pt x="129787" y="13361"/>
                        <a:pt x="135064" y="16944"/>
                      </a:cubicBezTo>
                      <a:lnTo>
                        <a:pt x="136588" y="17896"/>
                      </a:lnTo>
                      <a:lnTo>
                        <a:pt x="138113" y="19039"/>
                      </a:lnTo>
                      <a:lnTo>
                        <a:pt x="139637" y="16181"/>
                      </a:lnTo>
                      <a:lnTo>
                        <a:pt x="139637" y="15705"/>
                      </a:lnTo>
                      <a:cubicBezTo>
                        <a:pt x="139637" y="14943"/>
                        <a:pt x="140494" y="14086"/>
                        <a:pt x="140875" y="13229"/>
                      </a:cubicBezTo>
                      <a:lnTo>
                        <a:pt x="142875" y="99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4" name="Freeform: Shape 433">
                  <a:extLst>
                    <a:ext uri="{FF2B5EF4-FFF2-40B4-BE49-F238E27FC236}">
                      <a16:creationId xmlns:a16="http://schemas.microsoft.com/office/drawing/2014/main" id="{7E63D1B6-7E37-99BD-01CF-63985D9BB174}"/>
                    </a:ext>
                  </a:extLst>
                </p:cNvPr>
                <p:cNvSpPr/>
                <p:nvPr/>
              </p:nvSpPr>
              <p:spPr>
                <a:xfrm>
                  <a:off x="5572440" y="3028750"/>
                  <a:ext cx="102141" cy="268908"/>
                </a:xfrm>
                <a:custGeom>
                  <a:avLst/>
                  <a:gdLst>
                    <a:gd name="csX0" fmla="*/ 87505 w 102141"/>
                    <a:gd name="csY0" fmla="*/ 21536 h 268908"/>
                    <a:gd name="csX1" fmla="*/ 51120 w 102141"/>
                    <a:gd name="csY1" fmla="*/ 3343 h 268908"/>
                    <a:gd name="csX2" fmla="*/ 14639 w 102141"/>
                    <a:gd name="csY2" fmla="*/ 63636 h 268908"/>
                    <a:gd name="csX3" fmla="*/ 161 w 102141"/>
                    <a:gd name="csY3" fmla="*/ 163839 h 268908"/>
                    <a:gd name="csX4" fmla="*/ 14639 w 102141"/>
                    <a:gd name="csY4" fmla="*/ 247373 h 268908"/>
                    <a:gd name="csX5" fmla="*/ 51120 w 102141"/>
                    <a:gd name="csY5" fmla="*/ 265566 h 268908"/>
                    <a:gd name="csX6" fmla="*/ 87505 w 102141"/>
                    <a:gd name="csY6" fmla="*/ 205273 h 268908"/>
                    <a:gd name="csX7" fmla="*/ 101983 w 102141"/>
                    <a:gd name="csY7" fmla="*/ 104975 h 268908"/>
                    <a:gd name="csX8" fmla="*/ 87505 w 102141"/>
                    <a:gd name="csY8" fmla="*/ 21536 h 268908"/>
                    <a:gd name="csX9" fmla="*/ 51120 w 102141"/>
                    <a:gd name="csY9" fmla="*/ 257375 h 268908"/>
                    <a:gd name="csX10" fmla="*/ 19211 w 102141"/>
                    <a:gd name="csY10" fmla="*/ 240420 h 268908"/>
                    <a:gd name="csX11" fmla="*/ 5590 w 102141"/>
                    <a:gd name="csY11" fmla="*/ 161172 h 268908"/>
                    <a:gd name="csX12" fmla="*/ 19211 w 102141"/>
                    <a:gd name="csY12" fmla="*/ 65922 h 268908"/>
                    <a:gd name="csX13" fmla="*/ 51120 w 102141"/>
                    <a:gd name="csY13" fmla="*/ 12201 h 268908"/>
                    <a:gd name="csX14" fmla="*/ 82933 w 102141"/>
                    <a:gd name="csY14" fmla="*/ 29156 h 268908"/>
                    <a:gd name="csX15" fmla="*/ 96554 w 102141"/>
                    <a:gd name="csY15" fmla="*/ 108404 h 268908"/>
                    <a:gd name="csX16" fmla="*/ 82933 w 102141"/>
                    <a:gd name="csY16" fmla="*/ 203654 h 268908"/>
                    <a:gd name="csX17" fmla="*/ 51120 w 102141"/>
                    <a:gd name="csY17" fmla="*/ 257375 h 2689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02141" h="268908">
                      <a:moveTo>
                        <a:pt x="87505" y="21536"/>
                      </a:moveTo>
                      <a:cubicBezTo>
                        <a:pt x="77980" y="1819"/>
                        <a:pt x="64931" y="-4658"/>
                        <a:pt x="51120" y="3343"/>
                      </a:cubicBezTo>
                      <a:cubicBezTo>
                        <a:pt x="37309" y="11344"/>
                        <a:pt x="24259" y="32775"/>
                        <a:pt x="14639" y="63636"/>
                      </a:cubicBezTo>
                      <a:cubicBezTo>
                        <a:pt x="4935" y="96148"/>
                        <a:pt x="57" y="129909"/>
                        <a:pt x="161" y="163839"/>
                      </a:cubicBezTo>
                      <a:cubicBezTo>
                        <a:pt x="-981" y="192395"/>
                        <a:pt x="3954" y="220868"/>
                        <a:pt x="14639" y="247373"/>
                      </a:cubicBezTo>
                      <a:cubicBezTo>
                        <a:pt x="24164" y="267090"/>
                        <a:pt x="37213" y="273567"/>
                        <a:pt x="51120" y="265566"/>
                      </a:cubicBezTo>
                      <a:cubicBezTo>
                        <a:pt x="65026" y="257565"/>
                        <a:pt x="77885" y="236134"/>
                        <a:pt x="87505" y="205273"/>
                      </a:cubicBezTo>
                      <a:cubicBezTo>
                        <a:pt x="97219" y="172730"/>
                        <a:pt x="102097" y="138936"/>
                        <a:pt x="101983" y="104975"/>
                      </a:cubicBezTo>
                      <a:cubicBezTo>
                        <a:pt x="103112" y="76451"/>
                        <a:pt x="98177" y="48012"/>
                        <a:pt x="87505" y="21536"/>
                      </a:cubicBezTo>
                      <a:close/>
                      <a:moveTo>
                        <a:pt x="51120" y="257375"/>
                      </a:moveTo>
                      <a:cubicBezTo>
                        <a:pt x="39119" y="264328"/>
                        <a:pt x="27879" y="258232"/>
                        <a:pt x="19211" y="240420"/>
                      </a:cubicBezTo>
                      <a:cubicBezTo>
                        <a:pt x="9151" y="215255"/>
                        <a:pt x="4510" y="188252"/>
                        <a:pt x="5590" y="161172"/>
                      </a:cubicBezTo>
                      <a:cubicBezTo>
                        <a:pt x="5455" y="128927"/>
                        <a:pt x="10044" y="96836"/>
                        <a:pt x="19211" y="65922"/>
                      </a:cubicBezTo>
                      <a:cubicBezTo>
                        <a:pt x="27879" y="38109"/>
                        <a:pt x="39119" y="19059"/>
                        <a:pt x="51120" y="12201"/>
                      </a:cubicBezTo>
                      <a:cubicBezTo>
                        <a:pt x="63121" y="5343"/>
                        <a:pt x="74266" y="11344"/>
                        <a:pt x="82933" y="29156"/>
                      </a:cubicBezTo>
                      <a:cubicBezTo>
                        <a:pt x="92993" y="54321"/>
                        <a:pt x="97634" y="81324"/>
                        <a:pt x="96554" y="108404"/>
                      </a:cubicBezTo>
                      <a:cubicBezTo>
                        <a:pt x="96690" y="140649"/>
                        <a:pt x="92101" y="172739"/>
                        <a:pt x="82933" y="203654"/>
                      </a:cubicBezTo>
                      <a:cubicBezTo>
                        <a:pt x="74266" y="230990"/>
                        <a:pt x="63026" y="250040"/>
                        <a:pt x="51120" y="2573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5" name="Freeform: Shape 434">
                  <a:extLst>
                    <a:ext uri="{FF2B5EF4-FFF2-40B4-BE49-F238E27FC236}">
                      <a16:creationId xmlns:a16="http://schemas.microsoft.com/office/drawing/2014/main" id="{1013632B-7F7E-9E76-1F2B-45687FC1B9AC}"/>
                    </a:ext>
                  </a:extLst>
                </p:cNvPr>
                <p:cNvSpPr/>
                <p:nvPr/>
              </p:nvSpPr>
              <p:spPr>
                <a:xfrm>
                  <a:off x="5524881" y="3103563"/>
                  <a:ext cx="196976" cy="119759"/>
                </a:xfrm>
                <a:custGeom>
                  <a:avLst/>
                  <a:gdLst>
                    <a:gd name="csX0" fmla="*/ 193738 w 196976"/>
                    <a:gd name="csY0" fmla="*/ 348 h 119759"/>
                    <a:gd name="csX1" fmla="*/ 3238 w 196976"/>
                    <a:gd name="csY1" fmla="*/ 110172 h 119759"/>
                    <a:gd name="csX2" fmla="*/ 0 w 196976"/>
                    <a:gd name="csY2" fmla="*/ 116649 h 119759"/>
                    <a:gd name="csX3" fmla="*/ 3238 w 196976"/>
                    <a:gd name="csY3" fmla="*/ 119411 h 119759"/>
                    <a:gd name="csX4" fmla="*/ 193738 w 196976"/>
                    <a:gd name="csY4" fmla="*/ 9588 h 119759"/>
                    <a:gd name="csX5" fmla="*/ 196977 w 196976"/>
                    <a:gd name="csY5" fmla="*/ 3111 h 119759"/>
                    <a:gd name="csX6" fmla="*/ 193738 w 196976"/>
                    <a:gd name="csY6" fmla="*/ 348 h 1197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6976" h="119759">
                      <a:moveTo>
                        <a:pt x="193738" y="348"/>
                      </a:moveTo>
                      <a:lnTo>
                        <a:pt x="3238" y="110172"/>
                      </a:lnTo>
                      <a:cubicBezTo>
                        <a:pt x="1223" y="111720"/>
                        <a:pt x="29" y="114107"/>
                        <a:pt x="0" y="116649"/>
                      </a:cubicBezTo>
                      <a:cubicBezTo>
                        <a:pt x="0" y="119030"/>
                        <a:pt x="1429" y="120459"/>
                        <a:pt x="3238" y="119411"/>
                      </a:cubicBezTo>
                      <a:lnTo>
                        <a:pt x="193738" y="9588"/>
                      </a:lnTo>
                      <a:cubicBezTo>
                        <a:pt x="195754" y="8040"/>
                        <a:pt x="196948" y="5652"/>
                        <a:pt x="196977" y="3111"/>
                      </a:cubicBezTo>
                      <a:cubicBezTo>
                        <a:pt x="196977" y="730"/>
                        <a:pt x="195548" y="-699"/>
                        <a:pt x="193738" y="3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6" name="Freeform: Shape 435">
                  <a:extLst>
                    <a:ext uri="{FF2B5EF4-FFF2-40B4-BE49-F238E27FC236}">
                      <a16:creationId xmlns:a16="http://schemas.microsoft.com/office/drawing/2014/main" id="{16E73175-E29C-8E24-583B-307AF1573C65}"/>
                    </a:ext>
                  </a:extLst>
                </p:cNvPr>
                <p:cNvSpPr/>
                <p:nvPr/>
              </p:nvSpPr>
              <p:spPr>
                <a:xfrm>
                  <a:off x="5619940" y="3031956"/>
                  <a:ext cx="6953" cy="263051"/>
                </a:xfrm>
                <a:custGeom>
                  <a:avLst/>
                  <a:gdLst>
                    <a:gd name="csX0" fmla="*/ 6953 w 6953"/>
                    <a:gd name="csY0" fmla="*/ 256264 h 263051"/>
                    <a:gd name="csX1" fmla="*/ 6953 w 6953"/>
                    <a:gd name="csY1" fmla="*/ 2709 h 263051"/>
                    <a:gd name="csX2" fmla="*/ 3524 w 6953"/>
                    <a:gd name="csY2" fmla="*/ 422 h 263051"/>
                    <a:gd name="csX3" fmla="*/ 0 w 6953"/>
                    <a:gd name="csY3" fmla="*/ 6709 h 263051"/>
                    <a:gd name="csX4" fmla="*/ 0 w 6953"/>
                    <a:gd name="csY4" fmla="*/ 260265 h 263051"/>
                    <a:gd name="csX5" fmla="*/ 3524 w 6953"/>
                    <a:gd name="csY5" fmla="*/ 262646 h 263051"/>
                    <a:gd name="csX6" fmla="*/ 6953 w 6953"/>
                    <a:gd name="csY6" fmla="*/ 256264 h 2630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6953" h="263051">
                      <a:moveTo>
                        <a:pt x="6953" y="256264"/>
                      </a:moveTo>
                      <a:lnTo>
                        <a:pt x="6953" y="2709"/>
                      </a:lnTo>
                      <a:cubicBezTo>
                        <a:pt x="6953" y="327"/>
                        <a:pt x="5334" y="-625"/>
                        <a:pt x="3524" y="422"/>
                      </a:cubicBezTo>
                      <a:cubicBezTo>
                        <a:pt x="1419" y="1840"/>
                        <a:pt x="111" y="4173"/>
                        <a:pt x="0" y="6709"/>
                      </a:cubicBezTo>
                      <a:lnTo>
                        <a:pt x="0" y="260265"/>
                      </a:lnTo>
                      <a:cubicBezTo>
                        <a:pt x="0" y="262646"/>
                        <a:pt x="1715" y="263694"/>
                        <a:pt x="3524" y="262646"/>
                      </a:cubicBezTo>
                      <a:cubicBezTo>
                        <a:pt x="5586" y="261157"/>
                        <a:pt x="6850" y="258805"/>
                        <a:pt x="6953" y="2562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BE040138-78E6-4260-D033-D8E5A235050E}"/>
                    </a:ext>
                  </a:extLst>
                </p:cNvPr>
                <p:cNvSpPr/>
                <p:nvPr/>
              </p:nvSpPr>
              <p:spPr>
                <a:xfrm>
                  <a:off x="5419019" y="3278643"/>
                  <a:ext cx="496706" cy="287020"/>
                </a:xfrm>
                <a:custGeom>
                  <a:avLst/>
                  <a:gdLst>
                    <a:gd name="csX0" fmla="*/ 2611 w 496706"/>
                    <a:gd name="csY0" fmla="*/ 264656 h 287020"/>
                    <a:gd name="csX1" fmla="*/ 457905 w 496706"/>
                    <a:gd name="csY1" fmla="*/ 1576 h 287020"/>
                    <a:gd name="csX2" fmla="*/ 470764 w 496706"/>
                    <a:gd name="csY2" fmla="*/ 1576 h 287020"/>
                    <a:gd name="csX3" fmla="*/ 494005 w 496706"/>
                    <a:gd name="csY3" fmla="*/ 15006 h 287020"/>
                    <a:gd name="csX4" fmla="*/ 496515 w 496706"/>
                    <a:gd name="csY4" fmla="*/ 19925 h 287020"/>
                    <a:gd name="csX5" fmla="*/ 494005 w 496706"/>
                    <a:gd name="csY5" fmla="*/ 22435 h 287020"/>
                    <a:gd name="csX6" fmla="*/ 38805 w 496706"/>
                    <a:gd name="csY6" fmla="*/ 285516 h 287020"/>
                    <a:gd name="csX7" fmla="*/ 26042 w 496706"/>
                    <a:gd name="csY7" fmla="*/ 285516 h 287020"/>
                    <a:gd name="csX8" fmla="*/ 2801 w 496706"/>
                    <a:gd name="csY8" fmla="*/ 272086 h 287020"/>
                    <a:gd name="csX9" fmla="*/ 161 w 496706"/>
                    <a:gd name="csY9" fmla="*/ 267235 h 287020"/>
                    <a:gd name="csX10" fmla="*/ 2610 w 496706"/>
                    <a:gd name="csY10" fmla="*/ 264656 h 2870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96706" h="287020">
                      <a:moveTo>
                        <a:pt x="2611" y="264656"/>
                      </a:moveTo>
                      <a:lnTo>
                        <a:pt x="457905" y="1576"/>
                      </a:lnTo>
                      <a:cubicBezTo>
                        <a:pt x="461934" y="-525"/>
                        <a:pt x="466735" y="-525"/>
                        <a:pt x="470764" y="1576"/>
                      </a:cubicBezTo>
                      <a:lnTo>
                        <a:pt x="494005" y="15006"/>
                      </a:lnTo>
                      <a:cubicBezTo>
                        <a:pt x="496057" y="15671"/>
                        <a:pt x="497181" y="17874"/>
                        <a:pt x="496515" y="19925"/>
                      </a:cubicBezTo>
                      <a:cubicBezTo>
                        <a:pt x="496129" y="21116"/>
                        <a:pt x="495196" y="22049"/>
                        <a:pt x="494005" y="22435"/>
                      </a:cubicBezTo>
                      <a:lnTo>
                        <a:pt x="38805" y="285516"/>
                      </a:lnTo>
                      <a:cubicBezTo>
                        <a:pt x="34787" y="287522"/>
                        <a:pt x="30060" y="287522"/>
                        <a:pt x="26042" y="285516"/>
                      </a:cubicBezTo>
                      <a:lnTo>
                        <a:pt x="2801" y="272086"/>
                      </a:lnTo>
                      <a:cubicBezTo>
                        <a:pt x="732" y="271475"/>
                        <a:pt x="-450" y="269303"/>
                        <a:pt x="161" y="267235"/>
                      </a:cubicBezTo>
                      <a:cubicBezTo>
                        <a:pt x="516" y="266032"/>
                        <a:pt x="1427" y="265072"/>
                        <a:pt x="2610" y="264656"/>
                      </a:cubicBezTo>
                      <a:close/>
                    </a:path>
                  </a:pathLst>
                </a:custGeom>
                <a:solidFill>
                  <a:srgbClr val="37474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8" name="Freeform: Shape 437">
                  <a:extLst>
                    <a:ext uri="{FF2B5EF4-FFF2-40B4-BE49-F238E27FC236}">
                      <a16:creationId xmlns:a16="http://schemas.microsoft.com/office/drawing/2014/main" id="{FE9F68EE-6DB2-7E73-7EB3-E71F08F561BA}"/>
                    </a:ext>
                  </a:extLst>
                </p:cNvPr>
                <p:cNvSpPr/>
                <p:nvPr/>
              </p:nvSpPr>
              <p:spPr>
                <a:xfrm>
                  <a:off x="5479147" y="3313124"/>
                  <a:ext cx="617018" cy="356205"/>
                </a:xfrm>
                <a:custGeom>
                  <a:avLst/>
                  <a:gdLst>
                    <a:gd name="csX0" fmla="*/ 2490 w 617018"/>
                    <a:gd name="csY0" fmla="*/ 264846 h 356205"/>
                    <a:gd name="csX1" fmla="*/ 458261 w 617018"/>
                    <a:gd name="csY1" fmla="*/ 1575 h 356205"/>
                    <a:gd name="csX2" fmla="*/ 471024 w 617018"/>
                    <a:gd name="csY2" fmla="*/ 1575 h 356205"/>
                    <a:gd name="csX3" fmla="*/ 614375 w 617018"/>
                    <a:gd name="csY3" fmla="*/ 84347 h 356205"/>
                    <a:gd name="csX4" fmla="*/ 614375 w 617018"/>
                    <a:gd name="csY4" fmla="*/ 91777 h 356205"/>
                    <a:gd name="csX5" fmla="*/ 159652 w 617018"/>
                    <a:gd name="csY5" fmla="*/ 354667 h 356205"/>
                    <a:gd name="csX6" fmla="*/ 146889 w 617018"/>
                    <a:gd name="csY6" fmla="*/ 354667 h 356205"/>
                    <a:gd name="csX7" fmla="*/ 2966 w 617018"/>
                    <a:gd name="csY7" fmla="*/ 272276 h 356205"/>
                    <a:gd name="csX8" fmla="*/ 116 w 617018"/>
                    <a:gd name="csY8" fmla="*/ 267545 h 356205"/>
                    <a:gd name="csX9" fmla="*/ 2489 w 617018"/>
                    <a:gd name="csY9" fmla="*/ 264846 h 3562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617018" h="356205">
                      <a:moveTo>
                        <a:pt x="2490" y="264846"/>
                      </a:moveTo>
                      <a:lnTo>
                        <a:pt x="458261" y="1575"/>
                      </a:lnTo>
                      <a:cubicBezTo>
                        <a:pt x="462256" y="-525"/>
                        <a:pt x="467029" y="-525"/>
                        <a:pt x="471024" y="1575"/>
                      </a:cubicBezTo>
                      <a:lnTo>
                        <a:pt x="614375" y="84347"/>
                      </a:lnTo>
                      <a:cubicBezTo>
                        <a:pt x="617900" y="86348"/>
                        <a:pt x="617900" y="89681"/>
                        <a:pt x="614375" y="91777"/>
                      </a:cubicBezTo>
                      <a:lnTo>
                        <a:pt x="159652" y="354667"/>
                      </a:lnTo>
                      <a:cubicBezTo>
                        <a:pt x="155645" y="356719"/>
                        <a:pt x="150896" y="356719"/>
                        <a:pt x="146889" y="354667"/>
                      </a:cubicBezTo>
                      <a:lnTo>
                        <a:pt x="2966" y="272276"/>
                      </a:lnTo>
                      <a:cubicBezTo>
                        <a:pt x="872" y="271756"/>
                        <a:pt x="-404" y="269638"/>
                        <a:pt x="116" y="267545"/>
                      </a:cubicBezTo>
                      <a:cubicBezTo>
                        <a:pt x="422" y="266313"/>
                        <a:pt x="1307" y="265307"/>
                        <a:pt x="2489" y="26484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D29CDD90-A40B-8416-BB13-49C6E23958F0}"/>
                    </a:ext>
                  </a:extLst>
                </p:cNvPr>
                <p:cNvSpPr/>
                <p:nvPr/>
              </p:nvSpPr>
              <p:spPr>
                <a:xfrm>
                  <a:off x="5491765" y="3324707"/>
                  <a:ext cx="592447" cy="338506"/>
                </a:xfrm>
                <a:custGeom>
                  <a:avLst/>
                  <a:gdLst>
                    <a:gd name="csX0" fmla="*/ 398399 w 592447"/>
                    <a:gd name="csY0" fmla="*/ 108579 h 338506"/>
                    <a:gd name="csX1" fmla="*/ 412687 w 592447"/>
                    <a:gd name="csY1" fmla="*/ 100292 h 338506"/>
                    <a:gd name="csX2" fmla="*/ 412687 w 592447"/>
                    <a:gd name="csY2" fmla="*/ 98959 h 338506"/>
                    <a:gd name="csX3" fmla="*/ 396208 w 592447"/>
                    <a:gd name="csY3" fmla="*/ 89434 h 338506"/>
                    <a:gd name="csX4" fmla="*/ 393922 w 592447"/>
                    <a:gd name="csY4" fmla="*/ 89434 h 338506"/>
                    <a:gd name="csX5" fmla="*/ 379635 w 592447"/>
                    <a:gd name="csY5" fmla="*/ 97625 h 338506"/>
                    <a:gd name="csX6" fmla="*/ 379635 w 592447"/>
                    <a:gd name="csY6" fmla="*/ 98959 h 338506"/>
                    <a:gd name="csX7" fmla="*/ 396113 w 592447"/>
                    <a:gd name="csY7" fmla="*/ 108484 h 338506"/>
                    <a:gd name="csX8" fmla="*/ 398399 w 592447"/>
                    <a:gd name="csY8" fmla="*/ 108579 h 338506"/>
                    <a:gd name="csX9" fmla="*/ 369824 w 592447"/>
                    <a:gd name="csY9" fmla="*/ 75813 h 338506"/>
                    <a:gd name="csX10" fmla="*/ 355632 w 592447"/>
                    <a:gd name="csY10" fmla="*/ 84100 h 338506"/>
                    <a:gd name="csX11" fmla="*/ 355632 w 592447"/>
                    <a:gd name="csY11" fmla="*/ 85338 h 338506"/>
                    <a:gd name="csX12" fmla="*/ 372110 w 592447"/>
                    <a:gd name="csY12" fmla="*/ 94863 h 338506"/>
                    <a:gd name="csX13" fmla="*/ 374396 w 592447"/>
                    <a:gd name="csY13" fmla="*/ 94863 h 338506"/>
                    <a:gd name="csX14" fmla="*/ 388588 w 592447"/>
                    <a:gd name="csY14" fmla="*/ 86576 h 338506"/>
                    <a:gd name="csX15" fmla="*/ 388588 w 592447"/>
                    <a:gd name="csY15" fmla="*/ 85338 h 338506"/>
                    <a:gd name="csX16" fmla="*/ 372015 w 592447"/>
                    <a:gd name="csY16" fmla="*/ 75813 h 338506"/>
                    <a:gd name="csX17" fmla="*/ 370205 w 592447"/>
                    <a:gd name="csY17" fmla="*/ 75718 h 338506"/>
                    <a:gd name="csX18" fmla="*/ 323818 w 592447"/>
                    <a:gd name="csY18" fmla="*/ 102388 h 338506"/>
                    <a:gd name="csX19" fmla="*/ 299625 w 592447"/>
                    <a:gd name="csY19" fmla="*/ 116389 h 338506"/>
                    <a:gd name="csX20" fmla="*/ 299625 w 592447"/>
                    <a:gd name="csY20" fmla="*/ 117723 h 338506"/>
                    <a:gd name="csX21" fmla="*/ 316103 w 592447"/>
                    <a:gd name="csY21" fmla="*/ 127248 h 338506"/>
                    <a:gd name="csX22" fmla="*/ 318389 w 592447"/>
                    <a:gd name="csY22" fmla="*/ 127248 h 338506"/>
                    <a:gd name="csX23" fmla="*/ 342583 w 592447"/>
                    <a:gd name="csY23" fmla="*/ 113341 h 338506"/>
                    <a:gd name="csX24" fmla="*/ 342583 w 592447"/>
                    <a:gd name="csY24" fmla="*/ 112008 h 338506"/>
                    <a:gd name="csX25" fmla="*/ 326009 w 592447"/>
                    <a:gd name="csY25" fmla="*/ 102483 h 338506"/>
                    <a:gd name="csX26" fmla="*/ 324199 w 592447"/>
                    <a:gd name="csY26" fmla="*/ 102388 h 338506"/>
                    <a:gd name="csX27" fmla="*/ 349059 w 592447"/>
                    <a:gd name="csY27" fmla="*/ 87814 h 338506"/>
                    <a:gd name="csX28" fmla="*/ 334772 w 592447"/>
                    <a:gd name="csY28" fmla="*/ 96101 h 338506"/>
                    <a:gd name="csX29" fmla="*/ 334772 w 592447"/>
                    <a:gd name="csY29" fmla="*/ 97435 h 338506"/>
                    <a:gd name="csX30" fmla="*/ 351250 w 592447"/>
                    <a:gd name="csY30" fmla="*/ 106960 h 338506"/>
                    <a:gd name="csX31" fmla="*/ 353536 w 592447"/>
                    <a:gd name="csY31" fmla="*/ 106960 h 338506"/>
                    <a:gd name="csX32" fmla="*/ 367824 w 592447"/>
                    <a:gd name="csY32" fmla="*/ 98768 h 338506"/>
                    <a:gd name="csX33" fmla="*/ 367824 w 592447"/>
                    <a:gd name="csY33" fmla="*/ 97435 h 338506"/>
                    <a:gd name="csX34" fmla="*/ 351250 w 592447"/>
                    <a:gd name="csY34" fmla="*/ 87910 h 338506"/>
                    <a:gd name="csX35" fmla="*/ 349441 w 592447"/>
                    <a:gd name="csY35" fmla="*/ 87814 h 338506"/>
                    <a:gd name="csX36" fmla="*/ 293052 w 592447"/>
                    <a:gd name="csY36" fmla="*/ 120199 h 338506"/>
                    <a:gd name="csX37" fmla="*/ 278765 w 592447"/>
                    <a:gd name="csY37" fmla="*/ 128391 h 338506"/>
                    <a:gd name="csX38" fmla="*/ 278765 w 592447"/>
                    <a:gd name="csY38" fmla="*/ 129724 h 338506"/>
                    <a:gd name="csX39" fmla="*/ 295243 w 592447"/>
                    <a:gd name="csY39" fmla="*/ 139250 h 338506"/>
                    <a:gd name="csX40" fmla="*/ 297529 w 592447"/>
                    <a:gd name="csY40" fmla="*/ 139250 h 338506"/>
                    <a:gd name="csX41" fmla="*/ 311817 w 592447"/>
                    <a:gd name="csY41" fmla="*/ 130963 h 338506"/>
                    <a:gd name="csX42" fmla="*/ 311817 w 592447"/>
                    <a:gd name="csY42" fmla="*/ 129629 h 338506"/>
                    <a:gd name="csX43" fmla="*/ 295339 w 592447"/>
                    <a:gd name="csY43" fmla="*/ 120104 h 338506"/>
                    <a:gd name="csX44" fmla="*/ 293433 w 592447"/>
                    <a:gd name="csY44" fmla="*/ 120199 h 338506"/>
                    <a:gd name="csX45" fmla="*/ 272193 w 592447"/>
                    <a:gd name="csY45" fmla="*/ 132201 h 338506"/>
                    <a:gd name="csX46" fmla="*/ 257905 w 592447"/>
                    <a:gd name="csY46" fmla="*/ 140488 h 338506"/>
                    <a:gd name="csX47" fmla="*/ 257905 w 592447"/>
                    <a:gd name="csY47" fmla="*/ 141726 h 338506"/>
                    <a:gd name="csX48" fmla="*/ 274383 w 592447"/>
                    <a:gd name="csY48" fmla="*/ 151251 h 338506"/>
                    <a:gd name="csX49" fmla="*/ 276669 w 592447"/>
                    <a:gd name="csY49" fmla="*/ 151251 h 338506"/>
                    <a:gd name="csX50" fmla="*/ 290957 w 592447"/>
                    <a:gd name="csY50" fmla="*/ 142964 h 338506"/>
                    <a:gd name="csX51" fmla="*/ 290957 w 592447"/>
                    <a:gd name="csY51" fmla="*/ 141726 h 338506"/>
                    <a:gd name="csX52" fmla="*/ 274479 w 592447"/>
                    <a:gd name="csY52" fmla="*/ 132201 h 338506"/>
                    <a:gd name="csX53" fmla="*/ 272574 w 592447"/>
                    <a:gd name="csY53" fmla="*/ 132201 h 338506"/>
                    <a:gd name="csX54" fmla="*/ 337534 w 592447"/>
                    <a:gd name="csY54" fmla="*/ 170968 h 338506"/>
                    <a:gd name="csX55" fmla="*/ 351822 w 592447"/>
                    <a:gd name="csY55" fmla="*/ 162681 h 338506"/>
                    <a:gd name="csX56" fmla="*/ 351822 w 592447"/>
                    <a:gd name="csY56" fmla="*/ 161443 h 338506"/>
                    <a:gd name="csX57" fmla="*/ 335343 w 592447"/>
                    <a:gd name="csY57" fmla="*/ 151918 h 338506"/>
                    <a:gd name="csX58" fmla="*/ 333058 w 592447"/>
                    <a:gd name="csY58" fmla="*/ 151918 h 338506"/>
                    <a:gd name="csX59" fmla="*/ 318770 w 592447"/>
                    <a:gd name="csY59" fmla="*/ 160204 h 338506"/>
                    <a:gd name="csX60" fmla="*/ 318770 w 592447"/>
                    <a:gd name="csY60" fmla="*/ 161443 h 338506"/>
                    <a:gd name="csX61" fmla="*/ 335248 w 592447"/>
                    <a:gd name="csY61" fmla="*/ 170968 h 338506"/>
                    <a:gd name="csX62" fmla="*/ 337534 w 592447"/>
                    <a:gd name="csY62" fmla="*/ 170968 h 338506"/>
                    <a:gd name="csX63" fmla="*/ 316675 w 592447"/>
                    <a:gd name="csY63" fmla="*/ 182969 h 338506"/>
                    <a:gd name="csX64" fmla="*/ 330962 w 592447"/>
                    <a:gd name="csY64" fmla="*/ 174778 h 338506"/>
                    <a:gd name="csX65" fmla="*/ 330962 w 592447"/>
                    <a:gd name="csY65" fmla="*/ 173444 h 338506"/>
                    <a:gd name="csX66" fmla="*/ 314484 w 592447"/>
                    <a:gd name="csY66" fmla="*/ 163919 h 338506"/>
                    <a:gd name="csX67" fmla="*/ 312198 w 592447"/>
                    <a:gd name="csY67" fmla="*/ 163919 h 338506"/>
                    <a:gd name="csX68" fmla="*/ 297910 w 592447"/>
                    <a:gd name="csY68" fmla="*/ 172206 h 338506"/>
                    <a:gd name="csX69" fmla="*/ 297910 w 592447"/>
                    <a:gd name="csY69" fmla="*/ 173539 h 338506"/>
                    <a:gd name="csX70" fmla="*/ 314389 w 592447"/>
                    <a:gd name="csY70" fmla="*/ 183064 h 338506"/>
                    <a:gd name="csX71" fmla="*/ 316579 w 592447"/>
                    <a:gd name="csY71" fmla="*/ 182969 h 338506"/>
                    <a:gd name="csX72" fmla="*/ 295815 w 592447"/>
                    <a:gd name="csY72" fmla="*/ 195066 h 338506"/>
                    <a:gd name="csX73" fmla="*/ 310102 w 592447"/>
                    <a:gd name="csY73" fmla="*/ 186779 h 338506"/>
                    <a:gd name="csX74" fmla="*/ 310102 w 592447"/>
                    <a:gd name="csY74" fmla="*/ 185446 h 338506"/>
                    <a:gd name="csX75" fmla="*/ 293624 w 592447"/>
                    <a:gd name="csY75" fmla="*/ 175921 h 338506"/>
                    <a:gd name="csX76" fmla="*/ 291338 w 592447"/>
                    <a:gd name="csY76" fmla="*/ 175921 h 338506"/>
                    <a:gd name="csX77" fmla="*/ 277050 w 592447"/>
                    <a:gd name="csY77" fmla="*/ 184112 h 338506"/>
                    <a:gd name="csX78" fmla="*/ 277050 w 592447"/>
                    <a:gd name="csY78" fmla="*/ 185446 h 338506"/>
                    <a:gd name="csX79" fmla="*/ 293624 w 592447"/>
                    <a:gd name="csY79" fmla="*/ 194971 h 338506"/>
                    <a:gd name="csX80" fmla="*/ 295720 w 592447"/>
                    <a:gd name="csY80" fmla="*/ 195066 h 338506"/>
                    <a:gd name="csX81" fmla="*/ 274955 w 592447"/>
                    <a:gd name="csY81" fmla="*/ 207067 h 338506"/>
                    <a:gd name="csX82" fmla="*/ 289242 w 592447"/>
                    <a:gd name="csY82" fmla="*/ 198876 h 338506"/>
                    <a:gd name="csX83" fmla="*/ 289242 w 592447"/>
                    <a:gd name="csY83" fmla="*/ 197542 h 338506"/>
                    <a:gd name="csX84" fmla="*/ 272764 w 592447"/>
                    <a:gd name="csY84" fmla="*/ 188017 h 338506"/>
                    <a:gd name="csX85" fmla="*/ 270478 w 592447"/>
                    <a:gd name="csY85" fmla="*/ 188017 h 338506"/>
                    <a:gd name="csX86" fmla="*/ 256286 w 592447"/>
                    <a:gd name="csY86" fmla="*/ 196304 h 338506"/>
                    <a:gd name="csX87" fmla="*/ 256286 w 592447"/>
                    <a:gd name="csY87" fmla="*/ 197638 h 338506"/>
                    <a:gd name="csX88" fmla="*/ 272859 w 592447"/>
                    <a:gd name="csY88" fmla="*/ 207163 h 338506"/>
                    <a:gd name="csX89" fmla="*/ 274860 w 592447"/>
                    <a:gd name="csY89" fmla="*/ 207067 h 338506"/>
                    <a:gd name="csX90" fmla="*/ 377634 w 592447"/>
                    <a:gd name="csY90" fmla="*/ 120580 h 338506"/>
                    <a:gd name="csX91" fmla="*/ 391922 w 592447"/>
                    <a:gd name="csY91" fmla="*/ 112389 h 338506"/>
                    <a:gd name="csX92" fmla="*/ 391922 w 592447"/>
                    <a:gd name="csY92" fmla="*/ 111055 h 338506"/>
                    <a:gd name="csX93" fmla="*/ 375444 w 592447"/>
                    <a:gd name="csY93" fmla="*/ 101530 h 338506"/>
                    <a:gd name="csX94" fmla="*/ 373158 w 592447"/>
                    <a:gd name="csY94" fmla="*/ 101530 h 338506"/>
                    <a:gd name="csX95" fmla="*/ 358870 w 592447"/>
                    <a:gd name="csY95" fmla="*/ 109817 h 338506"/>
                    <a:gd name="csX96" fmla="*/ 358870 w 592447"/>
                    <a:gd name="csY96" fmla="*/ 111151 h 338506"/>
                    <a:gd name="csX97" fmla="*/ 375349 w 592447"/>
                    <a:gd name="csY97" fmla="*/ 120676 h 338506"/>
                    <a:gd name="csX98" fmla="*/ 377539 w 592447"/>
                    <a:gd name="csY98" fmla="*/ 120580 h 338506"/>
                    <a:gd name="csX99" fmla="*/ 358584 w 592447"/>
                    <a:gd name="csY99" fmla="*/ 158680 h 338506"/>
                    <a:gd name="csX100" fmla="*/ 390398 w 592447"/>
                    <a:gd name="csY100" fmla="*/ 140297 h 338506"/>
                    <a:gd name="csX101" fmla="*/ 390398 w 592447"/>
                    <a:gd name="csY101" fmla="*/ 139059 h 338506"/>
                    <a:gd name="csX102" fmla="*/ 350298 w 592447"/>
                    <a:gd name="csY102" fmla="*/ 115913 h 338506"/>
                    <a:gd name="csX103" fmla="*/ 348012 w 592447"/>
                    <a:gd name="csY103" fmla="*/ 115913 h 338506"/>
                    <a:gd name="csX104" fmla="*/ 331533 w 592447"/>
                    <a:gd name="csY104" fmla="*/ 125438 h 338506"/>
                    <a:gd name="csX105" fmla="*/ 331533 w 592447"/>
                    <a:gd name="csY105" fmla="*/ 126771 h 338506"/>
                    <a:gd name="csX106" fmla="*/ 352774 w 592447"/>
                    <a:gd name="csY106" fmla="*/ 138964 h 338506"/>
                    <a:gd name="csX107" fmla="*/ 352774 w 592447"/>
                    <a:gd name="csY107" fmla="*/ 140297 h 338506"/>
                    <a:gd name="csX108" fmla="*/ 339534 w 592447"/>
                    <a:gd name="csY108" fmla="*/ 147917 h 338506"/>
                    <a:gd name="csX109" fmla="*/ 339534 w 592447"/>
                    <a:gd name="csY109" fmla="*/ 149251 h 338506"/>
                    <a:gd name="csX110" fmla="*/ 356013 w 592447"/>
                    <a:gd name="csY110" fmla="*/ 158776 h 338506"/>
                    <a:gd name="csX111" fmla="*/ 358299 w 592447"/>
                    <a:gd name="csY111" fmla="*/ 158871 h 338506"/>
                    <a:gd name="csX112" fmla="*/ 251809 w 592447"/>
                    <a:gd name="csY112" fmla="*/ 144298 h 338506"/>
                    <a:gd name="csX113" fmla="*/ 237522 w 592447"/>
                    <a:gd name="csY113" fmla="*/ 152489 h 338506"/>
                    <a:gd name="csX114" fmla="*/ 237522 w 592447"/>
                    <a:gd name="csY114" fmla="*/ 153823 h 338506"/>
                    <a:gd name="csX115" fmla="*/ 254000 w 592447"/>
                    <a:gd name="csY115" fmla="*/ 163348 h 338506"/>
                    <a:gd name="csX116" fmla="*/ 256286 w 592447"/>
                    <a:gd name="csY116" fmla="*/ 163348 h 338506"/>
                    <a:gd name="csX117" fmla="*/ 270574 w 592447"/>
                    <a:gd name="csY117" fmla="*/ 155156 h 338506"/>
                    <a:gd name="csX118" fmla="*/ 270574 w 592447"/>
                    <a:gd name="csY118" fmla="*/ 153823 h 338506"/>
                    <a:gd name="csX119" fmla="*/ 254095 w 592447"/>
                    <a:gd name="csY119" fmla="*/ 144298 h 338506"/>
                    <a:gd name="csX120" fmla="*/ 251809 w 592447"/>
                    <a:gd name="csY120" fmla="*/ 144298 h 338506"/>
                    <a:gd name="csX121" fmla="*/ 230950 w 592447"/>
                    <a:gd name="csY121" fmla="*/ 156299 h 338506"/>
                    <a:gd name="csX122" fmla="*/ 216662 w 592447"/>
                    <a:gd name="csY122" fmla="*/ 164491 h 338506"/>
                    <a:gd name="csX123" fmla="*/ 216662 w 592447"/>
                    <a:gd name="csY123" fmla="*/ 165824 h 338506"/>
                    <a:gd name="csX124" fmla="*/ 233140 w 592447"/>
                    <a:gd name="csY124" fmla="*/ 175349 h 338506"/>
                    <a:gd name="csX125" fmla="*/ 235426 w 592447"/>
                    <a:gd name="csY125" fmla="*/ 175349 h 338506"/>
                    <a:gd name="csX126" fmla="*/ 249714 w 592447"/>
                    <a:gd name="csY126" fmla="*/ 167062 h 338506"/>
                    <a:gd name="csX127" fmla="*/ 249714 w 592447"/>
                    <a:gd name="csY127" fmla="*/ 165729 h 338506"/>
                    <a:gd name="csX128" fmla="*/ 233235 w 592447"/>
                    <a:gd name="csY128" fmla="*/ 156204 h 338506"/>
                    <a:gd name="csX129" fmla="*/ 230854 w 592447"/>
                    <a:gd name="csY129" fmla="*/ 156299 h 338506"/>
                    <a:gd name="csX130" fmla="*/ 126746 w 592447"/>
                    <a:gd name="csY130" fmla="*/ 291268 h 338506"/>
                    <a:gd name="csX131" fmla="*/ 129032 w 592447"/>
                    <a:gd name="csY131" fmla="*/ 291268 h 338506"/>
                    <a:gd name="csX132" fmla="*/ 143319 w 592447"/>
                    <a:gd name="csY132" fmla="*/ 282982 h 338506"/>
                    <a:gd name="csX133" fmla="*/ 143319 w 592447"/>
                    <a:gd name="csY133" fmla="*/ 281743 h 338506"/>
                    <a:gd name="csX134" fmla="*/ 126841 w 592447"/>
                    <a:gd name="csY134" fmla="*/ 272218 h 338506"/>
                    <a:gd name="csX135" fmla="*/ 124555 w 592447"/>
                    <a:gd name="csY135" fmla="*/ 272218 h 338506"/>
                    <a:gd name="csX136" fmla="*/ 110268 w 592447"/>
                    <a:gd name="csY136" fmla="*/ 280505 h 338506"/>
                    <a:gd name="csX137" fmla="*/ 110268 w 592447"/>
                    <a:gd name="csY137" fmla="*/ 281743 h 338506"/>
                    <a:gd name="csX138" fmla="*/ 64167 w 592447"/>
                    <a:gd name="csY138" fmla="*/ 252597 h 338506"/>
                    <a:gd name="csX139" fmla="*/ 49879 w 592447"/>
                    <a:gd name="csY139" fmla="*/ 260884 h 338506"/>
                    <a:gd name="csX140" fmla="*/ 49879 w 592447"/>
                    <a:gd name="csY140" fmla="*/ 262122 h 338506"/>
                    <a:gd name="csX141" fmla="*/ 66358 w 592447"/>
                    <a:gd name="csY141" fmla="*/ 271647 h 338506"/>
                    <a:gd name="csX142" fmla="*/ 68643 w 592447"/>
                    <a:gd name="csY142" fmla="*/ 271647 h 338506"/>
                    <a:gd name="csX143" fmla="*/ 82931 w 592447"/>
                    <a:gd name="csY143" fmla="*/ 263360 h 338506"/>
                    <a:gd name="csX144" fmla="*/ 82931 w 592447"/>
                    <a:gd name="csY144" fmla="*/ 262122 h 338506"/>
                    <a:gd name="csX145" fmla="*/ 66358 w 592447"/>
                    <a:gd name="csY145" fmla="*/ 252597 h 338506"/>
                    <a:gd name="csX146" fmla="*/ 64072 w 592447"/>
                    <a:gd name="csY146" fmla="*/ 252597 h 338506"/>
                    <a:gd name="csX147" fmla="*/ 97695 w 592447"/>
                    <a:gd name="csY147" fmla="*/ 281172 h 338506"/>
                    <a:gd name="csX148" fmla="*/ 99981 w 592447"/>
                    <a:gd name="csY148" fmla="*/ 281172 h 338506"/>
                    <a:gd name="csX149" fmla="*/ 114268 w 592447"/>
                    <a:gd name="csY149" fmla="*/ 272980 h 338506"/>
                    <a:gd name="csX150" fmla="*/ 114268 w 592447"/>
                    <a:gd name="csY150" fmla="*/ 271647 h 338506"/>
                    <a:gd name="csX151" fmla="*/ 97790 w 592447"/>
                    <a:gd name="csY151" fmla="*/ 262122 h 338506"/>
                    <a:gd name="csX152" fmla="*/ 95504 w 592447"/>
                    <a:gd name="csY152" fmla="*/ 262122 h 338506"/>
                    <a:gd name="csX153" fmla="*/ 81216 w 592447"/>
                    <a:gd name="csY153" fmla="*/ 270409 h 338506"/>
                    <a:gd name="csX154" fmla="*/ 81216 w 592447"/>
                    <a:gd name="csY154" fmla="*/ 271742 h 338506"/>
                    <a:gd name="csX155" fmla="*/ 163608 w 592447"/>
                    <a:gd name="csY155" fmla="*/ 298888 h 338506"/>
                    <a:gd name="csX156" fmla="*/ 177800 w 592447"/>
                    <a:gd name="csY156" fmla="*/ 290697 h 338506"/>
                    <a:gd name="csX157" fmla="*/ 177800 w 592447"/>
                    <a:gd name="csY157" fmla="*/ 289363 h 338506"/>
                    <a:gd name="csX158" fmla="*/ 161226 w 592447"/>
                    <a:gd name="csY158" fmla="*/ 279838 h 338506"/>
                    <a:gd name="csX159" fmla="*/ 158941 w 592447"/>
                    <a:gd name="csY159" fmla="*/ 279838 h 338506"/>
                    <a:gd name="csX160" fmla="*/ 144748 w 592447"/>
                    <a:gd name="csY160" fmla="*/ 288125 h 338506"/>
                    <a:gd name="csX161" fmla="*/ 144748 w 592447"/>
                    <a:gd name="csY161" fmla="*/ 289459 h 338506"/>
                    <a:gd name="csX162" fmla="*/ 161322 w 592447"/>
                    <a:gd name="csY162" fmla="*/ 298984 h 338506"/>
                    <a:gd name="csX163" fmla="*/ 163513 w 592447"/>
                    <a:gd name="csY163" fmla="*/ 298603 h 338506"/>
                    <a:gd name="csX164" fmla="*/ 140462 w 592447"/>
                    <a:gd name="csY164" fmla="*/ 310890 h 338506"/>
                    <a:gd name="csX165" fmla="*/ 142748 w 592447"/>
                    <a:gd name="csY165" fmla="*/ 310890 h 338506"/>
                    <a:gd name="csX166" fmla="*/ 156940 w 592447"/>
                    <a:gd name="csY166" fmla="*/ 302603 h 338506"/>
                    <a:gd name="csX167" fmla="*/ 156940 w 592447"/>
                    <a:gd name="csY167" fmla="*/ 301270 h 338506"/>
                    <a:gd name="csX168" fmla="*/ 140367 w 592447"/>
                    <a:gd name="csY168" fmla="*/ 291745 h 338506"/>
                    <a:gd name="csX169" fmla="*/ 138081 w 592447"/>
                    <a:gd name="csY169" fmla="*/ 291745 h 338506"/>
                    <a:gd name="csX170" fmla="*/ 123889 w 592447"/>
                    <a:gd name="csY170" fmla="*/ 299936 h 338506"/>
                    <a:gd name="csX171" fmla="*/ 123889 w 592447"/>
                    <a:gd name="csY171" fmla="*/ 301270 h 338506"/>
                    <a:gd name="csX172" fmla="*/ 85026 w 592447"/>
                    <a:gd name="csY172" fmla="*/ 240881 h 338506"/>
                    <a:gd name="csX173" fmla="*/ 70739 w 592447"/>
                    <a:gd name="csY173" fmla="*/ 249073 h 338506"/>
                    <a:gd name="csX174" fmla="*/ 70739 w 592447"/>
                    <a:gd name="csY174" fmla="*/ 250406 h 338506"/>
                    <a:gd name="csX175" fmla="*/ 87217 w 592447"/>
                    <a:gd name="csY175" fmla="*/ 259931 h 338506"/>
                    <a:gd name="csX176" fmla="*/ 89503 w 592447"/>
                    <a:gd name="csY176" fmla="*/ 259931 h 338506"/>
                    <a:gd name="csX177" fmla="*/ 103696 w 592447"/>
                    <a:gd name="csY177" fmla="*/ 251644 h 338506"/>
                    <a:gd name="csX178" fmla="*/ 103696 w 592447"/>
                    <a:gd name="csY178" fmla="*/ 250311 h 338506"/>
                    <a:gd name="csX179" fmla="*/ 87122 w 592447"/>
                    <a:gd name="csY179" fmla="*/ 240786 h 338506"/>
                    <a:gd name="csX180" fmla="*/ 84931 w 592447"/>
                    <a:gd name="csY180" fmla="*/ 240595 h 338506"/>
                    <a:gd name="csX181" fmla="*/ 189135 w 592447"/>
                    <a:gd name="csY181" fmla="*/ 180493 h 338506"/>
                    <a:gd name="csX182" fmla="*/ 174847 w 592447"/>
                    <a:gd name="csY182" fmla="*/ 188684 h 338506"/>
                    <a:gd name="csX183" fmla="*/ 174847 w 592447"/>
                    <a:gd name="csY183" fmla="*/ 190018 h 338506"/>
                    <a:gd name="csX184" fmla="*/ 191325 w 592447"/>
                    <a:gd name="csY184" fmla="*/ 199543 h 338506"/>
                    <a:gd name="csX185" fmla="*/ 193611 w 592447"/>
                    <a:gd name="csY185" fmla="*/ 199543 h 338506"/>
                    <a:gd name="csX186" fmla="*/ 207899 w 592447"/>
                    <a:gd name="csY186" fmla="*/ 191256 h 338506"/>
                    <a:gd name="csX187" fmla="*/ 207899 w 592447"/>
                    <a:gd name="csY187" fmla="*/ 189922 h 338506"/>
                    <a:gd name="csX188" fmla="*/ 191421 w 592447"/>
                    <a:gd name="csY188" fmla="*/ 180397 h 338506"/>
                    <a:gd name="csX189" fmla="*/ 189135 w 592447"/>
                    <a:gd name="csY189" fmla="*/ 180493 h 338506"/>
                    <a:gd name="csX190" fmla="*/ 105696 w 592447"/>
                    <a:gd name="csY190" fmla="*/ 228118 h 338506"/>
                    <a:gd name="csX191" fmla="*/ 91504 w 592447"/>
                    <a:gd name="csY191" fmla="*/ 236404 h 338506"/>
                    <a:gd name="csX192" fmla="*/ 91504 w 592447"/>
                    <a:gd name="csY192" fmla="*/ 237738 h 338506"/>
                    <a:gd name="csX193" fmla="*/ 108077 w 592447"/>
                    <a:gd name="csY193" fmla="*/ 247263 h 338506"/>
                    <a:gd name="csX194" fmla="*/ 110363 w 592447"/>
                    <a:gd name="csY194" fmla="*/ 247263 h 338506"/>
                    <a:gd name="csX195" fmla="*/ 124555 w 592447"/>
                    <a:gd name="csY195" fmla="*/ 239071 h 338506"/>
                    <a:gd name="csX196" fmla="*/ 124555 w 592447"/>
                    <a:gd name="csY196" fmla="*/ 237738 h 338506"/>
                    <a:gd name="csX197" fmla="*/ 107982 w 592447"/>
                    <a:gd name="csY197" fmla="*/ 228213 h 338506"/>
                    <a:gd name="csX198" fmla="*/ 105696 w 592447"/>
                    <a:gd name="csY198" fmla="*/ 228118 h 338506"/>
                    <a:gd name="csX199" fmla="*/ 209994 w 592447"/>
                    <a:gd name="csY199" fmla="*/ 167920 h 338506"/>
                    <a:gd name="csX200" fmla="*/ 195707 w 592447"/>
                    <a:gd name="csY200" fmla="*/ 176206 h 338506"/>
                    <a:gd name="csX201" fmla="*/ 195707 w 592447"/>
                    <a:gd name="csY201" fmla="*/ 177540 h 338506"/>
                    <a:gd name="csX202" fmla="*/ 212185 w 592447"/>
                    <a:gd name="csY202" fmla="*/ 187065 h 338506"/>
                    <a:gd name="csX203" fmla="*/ 214471 w 592447"/>
                    <a:gd name="csY203" fmla="*/ 187065 h 338506"/>
                    <a:gd name="csX204" fmla="*/ 228759 w 592447"/>
                    <a:gd name="csY204" fmla="*/ 178873 h 338506"/>
                    <a:gd name="csX205" fmla="*/ 228759 w 592447"/>
                    <a:gd name="csY205" fmla="*/ 177540 h 338506"/>
                    <a:gd name="csX206" fmla="*/ 212281 w 592447"/>
                    <a:gd name="csY206" fmla="*/ 168015 h 338506"/>
                    <a:gd name="csX207" fmla="*/ 209995 w 592447"/>
                    <a:gd name="csY207" fmla="*/ 168301 h 338506"/>
                    <a:gd name="csX208" fmla="*/ 168275 w 592447"/>
                    <a:gd name="csY208" fmla="*/ 192018 h 338506"/>
                    <a:gd name="csX209" fmla="*/ 153988 w 592447"/>
                    <a:gd name="csY209" fmla="*/ 200304 h 338506"/>
                    <a:gd name="csX210" fmla="*/ 153988 w 592447"/>
                    <a:gd name="csY210" fmla="*/ 201543 h 338506"/>
                    <a:gd name="csX211" fmla="*/ 170561 w 592447"/>
                    <a:gd name="csY211" fmla="*/ 211068 h 338506"/>
                    <a:gd name="csX212" fmla="*/ 172752 w 592447"/>
                    <a:gd name="csY212" fmla="*/ 211068 h 338506"/>
                    <a:gd name="csX213" fmla="*/ 187039 w 592447"/>
                    <a:gd name="csY213" fmla="*/ 202781 h 338506"/>
                    <a:gd name="csX214" fmla="*/ 187039 w 592447"/>
                    <a:gd name="csY214" fmla="*/ 201543 h 338506"/>
                    <a:gd name="csX215" fmla="*/ 170561 w 592447"/>
                    <a:gd name="csY215" fmla="*/ 192018 h 338506"/>
                    <a:gd name="csX216" fmla="*/ 168275 w 592447"/>
                    <a:gd name="csY216" fmla="*/ 192399 h 338506"/>
                    <a:gd name="csX217" fmla="*/ 147034 w 592447"/>
                    <a:gd name="csY217" fmla="*/ 204496 h 338506"/>
                    <a:gd name="csX218" fmla="*/ 132842 w 592447"/>
                    <a:gd name="csY218" fmla="*/ 212687 h 338506"/>
                    <a:gd name="csX219" fmla="*/ 132842 w 592447"/>
                    <a:gd name="csY219" fmla="*/ 214021 h 338506"/>
                    <a:gd name="csX220" fmla="*/ 149416 w 592447"/>
                    <a:gd name="csY220" fmla="*/ 223546 h 338506"/>
                    <a:gd name="csX221" fmla="*/ 151606 w 592447"/>
                    <a:gd name="csY221" fmla="*/ 223546 h 338506"/>
                    <a:gd name="csX222" fmla="*/ 165894 w 592447"/>
                    <a:gd name="csY222" fmla="*/ 215354 h 338506"/>
                    <a:gd name="csX223" fmla="*/ 165894 w 592447"/>
                    <a:gd name="csY223" fmla="*/ 214021 h 338506"/>
                    <a:gd name="csX224" fmla="*/ 149416 w 592447"/>
                    <a:gd name="csY224" fmla="*/ 204496 h 338506"/>
                    <a:gd name="csX225" fmla="*/ 147034 w 592447"/>
                    <a:gd name="csY225" fmla="*/ 204496 h 338506"/>
                    <a:gd name="csX226" fmla="*/ 126175 w 592447"/>
                    <a:gd name="csY226" fmla="*/ 216497 h 338506"/>
                    <a:gd name="csX227" fmla="*/ 111982 w 592447"/>
                    <a:gd name="csY227" fmla="*/ 224689 h 338506"/>
                    <a:gd name="csX228" fmla="*/ 111982 w 592447"/>
                    <a:gd name="csY228" fmla="*/ 226022 h 338506"/>
                    <a:gd name="csX229" fmla="*/ 128556 w 592447"/>
                    <a:gd name="csY229" fmla="*/ 235547 h 338506"/>
                    <a:gd name="csX230" fmla="*/ 130842 w 592447"/>
                    <a:gd name="csY230" fmla="*/ 235547 h 338506"/>
                    <a:gd name="csX231" fmla="*/ 145034 w 592447"/>
                    <a:gd name="csY231" fmla="*/ 227260 h 338506"/>
                    <a:gd name="csX232" fmla="*/ 145034 w 592447"/>
                    <a:gd name="csY232" fmla="*/ 225927 h 338506"/>
                    <a:gd name="csX233" fmla="*/ 128556 w 592447"/>
                    <a:gd name="csY233" fmla="*/ 216402 h 338506"/>
                    <a:gd name="csX234" fmla="*/ 126556 w 592447"/>
                    <a:gd name="csY234" fmla="*/ 216497 h 338506"/>
                    <a:gd name="csX235" fmla="*/ 232855 w 592447"/>
                    <a:gd name="csY235" fmla="*/ 231166 h 338506"/>
                    <a:gd name="csX236" fmla="*/ 247047 w 592447"/>
                    <a:gd name="csY236" fmla="*/ 222879 h 338506"/>
                    <a:gd name="csX237" fmla="*/ 247047 w 592447"/>
                    <a:gd name="csY237" fmla="*/ 221641 h 338506"/>
                    <a:gd name="csX238" fmla="*/ 230473 w 592447"/>
                    <a:gd name="csY238" fmla="*/ 212116 h 338506"/>
                    <a:gd name="csX239" fmla="*/ 228187 w 592447"/>
                    <a:gd name="csY239" fmla="*/ 212116 h 338506"/>
                    <a:gd name="csX240" fmla="*/ 213995 w 592447"/>
                    <a:gd name="csY240" fmla="*/ 220402 h 338506"/>
                    <a:gd name="csX241" fmla="*/ 213995 w 592447"/>
                    <a:gd name="csY241" fmla="*/ 221641 h 338506"/>
                    <a:gd name="csX242" fmla="*/ 230473 w 592447"/>
                    <a:gd name="csY242" fmla="*/ 231166 h 338506"/>
                    <a:gd name="csX243" fmla="*/ 233236 w 592447"/>
                    <a:gd name="csY243" fmla="*/ 231166 h 338506"/>
                    <a:gd name="csX244" fmla="*/ 415925 w 592447"/>
                    <a:gd name="csY244" fmla="*/ 49238 h 338506"/>
                    <a:gd name="csX245" fmla="*/ 401733 w 592447"/>
                    <a:gd name="csY245" fmla="*/ 57429 h 338506"/>
                    <a:gd name="csX246" fmla="*/ 401733 w 592447"/>
                    <a:gd name="csY246" fmla="*/ 58763 h 338506"/>
                    <a:gd name="csX247" fmla="*/ 418211 w 592447"/>
                    <a:gd name="csY247" fmla="*/ 68288 h 338506"/>
                    <a:gd name="csX248" fmla="*/ 420497 w 592447"/>
                    <a:gd name="csY248" fmla="*/ 68288 h 338506"/>
                    <a:gd name="csX249" fmla="*/ 434689 w 592447"/>
                    <a:gd name="csY249" fmla="*/ 60096 h 338506"/>
                    <a:gd name="csX250" fmla="*/ 434689 w 592447"/>
                    <a:gd name="csY250" fmla="*/ 58763 h 338506"/>
                    <a:gd name="csX251" fmla="*/ 418116 w 592447"/>
                    <a:gd name="csY251" fmla="*/ 49238 h 338506"/>
                    <a:gd name="csX252" fmla="*/ 416306 w 592447"/>
                    <a:gd name="csY252" fmla="*/ 49238 h 338506"/>
                    <a:gd name="csX253" fmla="*/ 390684 w 592447"/>
                    <a:gd name="csY253" fmla="*/ 63811 h 338506"/>
                    <a:gd name="csX254" fmla="*/ 376492 w 592447"/>
                    <a:gd name="csY254" fmla="*/ 72003 h 338506"/>
                    <a:gd name="csX255" fmla="*/ 376492 w 592447"/>
                    <a:gd name="csY255" fmla="*/ 73336 h 338506"/>
                    <a:gd name="csX256" fmla="*/ 392970 w 592447"/>
                    <a:gd name="csY256" fmla="*/ 82861 h 338506"/>
                    <a:gd name="csX257" fmla="*/ 395256 w 592447"/>
                    <a:gd name="csY257" fmla="*/ 82861 h 338506"/>
                    <a:gd name="csX258" fmla="*/ 409448 w 592447"/>
                    <a:gd name="csY258" fmla="*/ 74670 h 338506"/>
                    <a:gd name="csX259" fmla="*/ 409448 w 592447"/>
                    <a:gd name="csY259" fmla="*/ 73336 h 338506"/>
                    <a:gd name="csX260" fmla="*/ 392875 w 592447"/>
                    <a:gd name="csY260" fmla="*/ 63811 h 338506"/>
                    <a:gd name="csX261" fmla="*/ 391065 w 592447"/>
                    <a:gd name="csY261" fmla="*/ 63811 h 338506"/>
                    <a:gd name="csX262" fmla="*/ 436785 w 592447"/>
                    <a:gd name="csY262" fmla="*/ 37141 h 338506"/>
                    <a:gd name="csX263" fmla="*/ 422592 w 592447"/>
                    <a:gd name="csY263" fmla="*/ 45428 h 338506"/>
                    <a:gd name="csX264" fmla="*/ 422592 w 592447"/>
                    <a:gd name="csY264" fmla="*/ 46666 h 338506"/>
                    <a:gd name="csX265" fmla="*/ 439166 w 592447"/>
                    <a:gd name="csY265" fmla="*/ 56191 h 338506"/>
                    <a:gd name="csX266" fmla="*/ 441452 w 592447"/>
                    <a:gd name="csY266" fmla="*/ 56191 h 338506"/>
                    <a:gd name="csX267" fmla="*/ 455644 w 592447"/>
                    <a:gd name="csY267" fmla="*/ 48000 h 338506"/>
                    <a:gd name="csX268" fmla="*/ 455644 w 592447"/>
                    <a:gd name="csY268" fmla="*/ 46666 h 338506"/>
                    <a:gd name="csX269" fmla="*/ 439071 w 592447"/>
                    <a:gd name="csY269" fmla="*/ 37141 h 338506"/>
                    <a:gd name="csX270" fmla="*/ 437166 w 592447"/>
                    <a:gd name="csY270" fmla="*/ 37618 h 338506"/>
                    <a:gd name="csX271" fmla="*/ 328867 w 592447"/>
                    <a:gd name="csY271" fmla="*/ 148489 h 338506"/>
                    <a:gd name="csX272" fmla="*/ 343154 w 592447"/>
                    <a:gd name="csY272" fmla="*/ 140202 h 338506"/>
                    <a:gd name="csX273" fmla="*/ 343154 w 592447"/>
                    <a:gd name="csY273" fmla="*/ 138964 h 338506"/>
                    <a:gd name="csX274" fmla="*/ 326676 w 592447"/>
                    <a:gd name="csY274" fmla="*/ 129439 h 338506"/>
                    <a:gd name="csX275" fmla="*/ 324390 w 592447"/>
                    <a:gd name="csY275" fmla="*/ 129439 h 338506"/>
                    <a:gd name="csX276" fmla="*/ 310102 w 592447"/>
                    <a:gd name="csY276" fmla="*/ 137725 h 338506"/>
                    <a:gd name="csX277" fmla="*/ 310102 w 592447"/>
                    <a:gd name="csY277" fmla="*/ 138964 h 338506"/>
                    <a:gd name="csX278" fmla="*/ 326581 w 592447"/>
                    <a:gd name="csY278" fmla="*/ 148489 h 338506"/>
                    <a:gd name="csX279" fmla="*/ 329248 w 592447"/>
                    <a:gd name="csY279" fmla="*/ 148489 h 338506"/>
                    <a:gd name="csX280" fmla="*/ 459931 w 592447"/>
                    <a:gd name="csY280" fmla="*/ 25140 h 338506"/>
                    <a:gd name="csX281" fmla="*/ 457645 w 592447"/>
                    <a:gd name="csY281" fmla="*/ 25140 h 338506"/>
                    <a:gd name="csX282" fmla="*/ 443452 w 592447"/>
                    <a:gd name="csY282" fmla="*/ 33331 h 338506"/>
                    <a:gd name="csX283" fmla="*/ 443452 w 592447"/>
                    <a:gd name="csY283" fmla="*/ 34665 h 338506"/>
                    <a:gd name="csX284" fmla="*/ 460026 w 592447"/>
                    <a:gd name="csY284" fmla="*/ 44190 h 338506"/>
                    <a:gd name="csX285" fmla="*/ 462312 w 592447"/>
                    <a:gd name="csY285" fmla="*/ 44190 h 338506"/>
                    <a:gd name="csX286" fmla="*/ 476504 w 592447"/>
                    <a:gd name="csY286" fmla="*/ 35903 h 338506"/>
                    <a:gd name="csX287" fmla="*/ 476504 w 592447"/>
                    <a:gd name="csY287" fmla="*/ 34570 h 338506"/>
                    <a:gd name="csX288" fmla="*/ 253714 w 592447"/>
                    <a:gd name="csY288" fmla="*/ 219069 h 338506"/>
                    <a:gd name="csX289" fmla="*/ 267907 w 592447"/>
                    <a:gd name="csY289" fmla="*/ 210877 h 338506"/>
                    <a:gd name="csX290" fmla="*/ 267907 w 592447"/>
                    <a:gd name="csY290" fmla="*/ 209544 h 338506"/>
                    <a:gd name="csX291" fmla="*/ 251428 w 592447"/>
                    <a:gd name="csY291" fmla="*/ 200019 h 338506"/>
                    <a:gd name="csX292" fmla="*/ 249142 w 592447"/>
                    <a:gd name="csY292" fmla="*/ 200019 h 338506"/>
                    <a:gd name="csX293" fmla="*/ 234950 w 592447"/>
                    <a:gd name="csY293" fmla="*/ 208210 h 338506"/>
                    <a:gd name="csX294" fmla="*/ 234950 w 592447"/>
                    <a:gd name="csY294" fmla="*/ 209544 h 338506"/>
                    <a:gd name="csX295" fmla="*/ 251524 w 592447"/>
                    <a:gd name="csY295" fmla="*/ 219069 h 338506"/>
                    <a:gd name="csX296" fmla="*/ 254095 w 592447"/>
                    <a:gd name="csY296" fmla="*/ 219069 h 338506"/>
                    <a:gd name="csX297" fmla="*/ 509365 w 592447"/>
                    <a:gd name="csY297" fmla="*/ 71431 h 338506"/>
                    <a:gd name="csX298" fmla="*/ 523653 w 592447"/>
                    <a:gd name="csY298" fmla="*/ 63240 h 338506"/>
                    <a:gd name="csX299" fmla="*/ 523653 w 592447"/>
                    <a:gd name="csY299" fmla="*/ 61906 h 338506"/>
                    <a:gd name="csX300" fmla="*/ 507175 w 592447"/>
                    <a:gd name="csY300" fmla="*/ 52381 h 338506"/>
                    <a:gd name="csX301" fmla="*/ 504889 w 592447"/>
                    <a:gd name="csY301" fmla="*/ 52381 h 338506"/>
                    <a:gd name="csX302" fmla="*/ 490601 w 592447"/>
                    <a:gd name="csY302" fmla="*/ 60573 h 338506"/>
                    <a:gd name="csX303" fmla="*/ 490601 w 592447"/>
                    <a:gd name="csY303" fmla="*/ 61906 h 338506"/>
                    <a:gd name="csX304" fmla="*/ 507175 w 592447"/>
                    <a:gd name="csY304" fmla="*/ 71431 h 338506"/>
                    <a:gd name="csX305" fmla="*/ 509746 w 592447"/>
                    <a:gd name="csY305" fmla="*/ 71431 h 338506"/>
                    <a:gd name="csX306" fmla="*/ 464979 w 592447"/>
                    <a:gd name="csY306" fmla="*/ 69908 h 338506"/>
                    <a:gd name="csX307" fmla="*/ 479266 w 592447"/>
                    <a:gd name="csY307" fmla="*/ 61621 h 338506"/>
                    <a:gd name="csX308" fmla="*/ 479266 w 592447"/>
                    <a:gd name="csY308" fmla="*/ 60383 h 338506"/>
                    <a:gd name="csX309" fmla="*/ 462788 w 592447"/>
                    <a:gd name="csY309" fmla="*/ 50858 h 338506"/>
                    <a:gd name="csX310" fmla="*/ 460502 w 592447"/>
                    <a:gd name="csY310" fmla="*/ 50858 h 338506"/>
                    <a:gd name="csX311" fmla="*/ 446215 w 592447"/>
                    <a:gd name="csY311" fmla="*/ 59144 h 338506"/>
                    <a:gd name="csX312" fmla="*/ 446215 w 592447"/>
                    <a:gd name="csY312" fmla="*/ 60383 h 338506"/>
                    <a:gd name="csX313" fmla="*/ 462693 w 592447"/>
                    <a:gd name="csY313" fmla="*/ 69908 h 338506"/>
                    <a:gd name="csX314" fmla="*/ 465360 w 592447"/>
                    <a:gd name="csY314" fmla="*/ 69908 h 338506"/>
                    <a:gd name="csX315" fmla="*/ 483552 w 592447"/>
                    <a:gd name="csY315" fmla="*/ 38761 h 338506"/>
                    <a:gd name="csX316" fmla="*/ 481267 w 592447"/>
                    <a:gd name="csY316" fmla="*/ 38761 h 338506"/>
                    <a:gd name="csX317" fmla="*/ 466979 w 592447"/>
                    <a:gd name="csY317" fmla="*/ 46952 h 338506"/>
                    <a:gd name="csX318" fmla="*/ 466979 w 592447"/>
                    <a:gd name="csY318" fmla="*/ 48286 h 338506"/>
                    <a:gd name="csX319" fmla="*/ 483457 w 592447"/>
                    <a:gd name="csY319" fmla="*/ 57811 h 338506"/>
                    <a:gd name="csX320" fmla="*/ 485743 w 592447"/>
                    <a:gd name="csY320" fmla="*/ 57811 h 338506"/>
                    <a:gd name="csX321" fmla="*/ 500031 w 592447"/>
                    <a:gd name="csY321" fmla="*/ 49619 h 338506"/>
                    <a:gd name="csX322" fmla="*/ 500031 w 592447"/>
                    <a:gd name="csY322" fmla="*/ 48286 h 338506"/>
                    <a:gd name="csX323" fmla="*/ 487934 w 592447"/>
                    <a:gd name="csY323" fmla="*/ 36284 h 338506"/>
                    <a:gd name="csX324" fmla="*/ 527939 w 592447"/>
                    <a:gd name="csY324" fmla="*/ 59335 h 338506"/>
                    <a:gd name="csX325" fmla="*/ 530225 w 592447"/>
                    <a:gd name="csY325" fmla="*/ 59335 h 338506"/>
                    <a:gd name="csX326" fmla="*/ 544513 w 592447"/>
                    <a:gd name="csY326" fmla="*/ 51048 h 338506"/>
                    <a:gd name="csX327" fmla="*/ 544513 w 592447"/>
                    <a:gd name="csY327" fmla="*/ 49810 h 338506"/>
                    <a:gd name="csX328" fmla="*/ 504508 w 592447"/>
                    <a:gd name="csY328" fmla="*/ 26664 h 338506"/>
                    <a:gd name="csX329" fmla="*/ 502222 w 592447"/>
                    <a:gd name="csY329" fmla="*/ 26664 h 338506"/>
                    <a:gd name="csX330" fmla="*/ 487934 w 592447"/>
                    <a:gd name="csY330" fmla="*/ 34951 h 338506"/>
                    <a:gd name="csX331" fmla="*/ 488315 w 592447"/>
                    <a:gd name="csY331" fmla="*/ 36284 h 338506"/>
                    <a:gd name="csX332" fmla="*/ 439547 w 592447"/>
                    <a:gd name="csY332" fmla="*/ 62764 h 338506"/>
                    <a:gd name="csX333" fmla="*/ 425259 w 592447"/>
                    <a:gd name="csY333" fmla="*/ 71050 h 338506"/>
                    <a:gd name="csX334" fmla="*/ 425259 w 592447"/>
                    <a:gd name="csY334" fmla="*/ 72384 h 338506"/>
                    <a:gd name="csX335" fmla="*/ 441738 w 592447"/>
                    <a:gd name="csY335" fmla="*/ 81909 h 338506"/>
                    <a:gd name="csX336" fmla="*/ 444024 w 592447"/>
                    <a:gd name="csY336" fmla="*/ 81909 h 338506"/>
                    <a:gd name="csX337" fmla="*/ 458311 w 592447"/>
                    <a:gd name="csY337" fmla="*/ 73717 h 338506"/>
                    <a:gd name="csX338" fmla="*/ 458311 w 592447"/>
                    <a:gd name="csY338" fmla="*/ 72384 h 338506"/>
                    <a:gd name="csX339" fmla="*/ 441833 w 592447"/>
                    <a:gd name="csY339" fmla="*/ 62859 h 338506"/>
                    <a:gd name="csX340" fmla="*/ 439928 w 592447"/>
                    <a:gd name="csY340" fmla="*/ 62763 h 338506"/>
                    <a:gd name="csX341" fmla="*/ 282575 w 592447"/>
                    <a:gd name="csY341" fmla="*/ 153442 h 338506"/>
                    <a:gd name="csX342" fmla="*/ 268288 w 592447"/>
                    <a:gd name="csY342" fmla="*/ 161633 h 338506"/>
                    <a:gd name="csX343" fmla="*/ 268288 w 592447"/>
                    <a:gd name="csY343" fmla="*/ 162967 h 338506"/>
                    <a:gd name="csX344" fmla="*/ 284766 w 592447"/>
                    <a:gd name="csY344" fmla="*/ 172492 h 338506"/>
                    <a:gd name="csX345" fmla="*/ 287052 w 592447"/>
                    <a:gd name="csY345" fmla="*/ 172492 h 338506"/>
                    <a:gd name="csX346" fmla="*/ 301339 w 592447"/>
                    <a:gd name="csY346" fmla="*/ 164205 h 338506"/>
                    <a:gd name="csX347" fmla="*/ 301339 w 592447"/>
                    <a:gd name="csY347" fmla="*/ 162871 h 338506"/>
                    <a:gd name="csX348" fmla="*/ 284861 w 592447"/>
                    <a:gd name="csY348" fmla="*/ 153346 h 338506"/>
                    <a:gd name="csX349" fmla="*/ 282956 w 592447"/>
                    <a:gd name="csY349" fmla="*/ 153442 h 338506"/>
                    <a:gd name="csX350" fmla="*/ 486315 w 592447"/>
                    <a:gd name="csY350" fmla="*/ 83433 h 338506"/>
                    <a:gd name="csX351" fmla="*/ 488506 w 592447"/>
                    <a:gd name="csY351" fmla="*/ 83433 h 338506"/>
                    <a:gd name="csX352" fmla="*/ 502793 w 592447"/>
                    <a:gd name="csY352" fmla="*/ 75146 h 338506"/>
                    <a:gd name="csX353" fmla="*/ 502793 w 592447"/>
                    <a:gd name="csY353" fmla="*/ 73813 h 338506"/>
                    <a:gd name="csX354" fmla="*/ 486315 w 592447"/>
                    <a:gd name="csY354" fmla="*/ 64288 h 338506"/>
                    <a:gd name="csX355" fmla="*/ 484029 w 592447"/>
                    <a:gd name="csY355" fmla="*/ 64288 h 338506"/>
                    <a:gd name="csX356" fmla="*/ 469837 w 592447"/>
                    <a:gd name="csY356" fmla="*/ 72479 h 338506"/>
                    <a:gd name="csX357" fmla="*/ 469837 w 592447"/>
                    <a:gd name="csY357" fmla="*/ 73813 h 338506"/>
                    <a:gd name="csX358" fmla="*/ 303435 w 592447"/>
                    <a:gd name="csY358" fmla="*/ 141345 h 338506"/>
                    <a:gd name="csX359" fmla="*/ 289147 w 592447"/>
                    <a:gd name="csY359" fmla="*/ 149632 h 338506"/>
                    <a:gd name="csX360" fmla="*/ 289147 w 592447"/>
                    <a:gd name="csY360" fmla="*/ 150965 h 338506"/>
                    <a:gd name="csX361" fmla="*/ 305625 w 592447"/>
                    <a:gd name="csY361" fmla="*/ 160490 h 338506"/>
                    <a:gd name="csX362" fmla="*/ 307911 w 592447"/>
                    <a:gd name="csY362" fmla="*/ 160490 h 338506"/>
                    <a:gd name="csX363" fmla="*/ 322199 w 592447"/>
                    <a:gd name="csY363" fmla="*/ 152299 h 338506"/>
                    <a:gd name="csX364" fmla="*/ 322199 w 592447"/>
                    <a:gd name="csY364" fmla="*/ 150965 h 338506"/>
                    <a:gd name="csX365" fmla="*/ 305721 w 592447"/>
                    <a:gd name="csY365" fmla="*/ 141440 h 338506"/>
                    <a:gd name="csX366" fmla="*/ 303816 w 592447"/>
                    <a:gd name="csY366" fmla="*/ 141345 h 338506"/>
                    <a:gd name="csX367" fmla="*/ 147130 w 592447"/>
                    <a:gd name="csY367" fmla="*/ 279267 h 338506"/>
                    <a:gd name="csX368" fmla="*/ 149416 w 592447"/>
                    <a:gd name="csY368" fmla="*/ 279267 h 338506"/>
                    <a:gd name="csX369" fmla="*/ 163703 w 592447"/>
                    <a:gd name="csY369" fmla="*/ 271075 h 338506"/>
                    <a:gd name="csX370" fmla="*/ 163703 w 592447"/>
                    <a:gd name="csY370" fmla="*/ 269742 h 338506"/>
                    <a:gd name="csX371" fmla="*/ 147225 w 592447"/>
                    <a:gd name="csY371" fmla="*/ 260217 h 338506"/>
                    <a:gd name="csX372" fmla="*/ 144939 w 592447"/>
                    <a:gd name="csY372" fmla="*/ 260217 h 338506"/>
                    <a:gd name="csX373" fmla="*/ 130651 w 592447"/>
                    <a:gd name="csY373" fmla="*/ 268408 h 338506"/>
                    <a:gd name="csX374" fmla="*/ 130651 w 592447"/>
                    <a:gd name="csY374" fmla="*/ 269742 h 338506"/>
                    <a:gd name="csX375" fmla="*/ 115792 w 592447"/>
                    <a:gd name="csY375" fmla="*/ 249739 h 338506"/>
                    <a:gd name="csX376" fmla="*/ 101505 w 592447"/>
                    <a:gd name="csY376" fmla="*/ 258026 h 338506"/>
                    <a:gd name="csX377" fmla="*/ 101505 w 592447"/>
                    <a:gd name="csY377" fmla="*/ 259264 h 338506"/>
                    <a:gd name="csX378" fmla="*/ 117983 w 592447"/>
                    <a:gd name="csY378" fmla="*/ 268789 h 338506"/>
                    <a:gd name="csX379" fmla="*/ 120269 w 592447"/>
                    <a:gd name="csY379" fmla="*/ 268789 h 338506"/>
                    <a:gd name="csX380" fmla="*/ 134557 w 592447"/>
                    <a:gd name="csY380" fmla="*/ 260503 h 338506"/>
                    <a:gd name="csX381" fmla="*/ 134557 w 592447"/>
                    <a:gd name="csY381" fmla="*/ 259264 h 338506"/>
                    <a:gd name="csX382" fmla="*/ 118078 w 592447"/>
                    <a:gd name="csY382" fmla="*/ 249739 h 338506"/>
                    <a:gd name="csX383" fmla="*/ 116173 w 592447"/>
                    <a:gd name="csY383" fmla="*/ 249739 h 338506"/>
                    <a:gd name="csX384" fmla="*/ 170275 w 592447"/>
                    <a:gd name="csY384" fmla="*/ 267265 h 338506"/>
                    <a:gd name="csX385" fmla="*/ 184563 w 592447"/>
                    <a:gd name="csY385" fmla="*/ 259074 h 338506"/>
                    <a:gd name="csX386" fmla="*/ 184563 w 592447"/>
                    <a:gd name="csY386" fmla="*/ 257740 h 338506"/>
                    <a:gd name="csX387" fmla="*/ 168084 w 592447"/>
                    <a:gd name="csY387" fmla="*/ 248215 h 338506"/>
                    <a:gd name="csX388" fmla="*/ 165799 w 592447"/>
                    <a:gd name="csY388" fmla="*/ 248215 h 338506"/>
                    <a:gd name="csX389" fmla="*/ 151511 w 592447"/>
                    <a:gd name="csY389" fmla="*/ 256502 h 338506"/>
                    <a:gd name="csX390" fmla="*/ 151511 w 592447"/>
                    <a:gd name="csY390" fmla="*/ 257836 h 338506"/>
                    <a:gd name="csX391" fmla="*/ 167989 w 592447"/>
                    <a:gd name="csY391" fmla="*/ 267361 h 338506"/>
                    <a:gd name="csX392" fmla="*/ 170656 w 592447"/>
                    <a:gd name="csY392" fmla="*/ 267265 h 338506"/>
                    <a:gd name="csX393" fmla="*/ 191135 w 592447"/>
                    <a:gd name="csY393" fmla="*/ 255264 h 338506"/>
                    <a:gd name="csX394" fmla="*/ 205423 w 592447"/>
                    <a:gd name="csY394" fmla="*/ 246977 h 338506"/>
                    <a:gd name="csX395" fmla="*/ 205423 w 592447"/>
                    <a:gd name="csY395" fmla="*/ 245644 h 338506"/>
                    <a:gd name="csX396" fmla="*/ 188849 w 592447"/>
                    <a:gd name="csY396" fmla="*/ 236119 h 338506"/>
                    <a:gd name="csX397" fmla="*/ 186658 w 592447"/>
                    <a:gd name="csY397" fmla="*/ 236119 h 338506"/>
                    <a:gd name="csX398" fmla="*/ 172371 w 592447"/>
                    <a:gd name="csY398" fmla="*/ 244310 h 338506"/>
                    <a:gd name="csX399" fmla="*/ 172371 w 592447"/>
                    <a:gd name="csY399" fmla="*/ 245644 h 338506"/>
                    <a:gd name="csX400" fmla="*/ 188849 w 592447"/>
                    <a:gd name="csY400" fmla="*/ 255169 h 338506"/>
                    <a:gd name="csX401" fmla="*/ 191516 w 592447"/>
                    <a:gd name="csY401" fmla="*/ 255264 h 338506"/>
                    <a:gd name="csX402" fmla="*/ 211995 w 592447"/>
                    <a:gd name="csY402" fmla="*/ 243167 h 338506"/>
                    <a:gd name="csX403" fmla="*/ 226187 w 592447"/>
                    <a:gd name="csY403" fmla="*/ 234976 h 338506"/>
                    <a:gd name="csX404" fmla="*/ 226187 w 592447"/>
                    <a:gd name="csY404" fmla="*/ 233642 h 338506"/>
                    <a:gd name="csX405" fmla="*/ 209614 w 592447"/>
                    <a:gd name="csY405" fmla="*/ 224117 h 338506"/>
                    <a:gd name="csX406" fmla="*/ 207423 w 592447"/>
                    <a:gd name="csY406" fmla="*/ 224117 h 338506"/>
                    <a:gd name="csX407" fmla="*/ 193135 w 592447"/>
                    <a:gd name="csY407" fmla="*/ 232404 h 338506"/>
                    <a:gd name="csX408" fmla="*/ 193135 w 592447"/>
                    <a:gd name="csY408" fmla="*/ 233737 h 338506"/>
                    <a:gd name="csX409" fmla="*/ 209614 w 592447"/>
                    <a:gd name="csY409" fmla="*/ 243262 h 338506"/>
                    <a:gd name="csX410" fmla="*/ 212376 w 592447"/>
                    <a:gd name="csY410" fmla="*/ 243167 h 338506"/>
                    <a:gd name="csX411" fmla="*/ 137509 w 592447"/>
                    <a:gd name="csY411" fmla="*/ 237643 h 338506"/>
                    <a:gd name="csX412" fmla="*/ 123222 w 592447"/>
                    <a:gd name="csY412" fmla="*/ 245834 h 338506"/>
                    <a:gd name="csX413" fmla="*/ 123222 w 592447"/>
                    <a:gd name="csY413" fmla="*/ 247168 h 338506"/>
                    <a:gd name="csX414" fmla="*/ 139700 w 592447"/>
                    <a:gd name="csY414" fmla="*/ 256693 h 338506"/>
                    <a:gd name="csX415" fmla="*/ 141986 w 592447"/>
                    <a:gd name="csY415" fmla="*/ 256693 h 338506"/>
                    <a:gd name="csX416" fmla="*/ 156274 w 592447"/>
                    <a:gd name="csY416" fmla="*/ 248501 h 338506"/>
                    <a:gd name="csX417" fmla="*/ 156274 w 592447"/>
                    <a:gd name="csY417" fmla="*/ 247168 h 338506"/>
                    <a:gd name="csX418" fmla="*/ 139700 w 592447"/>
                    <a:gd name="csY418" fmla="*/ 237643 h 338506"/>
                    <a:gd name="csX419" fmla="*/ 137509 w 592447"/>
                    <a:gd name="csY419" fmla="*/ 237643 h 338506"/>
                    <a:gd name="csX420" fmla="*/ 158369 w 592447"/>
                    <a:gd name="csY420" fmla="*/ 225546 h 338506"/>
                    <a:gd name="csX421" fmla="*/ 144082 w 592447"/>
                    <a:gd name="csY421" fmla="*/ 233833 h 338506"/>
                    <a:gd name="csX422" fmla="*/ 144082 w 592447"/>
                    <a:gd name="csY422" fmla="*/ 235166 h 338506"/>
                    <a:gd name="csX423" fmla="*/ 160560 w 592447"/>
                    <a:gd name="csY423" fmla="*/ 244691 h 338506"/>
                    <a:gd name="csX424" fmla="*/ 162846 w 592447"/>
                    <a:gd name="csY424" fmla="*/ 244691 h 338506"/>
                    <a:gd name="csX425" fmla="*/ 177038 w 592447"/>
                    <a:gd name="csY425" fmla="*/ 236500 h 338506"/>
                    <a:gd name="csX426" fmla="*/ 177038 w 592447"/>
                    <a:gd name="csY426" fmla="*/ 235166 h 338506"/>
                    <a:gd name="csX427" fmla="*/ 160465 w 592447"/>
                    <a:gd name="csY427" fmla="*/ 225641 h 338506"/>
                    <a:gd name="csX428" fmla="*/ 157893 w 592447"/>
                    <a:gd name="csY428" fmla="*/ 225641 h 338506"/>
                    <a:gd name="csX429" fmla="*/ 241713 w 592447"/>
                    <a:gd name="csY429" fmla="*/ 177445 h 338506"/>
                    <a:gd name="csX430" fmla="*/ 227425 w 592447"/>
                    <a:gd name="csY430" fmla="*/ 185636 h 338506"/>
                    <a:gd name="csX431" fmla="*/ 227425 w 592447"/>
                    <a:gd name="csY431" fmla="*/ 186970 h 338506"/>
                    <a:gd name="csX432" fmla="*/ 243999 w 592447"/>
                    <a:gd name="csY432" fmla="*/ 196495 h 338506"/>
                    <a:gd name="csX433" fmla="*/ 246190 w 592447"/>
                    <a:gd name="csY433" fmla="*/ 196495 h 338506"/>
                    <a:gd name="csX434" fmla="*/ 260477 w 592447"/>
                    <a:gd name="csY434" fmla="*/ 188303 h 338506"/>
                    <a:gd name="csX435" fmla="*/ 260477 w 592447"/>
                    <a:gd name="csY435" fmla="*/ 186970 h 338506"/>
                    <a:gd name="csX436" fmla="*/ 243999 w 592447"/>
                    <a:gd name="csY436" fmla="*/ 177445 h 338506"/>
                    <a:gd name="csX437" fmla="*/ 241236 w 592447"/>
                    <a:gd name="csY437" fmla="*/ 177540 h 338506"/>
                    <a:gd name="csX438" fmla="*/ 220377 w 592447"/>
                    <a:gd name="csY438" fmla="*/ 190018 h 338506"/>
                    <a:gd name="csX439" fmla="*/ 206184 w 592447"/>
                    <a:gd name="csY439" fmla="*/ 198304 h 338506"/>
                    <a:gd name="csX440" fmla="*/ 206184 w 592447"/>
                    <a:gd name="csY440" fmla="*/ 199543 h 338506"/>
                    <a:gd name="csX441" fmla="*/ 222758 w 592447"/>
                    <a:gd name="csY441" fmla="*/ 209068 h 338506"/>
                    <a:gd name="csX442" fmla="*/ 224949 w 592447"/>
                    <a:gd name="csY442" fmla="*/ 209068 h 338506"/>
                    <a:gd name="csX443" fmla="*/ 239236 w 592447"/>
                    <a:gd name="csY443" fmla="*/ 200781 h 338506"/>
                    <a:gd name="csX444" fmla="*/ 239236 w 592447"/>
                    <a:gd name="csY444" fmla="*/ 199543 h 338506"/>
                    <a:gd name="csX445" fmla="*/ 222758 w 592447"/>
                    <a:gd name="csY445" fmla="*/ 190018 h 338506"/>
                    <a:gd name="csX446" fmla="*/ 220377 w 592447"/>
                    <a:gd name="csY446" fmla="*/ 190018 h 338506"/>
                    <a:gd name="csX447" fmla="*/ 262096 w 592447"/>
                    <a:gd name="csY447" fmla="*/ 165919 h 338506"/>
                    <a:gd name="csX448" fmla="*/ 247809 w 592447"/>
                    <a:gd name="csY448" fmla="*/ 174206 h 338506"/>
                    <a:gd name="csX449" fmla="*/ 247809 w 592447"/>
                    <a:gd name="csY449" fmla="*/ 175540 h 338506"/>
                    <a:gd name="csX450" fmla="*/ 264287 w 592447"/>
                    <a:gd name="csY450" fmla="*/ 185065 h 338506"/>
                    <a:gd name="csX451" fmla="*/ 266573 w 592447"/>
                    <a:gd name="csY451" fmla="*/ 185065 h 338506"/>
                    <a:gd name="csX452" fmla="*/ 280860 w 592447"/>
                    <a:gd name="csY452" fmla="*/ 176873 h 338506"/>
                    <a:gd name="csX453" fmla="*/ 280860 w 592447"/>
                    <a:gd name="csY453" fmla="*/ 175540 h 338506"/>
                    <a:gd name="csX454" fmla="*/ 264382 w 592447"/>
                    <a:gd name="csY454" fmla="*/ 166015 h 338506"/>
                    <a:gd name="csX455" fmla="*/ 262096 w 592447"/>
                    <a:gd name="csY455" fmla="*/ 165443 h 338506"/>
                    <a:gd name="csX456" fmla="*/ 178657 w 592447"/>
                    <a:gd name="csY456" fmla="*/ 214116 h 338506"/>
                    <a:gd name="csX457" fmla="*/ 164465 w 592447"/>
                    <a:gd name="csY457" fmla="*/ 222308 h 338506"/>
                    <a:gd name="csX458" fmla="*/ 164465 w 592447"/>
                    <a:gd name="csY458" fmla="*/ 223641 h 338506"/>
                    <a:gd name="csX459" fmla="*/ 181039 w 592447"/>
                    <a:gd name="csY459" fmla="*/ 233166 h 338506"/>
                    <a:gd name="csX460" fmla="*/ 183325 w 592447"/>
                    <a:gd name="csY460" fmla="*/ 233166 h 338506"/>
                    <a:gd name="csX461" fmla="*/ 197517 w 592447"/>
                    <a:gd name="csY461" fmla="*/ 224879 h 338506"/>
                    <a:gd name="csX462" fmla="*/ 197517 w 592447"/>
                    <a:gd name="csY462" fmla="*/ 223546 h 338506"/>
                    <a:gd name="csX463" fmla="*/ 180943 w 592447"/>
                    <a:gd name="csY463" fmla="*/ 214021 h 338506"/>
                    <a:gd name="csX464" fmla="*/ 178657 w 592447"/>
                    <a:gd name="csY464" fmla="*/ 213639 h 338506"/>
                    <a:gd name="csX465" fmla="*/ 199517 w 592447"/>
                    <a:gd name="csY465" fmla="*/ 202019 h 338506"/>
                    <a:gd name="csX466" fmla="*/ 185325 w 592447"/>
                    <a:gd name="csY466" fmla="*/ 210306 h 338506"/>
                    <a:gd name="csX467" fmla="*/ 185325 w 592447"/>
                    <a:gd name="csY467" fmla="*/ 211639 h 338506"/>
                    <a:gd name="csX468" fmla="*/ 201898 w 592447"/>
                    <a:gd name="csY468" fmla="*/ 221164 h 338506"/>
                    <a:gd name="csX469" fmla="*/ 204184 w 592447"/>
                    <a:gd name="csY469" fmla="*/ 221164 h 338506"/>
                    <a:gd name="csX470" fmla="*/ 218376 w 592447"/>
                    <a:gd name="csY470" fmla="*/ 212973 h 338506"/>
                    <a:gd name="csX471" fmla="*/ 218376 w 592447"/>
                    <a:gd name="csY471" fmla="*/ 211639 h 338506"/>
                    <a:gd name="csX472" fmla="*/ 201898 w 592447"/>
                    <a:gd name="csY472" fmla="*/ 202114 h 338506"/>
                    <a:gd name="csX473" fmla="*/ 199517 w 592447"/>
                    <a:gd name="csY473" fmla="*/ 201543 h 338506"/>
                    <a:gd name="csX474" fmla="*/ 184372 w 592447"/>
                    <a:gd name="csY474" fmla="*/ 287077 h 338506"/>
                    <a:gd name="csX475" fmla="*/ 198565 w 592447"/>
                    <a:gd name="csY475" fmla="*/ 278791 h 338506"/>
                    <a:gd name="csX476" fmla="*/ 198565 w 592447"/>
                    <a:gd name="csY476" fmla="*/ 277552 h 338506"/>
                    <a:gd name="csX477" fmla="*/ 182086 w 592447"/>
                    <a:gd name="csY477" fmla="*/ 268027 h 338506"/>
                    <a:gd name="csX478" fmla="*/ 179800 w 592447"/>
                    <a:gd name="csY478" fmla="*/ 268027 h 338506"/>
                    <a:gd name="csX479" fmla="*/ 165608 w 592447"/>
                    <a:gd name="csY479" fmla="*/ 276219 h 338506"/>
                    <a:gd name="csX480" fmla="*/ 165608 w 592447"/>
                    <a:gd name="csY480" fmla="*/ 277552 h 338506"/>
                    <a:gd name="csX481" fmla="*/ 182182 w 592447"/>
                    <a:gd name="csY481" fmla="*/ 287077 h 338506"/>
                    <a:gd name="csX482" fmla="*/ 184372 w 592447"/>
                    <a:gd name="csY482" fmla="*/ 286601 h 338506"/>
                    <a:gd name="csX483" fmla="*/ 61976 w 592447"/>
                    <a:gd name="csY483" fmla="*/ 274695 h 338506"/>
                    <a:gd name="csX484" fmla="*/ 45498 w 592447"/>
                    <a:gd name="csY484" fmla="*/ 265170 h 338506"/>
                    <a:gd name="csX485" fmla="*/ 43212 w 592447"/>
                    <a:gd name="csY485" fmla="*/ 265170 h 338506"/>
                    <a:gd name="csX486" fmla="*/ 28924 w 592447"/>
                    <a:gd name="csY486" fmla="*/ 273361 h 338506"/>
                    <a:gd name="csX487" fmla="*/ 28924 w 592447"/>
                    <a:gd name="csY487" fmla="*/ 274695 h 338506"/>
                    <a:gd name="csX488" fmla="*/ 45402 w 592447"/>
                    <a:gd name="csY488" fmla="*/ 284220 h 338506"/>
                    <a:gd name="csX489" fmla="*/ 47688 w 592447"/>
                    <a:gd name="csY489" fmla="*/ 284220 h 338506"/>
                    <a:gd name="csX490" fmla="*/ 61976 w 592447"/>
                    <a:gd name="csY490" fmla="*/ 276028 h 338506"/>
                    <a:gd name="csX491" fmla="*/ 61976 w 592447"/>
                    <a:gd name="csY491" fmla="*/ 274219 h 338506"/>
                    <a:gd name="csX492" fmla="*/ 93218 w 592447"/>
                    <a:gd name="csY492" fmla="*/ 284220 h 338506"/>
                    <a:gd name="csX493" fmla="*/ 76740 w 592447"/>
                    <a:gd name="csY493" fmla="*/ 274695 h 338506"/>
                    <a:gd name="csX494" fmla="*/ 74454 w 592447"/>
                    <a:gd name="csY494" fmla="*/ 274695 h 338506"/>
                    <a:gd name="csX495" fmla="*/ 52451 w 592447"/>
                    <a:gd name="csY495" fmla="*/ 287363 h 338506"/>
                    <a:gd name="csX496" fmla="*/ 52451 w 592447"/>
                    <a:gd name="csY496" fmla="*/ 288696 h 338506"/>
                    <a:gd name="csX497" fmla="*/ 68929 w 592447"/>
                    <a:gd name="csY497" fmla="*/ 298221 h 338506"/>
                    <a:gd name="csX498" fmla="*/ 71215 w 592447"/>
                    <a:gd name="csY498" fmla="*/ 298221 h 338506"/>
                    <a:gd name="csX499" fmla="*/ 93218 w 592447"/>
                    <a:gd name="csY499" fmla="*/ 285553 h 338506"/>
                    <a:gd name="csX500" fmla="*/ 93218 w 592447"/>
                    <a:gd name="csY500" fmla="*/ 283363 h 338506"/>
                    <a:gd name="csX501" fmla="*/ 36640 w 592447"/>
                    <a:gd name="csY501" fmla="*/ 256693 h 338506"/>
                    <a:gd name="csX502" fmla="*/ 20161 w 592447"/>
                    <a:gd name="csY502" fmla="*/ 247168 h 338506"/>
                    <a:gd name="csX503" fmla="*/ 17875 w 592447"/>
                    <a:gd name="csY503" fmla="*/ 247168 h 338506"/>
                    <a:gd name="csX504" fmla="*/ 254 w 592447"/>
                    <a:gd name="csY504" fmla="*/ 256693 h 338506"/>
                    <a:gd name="csX505" fmla="*/ 254 w 592447"/>
                    <a:gd name="csY505" fmla="*/ 257931 h 338506"/>
                    <a:gd name="csX506" fmla="*/ 16827 w 592447"/>
                    <a:gd name="csY506" fmla="*/ 267456 h 338506"/>
                    <a:gd name="csX507" fmla="*/ 19018 w 592447"/>
                    <a:gd name="csY507" fmla="*/ 267456 h 338506"/>
                    <a:gd name="csX508" fmla="*/ 36640 w 592447"/>
                    <a:gd name="csY508" fmla="*/ 257359 h 338506"/>
                    <a:gd name="csX509" fmla="*/ 36640 w 592447"/>
                    <a:gd name="csY509" fmla="*/ 255835 h 338506"/>
                    <a:gd name="csX510" fmla="*/ 50070 w 592447"/>
                    <a:gd name="csY510" fmla="*/ 248882 h 338506"/>
                    <a:gd name="csX511" fmla="*/ 52356 w 592447"/>
                    <a:gd name="csY511" fmla="*/ 248882 h 338506"/>
                    <a:gd name="csX512" fmla="*/ 66643 w 592447"/>
                    <a:gd name="csY512" fmla="*/ 240595 h 338506"/>
                    <a:gd name="csX513" fmla="*/ 66643 w 592447"/>
                    <a:gd name="csY513" fmla="*/ 239262 h 338506"/>
                    <a:gd name="csX514" fmla="*/ 50165 w 592447"/>
                    <a:gd name="csY514" fmla="*/ 229737 h 338506"/>
                    <a:gd name="csX515" fmla="*/ 47879 w 592447"/>
                    <a:gd name="csY515" fmla="*/ 229737 h 338506"/>
                    <a:gd name="csX516" fmla="*/ 33591 w 592447"/>
                    <a:gd name="csY516" fmla="*/ 237928 h 338506"/>
                    <a:gd name="csX517" fmla="*/ 33591 w 592447"/>
                    <a:gd name="csY517" fmla="*/ 239262 h 338506"/>
                    <a:gd name="csX518" fmla="*/ 122269 w 592447"/>
                    <a:gd name="csY518" fmla="*/ 294697 h 338506"/>
                    <a:gd name="csX519" fmla="*/ 105791 w 592447"/>
                    <a:gd name="csY519" fmla="*/ 285172 h 338506"/>
                    <a:gd name="csX520" fmla="*/ 103505 w 592447"/>
                    <a:gd name="csY520" fmla="*/ 285172 h 338506"/>
                    <a:gd name="csX521" fmla="*/ 76073 w 592447"/>
                    <a:gd name="csY521" fmla="*/ 300984 h 338506"/>
                    <a:gd name="csX522" fmla="*/ 76073 w 592447"/>
                    <a:gd name="csY522" fmla="*/ 302317 h 338506"/>
                    <a:gd name="csX523" fmla="*/ 92551 w 592447"/>
                    <a:gd name="csY523" fmla="*/ 311842 h 338506"/>
                    <a:gd name="csX524" fmla="*/ 94837 w 592447"/>
                    <a:gd name="csY524" fmla="*/ 311842 h 338506"/>
                    <a:gd name="csX525" fmla="*/ 122269 w 592447"/>
                    <a:gd name="csY525" fmla="*/ 296031 h 338506"/>
                    <a:gd name="csX526" fmla="*/ 122269 w 592447"/>
                    <a:gd name="csY526" fmla="*/ 293840 h 338506"/>
                    <a:gd name="csX527" fmla="*/ 135985 w 592447"/>
                    <a:gd name="csY527" fmla="*/ 313747 h 338506"/>
                    <a:gd name="csX528" fmla="*/ 119412 w 592447"/>
                    <a:gd name="csY528" fmla="*/ 304222 h 338506"/>
                    <a:gd name="csX529" fmla="*/ 117221 w 592447"/>
                    <a:gd name="csY529" fmla="*/ 304222 h 338506"/>
                    <a:gd name="csX530" fmla="*/ 99409 w 592447"/>
                    <a:gd name="csY530" fmla="*/ 313843 h 338506"/>
                    <a:gd name="csX531" fmla="*/ 99409 w 592447"/>
                    <a:gd name="csY531" fmla="*/ 315081 h 338506"/>
                    <a:gd name="csX532" fmla="*/ 115888 w 592447"/>
                    <a:gd name="csY532" fmla="*/ 324606 h 338506"/>
                    <a:gd name="csX533" fmla="*/ 118174 w 592447"/>
                    <a:gd name="csY533" fmla="*/ 324606 h 338506"/>
                    <a:gd name="csX534" fmla="*/ 135795 w 592447"/>
                    <a:gd name="csY534" fmla="*/ 314509 h 338506"/>
                    <a:gd name="csX535" fmla="*/ 135985 w 592447"/>
                    <a:gd name="csY535" fmla="*/ 313176 h 338506"/>
                    <a:gd name="csX536" fmla="*/ 205137 w 592447"/>
                    <a:gd name="csY536" fmla="*/ 159061 h 338506"/>
                    <a:gd name="csX537" fmla="*/ 207423 w 592447"/>
                    <a:gd name="csY537" fmla="*/ 159061 h 338506"/>
                    <a:gd name="csX538" fmla="*/ 221710 w 592447"/>
                    <a:gd name="csY538" fmla="*/ 150775 h 338506"/>
                    <a:gd name="csX539" fmla="*/ 221710 w 592447"/>
                    <a:gd name="csY539" fmla="*/ 149536 h 338506"/>
                    <a:gd name="csX540" fmla="*/ 205232 w 592447"/>
                    <a:gd name="csY540" fmla="*/ 140011 h 338506"/>
                    <a:gd name="csX541" fmla="*/ 202946 w 592447"/>
                    <a:gd name="csY541" fmla="*/ 140011 h 338506"/>
                    <a:gd name="csX542" fmla="*/ 188658 w 592447"/>
                    <a:gd name="csY542" fmla="*/ 148203 h 338506"/>
                    <a:gd name="csX543" fmla="*/ 188658 w 592447"/>
                    <a:gd name="csY543" fmla="*/ 149536 h 338506"/>
                    <a:gd name="csX544" fmla="*/ 163417 w 592447"/>
                    <a:gd name="csY544" fmla="*/ 183160 h 338506"/>
                    <a:gd name="csX545" fmla="*/ 165703 w 592447"/>
                    <a:gd name="csY545" fmla="*/ 183160 h 338506"/>
                    <a:gd name="csX546" fmla="*/ 179991 w 592447"/>
                    <a:gd name="csY546" fmla="*/ 174873 h 338506"/>
                    <a:gd name="csX547" fmla="*/ 179991 w 592447"/>
                    <a:gd name="csY547" fmla="*/ 173539 h 338506"/>
                    <a:gd name="csX548" fmla="*/ 163513 w 592447"/>
                    <a:gd name="csY548" fmla="*/ 164014 h 338506"/>
                    <a:gd name="csX549" fmla="*/ 161227 w 592447"/>
                    <a:gd name="csY549" fmla="*/ 164014 h 338506"/>
                    <a:gd name="csX550" fmla="*/ 146939 w 592447"/>
                    <a:gd name="csY550" fmla="*/ 172206 h 338506"/>
                    <a:gd name="csX551" fmla="*/ 146939 w 592447"/>
                    <a:gd name="csY551" fmla="*/ 173539 h 338506"/>
                    <a:gd name="csX552" fmla="*/ 70834 w 592447"/>
                    <a:gd name="csY552" fmla="*/ 236023 h 338506"/>
                    <a:gd name="csX553" fmla="*/ 73120 w 592447"/>
                    <a:gd name="csY553" fmla="*/ 236023 h 338506"/>
                    <a:gd name="csX554" fmla="*/ 87408 w 592447"/>
                    <a:gd name="csY554" fmla="*/ 227832 h 338506"/>
                    <a:gd name="csX555" fmla="*/ 87408 w 592447"/>
                    <a:gd name="csY555" fmla="*/ 226498 h 338506"/>
                    <a:gd name="csX556" fmla="*/ 70930 w 592447"/>
                    <a:gd name="csY556" fmla="*/ 216973 h 338506"/>
                    <a:gd name="csX557" fmla="*/ 68644 w 592447"/>
                    <a:gd name="csY557" fmla="*/ 216973 h 338506"/>
                    <a:gd name="csX558" fmla="*/ 54356 w 592447"/>
                    <a:gd name="csY558" fmla="*/ 225260 h 338506"/>
                    <a:gd name="csX559" fmla="*/ 54356 w 592447"/>
                    <a:gd name="csY559" fmla="*/ 226594 h 338506"/>
                    <a:gd name="csX560" fmla="*/ 184182 w 592447"/>
                    <a:gd name="csY560" fmla="*/ 170587 h 338506"/>
                    <a:gd name="csX561" fmla="*/ 186468 w 592447"/>
                    <a:gd name="csY561" fmla="*/ 170587 h 338506"/>
                    <a:gd name="csX562" fmla="*/ 200755 w 592447"/>
                    <a:gd name="csY562" fmla="*/ 162395 h 338506"/>
                    <a:gd name="csX563" fmla="*/ 200755 w 592447"/>
                    <a:gd name="csY563" fmla="*/ 161062 h 338506"/>
                    <a:gd name="csX564" fmla="*/ 184277 w 592447"/>
                    <a:gd name="csY564" fmla="*/ 151537 h 338506"/>
                    <a:gd name="csX565" fmla="*/ 181991 w 592447"/>
                    <a:gd name="csY565" fmla="*/ 151537 h 338506"/>
                    <a:gd name="csX566" fmla="*/ 167704 w 592447"/>
                    <a:gd name="csY566" fmla="*/ 159823 h 338506"/>
                    <a:gd name="csX567" fmla="*/ 167704 w 592447"/>
                    <a:gd name="csY567" fmla="*/ 161157 h 338506"/>
                    <a:gd name="csX568" fmla="*/ 142462 w 592447"/>
                    <a:gd name="csY568" fmla="*/ 194685 h 338506"/>
                    <a:gd name="csX569" fmla="*/ 144748 w 592447"/>
                    <a:gd name="csY569" fmla="*/ 194685 h 338506"/>
                    <a:gd name="csX570" fmla="*/ 159036 w 592447"/>
                    <a:gd name="csY570" fmla="*/ 186493 h 338506"/>
                    <a:gd name="csX571" fmla="*/ 159036 w 592447"/>
                    <a:gd name="csY571" fmla="*/ 185160 h 338506"/>
                    <a:gd name="csX572" fmla="*/ 142558 w 592447"/>
                    <a:gd name="csY572" fmla="*/ 175635 h 338506"/>
                    <a:gd name="csX573" fmla="*/ 140272 w 592447"/>
                    <a:gd name="csY573" fmla="*/ 175635 h 338506"/>
                    <a:gd name="csX574" fmla="*/ 125984 w 592447"/>
                    <a:gd name="csY574" fmla="*/ 183921 h 338506"/>
                    <a:gd name="csX575" fmla="*/ 125984 w 592447"/>
                    <a:gd name="csY575" fmla="*/ 185255 h 338506"/>
                    <a:gd name="csX576" fmla="*/ 147320 w 592447"/>
                    <a:gd name="csY576" fmla="*/ 314700 h 338506"/>
                    <a:gd name="csX577" fmla="*/ 145034 w 592447"/>
                    <a:gd name="csY577" fmla="*/ 314700 h 338506"/>
                    <a:gd name="csX578" fmla="*/ 123126 w 592447"/>
                    <a:gd name="csY578" fmla="*/ 327463 h 338506"/>
                    <a:gd name="csX579" fmla="*/ 123126 w 592447"/>
                    <a:gd name="csY579" fmla="*/ 328702 h 338506"/>
                    <a:gd name="csX580" fmla="*/ 139700 w 592447"/>
                    <a:gd name="csY580" fmla="*/ 338227 h 338506"/>
                    <a:gd name="csX581" fmla="*/ 141986 w 592447"/>
                    <a:gd name="csY581" fmla="*/ 338227 h 338506"/>
                    <a:gd name="csX582" fmla="*/ 163893 w 592447"/>
                    <a:gd name="csY582" fmla="*/ 325558 h 338506"/>
                    <a:gd name="csX583" fmla="*/ 163893 w 592447"/>
                    <a:gd name="csY583" fmla="*/ 324225 h 338506"/>
                    <a:gd name="csX584" fmla="*/ 112554 w 592447"/>
                    <a:gd name="csY584" fmla="*/ 211925 h 338506"/>
                    <a:gd name="csX585" fmla="*/ 114840 w 592447"/>
                    <a:gd name="csY585" fmla="*/ 211925 h 338506"/>
                    <a:gd name="csX586" fmla="*/ 129127 w 592447"/>
                    <a:gd name="csY586" fmla="*/ 203734 h 338506"/>
                    <a:gd name="csX587" fmla="*/ 129127 w 592447"/>
                    <a:gd name="csY587" fmla="*/ 202400 h 338506"/>
                    <a:gd name="csX588" fmla="*/ 112649 w 592447"/>
                    <a:gd name="csY588" fmla="*/ 192875 h 338506"/>
                    <a:gd name="csX589" fmla="*/ 110363 w 592447"/>
                    <a:gd name="csY589" fmla="*/ 192875 h 338506"/>
                    <a:gd name="csX590" fmla="*/ 96075 w 592447"/>
                    <a:gd name="csY590" fmla="*/ 201067 h 338506"/>
                    <a:gd name="csX591" fmla="*/ 96075 w 592447"/>
                    <a:gd name="csY591" fmla="*/ 202400 h 338506"/>
                    <a:gd name="csX592" fmla="*/ 91694 w 592447"/>
                    <a:gd name="csY592" fmla="*/ 223927 h 338506"/>
                    <a:gd name="csX593" fmla="*/ 93980 w 592447"/>
                    <a:gd name="csY593" fmla="*/ 223927 h 338506"/>
                    <a:gd name="csX594" fmla="*/ 108267 w 592447"/>
                    <a:gd name="csY594" fmla="*/ 215640 h 338506"/>
                    <a:gd name="csX595" fmla="*/ 108267 w 592447"/>
                    <a:gd name="csY595" fmla="*/ 214402 h 338506"/>
                    <a:gd name="csX596" fmla="*/ 91789 w 592447"/>
                    <a:gd name="csY596" fmla="*/ 204877 h 338506"/>
                    <a:gd name="csX597" fmla="*/ 89503 w 592447"/>
                    <a:gd name="csY597" fmla="*/ 204877 h 338506"/>
                    <a:gd name="csX598" fmla="*/ 75216 w 592447"/>
                    <a:gd name="csY598" fmla="*/ 213163 h 338506"/>
                    <a:gd name="csX599" fmla="*/ 75216 w 592447"/>
                    <a:gd name="csY599" fmla="*/ 214402 h 338506"/>
                    <a:gd name="csX600" fmla="*/ 533654 w 592447"/>
                    <a:gd name="csY600" fmla="*/ 91624 h 338506"/>
                    <a:gd name="csX601" fmla="*/ 531368 w 592447"/>
                    <a:gd name="csY601" fmla="*/ 91624 h 338506"/>
                    <a:gd name="csX602" fmla="*/ 496221 w 592447"/>
                    <a:gd name="csY602" fmla="*/ 111913 h 338506"/>
                    <a:gd name="csX603" fmla="*/ 496221 w 592447"/>
                    <a:gd name="csY603" fmla="*/ 113151 h 338506"/>
                    <a:gd name="csX604" fmla="*/ 512794 w 592447"/>
                    <a:gd name="csY604" fmla="*/ 122676 h 338506"/>
                    <a:gd name="csX605" fmla="*/ 514985 w 592447"/>
                    <a:gd name="csY605" fmla="*/ 122676 h 338506"/>
                    <a:gd name="csX606" fmla="*/ 550132 w 592447"/>
                    <a:gd name="csY606" fmla="*/ 102388 h 338506"/>
                    <a:gd name="csX607" fmla="*/ 550132 w 592447"/>
                    <a:gd name="csY607" fmla="*/ 101054 h 338506"/>
                    <a:gd name="csX608" fmla="*/ 487553 w 592447"/>
                    <a:gd name="csY608" fmla="*/ 118294 h 338506"/>
                    <a:gd name="csX609" fmla="*/ 485267 w 592447"/>
                    <a:gd name="csY609" fmla="*/ 118294 h 338506"/>
                    <a:gd name="csX610" fmla="*/ 470980 w 592447"/>
                    <a:gd name="csY610" fmla="*/ 126581 h 338506"/>
                    <a:gd name="csX611" fmla="*/ 470980 w 592447"/>
                    <a:gd name="csY611" fmla="*/ 127819 h 338506"/>
                    <a:gd name="csX612" fmla="*/ 487553 w 592447"/>
                    <a:gd name="csY612" fmla="*/ 137344 h 338506"/>
                    <a:gd name="csX613" fmla="*/ 489744 w 592447"/>
                    <a:gd name="csY613" fmla="*/ 137344 h 338506"/>
                    <a:gd name="csX614" fmla="*/ 504031 w 592447"/>
                    <a:gd name="csY614" fmla="*/ 129058 h 338506"/>
                    <a:gd name="csX615" fmla="*/ 504031 w 592447"/>
                    <a:gd name="csY615" fmla="*/ 127819 h 338506"/>
                    <a:gd name="csX616" fmla="*/ 205041 w 592447"/>
                    <a:gd name="csY616" fmla="*/ 274504 h 338506"/>
                    <a:gd name="csX617" fmla="*/ 219329 w 592447"/>
                    <a:gd name="csY617" fmla="*/ 266313 h 338506"/>
                    <a:gd name="csX618" fmla="*/ 219329 w 592447"/>
                    <a:gd name="csY618" fmla="*/ 264979 h 338506"/>
                    <a:gd name="csX619" fmla="*/ 202851 w 592447"/>
                    <a:gd name="csY619" fmla="*/ 255454 h 338506"/>
                    <a:gd name="csX620" fmla="*/ 200565 w 592447"/>
                    <a:gd name="csY620" fmla="*/ 255454 h 338506"/>
                    <a:gd name="csX621" fmla="*/ 186373 w 592447"/>
                    <a:gd name="csY621" fmla="*/ 263646 h 338506"/>
                    <a:gd name="csX622" fmla="*/ 186373 w 592447"/>
                    <a:gd name="csY622" fmla="*/ 264979 h 338506"/>
                    <a:gd name="csX623" fmla="*/ 202946 w 592447"/>
                    <a:gd name="csY623" fmla="*/ 274504 h 338506"/>
                    <a:gd name="csX624" fmla="*/ 205137 w 592447"/>
                    <a:gd name="csY624" fmla="*/ 274504 h 338506"/>
                    <a:gd name="csX625" fmla="*/ 445929 w 592447"/>
                    <a:gd name="csY625" fmla="*/ 142393 h 338506"/>
                    <a:gd name="csX626" fmla="*/ 443643 w 592447"/>
                    <a:gd name="csY626" fmla="*/ 142393 h 338506"/>
                    <a:gd name="csX627" fmla="*/ 429450 w 592447"/>
                    <a:gd name="csY627" fmla="*/ 150584 h 338506"/>
                    <a:gd name="csX628" fmla="*/ 429450 w 592447"/>
                    <a:gd name="csY628" fmla="*/ 151918 h 338506"/>
                    <a:gd name="csX629" fmla="*/ 446024 w 592447"/>
                    <a:gd name="csY629" fmla="*/ 161443 h 338506"/>
                    <a:gd name="csX630" fmla="*/ 448310 w 592447"/>
                    <a:gd name="csY630" fmla="*/ 161443 h 338506"/>
                    <a:gd name="csX631" fmla="*/ 462502 w 592447"/>
                    <a:gd name="csY631" fmla="*/ 153156 h 338506"/>
                    <a:gd name="csX632" fmla="*/ 462502 w 592447"/>
                    <a:gd name="csY632" fmla="*/ 151822 h 338506"/>
                    <a:gd name="csX633" fmla="*/ 554609 w 592447"/>
                    <a:gd name="csY633" fmla="*/ 79718 h 338506"/>
                    <a:gd name="csX634" fmla="*/ 552323 w 592447"/>
                    <a:gd name="csY634" fmla="*/ 79718 h 338506"/>
                    <a:gd name="csX635" fmla="*/ 538035 w 592447"/>
                    <a:gd name="csY635" fmla="*/ 88005 h 338506"/>
                    <a:gd name="csX636" fmla="*/ 538035 w 592447"/>
                    <a:gd name="csY636" fmla="*/ 89338 h 338506"/>
                    <a:gd name="csX637" fmla="*/ 554514 w 592447"/>
                    <a:gd name="csY637" fmla="*/ 98863 h 338506"/>
                    <a:gd name="csX638" fmla="*/ 556800 w 592447"/>
                    <a:gd name="csY638" fmla="*/ 98863 h 338506"/>
                    <a:gd name="csX639" fmla="*/ 571087 w 592447"/>
                    <a:gd name="csY639" fmla="*/ 90672 h 338506"/>
                    <a:gd name="csX640" fmla="*/ 571087 w 592447"/>
                    <a:gd name="csY640" fmla="*/ 89338 h 338506"/>
                    <a:gd name="csX641" fmla="*/ 591947 w 592447"/>
                    <a:gd name="csY641" fmla="*/ 77146 h 338506"/>
                    <a:gd name="csX642" fmla="*/ 551942 w 592447"/>
                    <a:gd name="csY642" fmla="*/ 54001 h 338506"/>
                    <a:gd name="csX643" fmla="*/ 549656 w 592447"/>
                    <a:gd name="csY643" fmla="*/ 54001 h 338506"/>
                    <a:gd name="csX644" fmla="*/ 535368 w 592447"/>
                    <a:gd name="csY644" fmla="*/ 62192 h 338506"/>
                    <a:gd name="csX645" fmla="*/ 535368 w 592447"/>
                    <a:gd name="csY645" fmla="*/ 63526 h 338506"/>
                    <a:gd name="csX646" fmla="*/ 575374 w 592447"/>
                    <a:gd name="csY646" fmla="*/ 86671 h 338506"/>
                    <a:gd name="csX647" fmla="*/ 577659 w 592447"/>
                    <a:gd name="csY647" fmla="*/ 86671 h 338506"/>
                    <a:gd name="csX648" fmla="*/ 591947 w 592447"/>
                    <a:gd name="csY648" fmla="*/ 78385 h 338506"/>
                    <a:gd name="csX649" fmla="*/ 591947 w 592447"/>
                    <a:gd name="csY649" fmla="*/ 77051 h 338506"/>
                    <a:gd name="csX650" fmla="*/ 368014 w 592447"/>
                    <a:gd name="csY650" fmla="*/ 187351 h 338506"/>
                    <a:gd name="csX651" fmla="*/ 365728 w 592447"/>
                    <a:gd name="csY651" fmla="*/ 187351 h 338506"/>
                    <a:gd name="csX652" fmla="*/ 348202 w 592447"/>
                    <a:gd name="csY652" fmla="*/ 197542 h 338506"/>
                    <a:gd name="csX653" fmla="*/ 348202 w 592447"/>
                    <a:gd name="csY653" fmla="*/ 198876 h 338506"/>
                    <a:gd name="csX654" fmla="*/ 364681 w 592447"/>
                    <a:gd name="csY654" fmla="*/ 208401 h 338506"/>
                    <a:gd name="csX655" fmla="*/ 366967 w 592447"/>
                    <a:gd name="csY655" fmla="*/ 208401 h 338506"/>
                    <a:gd name="csX656" fmla="*/ 384492 w 592447"/>
                    <a:gd name="csY656" fmla="*/ 198304 h 338506"/>
                    <a:gd name="csX657" fmla="*/ 384492 w 592447"/>
                    <a:gd name="csY657" fmla="*/ 196971 h 338506"/>
                    <a:gd name="csX658" fmla="*/ 420688 w 592447"/>
                    <a:gd name="csY658" fmla="*/ 156871 h 338506"/>
                    <a:gd name="csX659" fmla="*/ 418402 w 592447"/>
                    <a:gd name="csY659" fmla="*/ 156871 h 338506"/>
                    <a:gd name="csX660" fmla="*/ 396494 w 592447"/>
                    <a:gd name="csY660" fmla="*/ 169539 h 338506"/>
                    <a:gd name="csX661" fmla="*/ 396494 w 592447"/>
                    <a:gd name="csY661" fmla="*/ 170872 h 338506"/>
                    <a:gd name="csX662" fmla="*/ 412972 w 592447"/>
                    <a:gd name="csY662" fmla="*/ 180397 h 338506"/>
                    <a:gd name="csX663" fmla="*/ 415258 w 592447"/>
                    <a:gd name="csY663" fmla="*/ 180397 h 338506"/>
                    <a:gd name="csX664" fmla="*/ 437166 w 592447"/>
                    <a:gd name="csY664" fmla="*/ 167729 h 338506"/>
                    <a:gd name="csX665" fmla="*/ 437166 w 592447"/>
                    <a:gd name="csY665" fmla="*/ 166396 h 338506"/>
                    <a:gd name="csX666" fmla="*/ 319723 w 592447"/>
                    <a:gd name="csY666" fmla="*/ 215164 h 338506"/>
                    <a:gd name="csX667" fmla="*/ 317437 w 592447"/>
                    <a:gd name="csY667" fmla="*/ 215164 h 338506"/>
                    <a:gd name="csX668" fmla="*/ 199993 w 592447"/>
                    <a:gd name="csY668" fmla="*/ 282982 h 338506"/>
                    <a:gd name="csX669" fmla="*/ 199993 w 592447"/>
                    <a:gd name="csY669" fmla="*/ 284315 h 338506"/>
                    <a:gd name="csX670" fmla="*/ 216472 w 592447"/>
                    <a:gd name="csY670" fmla="*/ 293840 h 338506"/>
                    <a:gd name="csX671" fmla="*/ 218758 w 592447"/>
                    <a:gd name="csY671" fmla="*/ 293840 h 338506"/>
                    <a:gd name="csX672" fmla="*/ 336201 w 592447"/>
                    <a:gd name="csY672" fmla="*/ 226022 h 338506"/>
                    <a:gd name="csX673" fmla="*/ 336201 w 592447"/>
                    <a:gd name="csY673" fmla="*/ 224689 h 338506"/>
                    <a:gd name="csX674" fmla="*/ 195898 w 592447"/>
                    <a:gd name="csY674" fmla="*/ 286792 h 338506"/>
                    <a:gd name="csX675" fmla="*/ 193612 w 592447"/>
                    <a:gd name="csY675" fmla="*/ 286792 h 338506"/>
                    <a:gd name="csX676" fmla="*/ 175609 w 592447"/>
                    <a:gd name="csY676" fmla="*/ 296888 h 338506"/>
                    <a:gd name="csX677" fmla="*/ 175609 w 592447"/>
                    <a:gd name="csY677" fmla="*/ 298221 h 338506"/>
                    <a:gd name="csX678" fmla="*/ 192088 w 592447"/>
                    <a:gd name="csY678" fmla="*/ 307746 h 338506"/>
                    <a:gd name="csX679" fmla="*/ 194374 w 592447"/>
                    <a:gd name="csY679" fmla="*/ 307746 h 338506"/>
                    <a:gd name="csX680" fmla="*/ 211900 w 592447"/>
                    <a:gd name="csY680" fmla="*/ 297650 h 338506"/>
                    <a:gd name="csX681" fmla="*/ 211900 w 592447"/>
                    <a:gd name="csY681" fmla="*/ 296317 h 338506"/>
                    <a:gd name="csX682" fmla="*/ 344107 w 592447"/>
                    <a:gd name="csY682" fmla="*/ 201067 h 338506"/>
                    <a:gd name="csX683" fmla="*/ 341821 w 592447"/>
                    <a:gd name="csY683" fmla="*/ 201067 h 338506"/>
                    <a:gd name="csX684" fmla="*/ 324199 w 592447"/>
                    <a:gd name="csY684" fmla="*/ 211163 h 338506"/>
                    <a:gd name="csX685" fmla="*/ 324199 w 592447"/>
                    <a:gd name="csY685" fmla="*/ 212496 h 338506"/>
                    <a:gd name="csX686" fmla="*/ 340677 w 592447"/>
                    <a:gd name="csY686" fmla="*/ 222021 h 338506"/>
                    <a:gd name="csX687" fmla="*/ 342963 w 592447"/>
                    <a:gd name="csY687" fmla="*/ 222021 h 338506"/>
                    <a:gd name="csX688" fmla="*/ 360585 w 592447"/>
                    <a:gd name="csY688" fmla="*/ 211925 h 338506"/>
                    <a:gd name="csX689" fmla="*/ 360585 w 592447"/>
                    <a:gd name="csY689" fmla="*/ 210592 h 338506"/>
                    <a:gd name="csX690" fmla="*/ 171799 w 592447"/>
                    <a:gd name="csY690" fmla="*/ 300603 h 338506"/>
                    <a:gd name="csX691" fmla="*/ 169513 w 592447"/>
                    <a:gd name="csY691" fmla="*/ 300603 h 338506"/>
                    <a:gd name="csX692" fmla="*/ 151892 w 592447"/>
                    <a:gd name="csY692" fmla="*/ 310795 h 338506"/>
                    <a:gd name="csX693" fmla="*/ 151892 w 592447"/>
                    <a:gd name="csY693" fmla="*/ 312033 h 338506"/>
                    <a:gd name="csX694" fmla="*/ 168370 w 592447"/>
                    <a:gd name="csY694" fmla="*/ 321558 h 338506"/>
                    <a:gd name="csX695" fmla="*/ 170656 w 592447"/>
                    <a:gd name="csY695" fmla="*/ 321558 h 338506"/>
                    <a:gd name="csX696" fmla="*/ 188277 w 592447"/>
                    <a:gd name="csY696" fmla="*/ 311366 h 338506"/>
                    <a:gd name="csX697" fmla="*/ 188277 w 592447"/>
                    <a:gd name="csY697" fmla="*/ 310128 h 338506"/>
                    <a:gd name="csX698" fmla="*/ 392398 w 592447"/>
                    <a:gd name="csY698" fmla="*/ 173158 h 338506"/>
                    <a:gd name="csX699" fmla="*/ 390112 w 592447"/>
                    <a:gd name="csY699" fmla="*/ 173158 h 338506"/>
                    <a:gd name="csX700" fmla="*/ 372491 w 592447"/>
                    <a:gd name="csY700" fmla="*/ 183255 h 338506"/>
                    <a:gd name="csX701" fmla="*/ 372491 w 592447"/>
                    <a:gd name="csY701" fmla="*/ 184588 h 338506"/>
                    <a:gd name="csX702" fmla="*/ 388969 w 592447"/>
                    <a:gd name="csY702" fmla="*/ 194113 h 338506"/>
                    <a:gd name="csX703" fmla="*/ 391255 w 592447"/>
                    <a:gd name="csY703" fmla="*/ 194113 h 338506"/>
                    <a:gd name="csX704" fmla="*/ 408876 w 592447"/>
                    <a:gd name="csY704" fmla="*/ 183921 h 338506"/>
                    <a:gd name="csX705" fmla="*/ 408876 w 592447"/>
                    <a:gd name="csY705" fmla="*/ 182588 h 338506"/>
                    <a:gd name="csX706" fmla="*/ 466979 w 592447"/>
                    <a:gd name="csY706" fmla="*/ 130105 h 338506"/>
                    <a:gd name="csX707" fmla="*/ 464693 w 592447"/>
                    <a:gd name="csY707" fmla="*/ 130105 h 338506"/>
                    <a:gd name="csX708" fmla="*/ 450501 w 592447"/>
                    <a:gd name="csY708" fmla="*/ 138297 h 338506"/>
                    <a:gd name="csX709" fmla="*/ 450501 w 592447"/>
                    <a:gd name="csY709" fmla="*/ 139630 h 338506"/>
                    <a:gd name="csX710" fmla="*/ 467074 w 592447"/>
                    <a:gd name="csY710" fmla="*/ 149155 h 338506"/>
                    <a:gd name="csX711" fmla="*/ 469265 w 592447"/>
                    <a:gd name="csY711" fmla="*/ 149155 h 338506"/>
                    <a:gd name="csX712" fmla="*/ 483552 w 592447"/>
                    <a:gd name="csY712" fmla="*/ 140964 h 338506"/>
                    <a:gd name="csX713" fmla="*/ 483552 w 592447"/>
                    <a:gd name="csY713" fmla="*/ 139630 h 338506"/>
                    <a:gd name="csX714" fmla="*/ 512699 w 592447"/>
                    <a:gd name="csY714" fmla="*/ 96958 h 338506"/>
                    <a:gd name="csX715" fmla="*/ 526987 w 592447"/>
                    <a:gd name="csY715" fmla="*/ 88671 h 338506"/>
                    <a:gd name="csX716" fmla="*/ 526987 w 592447"/>
                    <a:gd name="csY716" fmla="*/ 87338 h 338506"/>
                    <a:gd name="csX717" fmla="*/ 510508 w 592447"/>
                    <a:gd name="csY717" fmla="*/ 77813 h 338506"/>
                    <a:gd name="csX718" fmla="*/ 508222 w 592447"/>
                    <a:gd name="csY718" fmla="*/ 77813 h 338506"/>
                    <a:gd name="csX719" fmla="*/ 493935 w 592447"/>
                    <a:gd name="csY719" fmla="*/ 86004 h 338506"/>
                    <a:gd name="csX720" fmla="*/ 493935 w 592447"/>
                    <a:gd name="csY720" fmla="*/ 87338 h 338506"/>
                    <a:gd name="csX721" fmla="*/ 510413 w 592447"/>
                    <a:gd name="csY721" fmla="*/ 96863 h 338506"/>
                    <a:gd name="csX722" fmla="*/ 512508 w 592447"/>
                    <a:gd name="csY722" fmla="*/ 97149 h 338506"/>
                    <a:gd name="csX723" fmla="*/ 419449 w 592447"/>
                    <a:gd name="csY723" fmla="*/ 96292 h 338506"/>
                    <a:gd name="csX724" fmla="*/ 433737 w 592447"/>
                    <a:gd name="csY724" fmla="*/ 88100 h 338506"/>
                    <a:gd name="csX725" fmla="*/ 433737 w 592447"/>
                    <a:gd name="csY725" fmla="*/ 86767 h 338506"/>
                    <a:gd name="csX726" fmla="*/ 417258 w 592447"/>
                    <a:gd name="csY726" fmla="*/ 77242 h 338506"/>
                    <a:gd name="csX727" fmla="*/ 414973 w 592447"/>
                    <a:gd name="csY727" fmla="*/ 77242 h 338506"/>
                    <a:gd name="csX728" fmla="*/ 400685 w 592447"/>
                    <a:gd name="csY728" fmla="*/ 85433 h 338506"/>
                    <a:gd name="csX729" fmla="*/ 400685 w 592447"/>
                    <a:gd name="csY729" fmla="*/ 86767 h 338506"/>
                    <a:gd name="csX730" fmla="*/ 417163 w 592447"/>
                    <a:gd name="csY730" fmla="*/ 96292 h 338506"/>
                    <a:gd name="csX731" fmla="*/ 419259 w 592447"/>
                    <a:gd name="csY731" fmla="*/ 96482 h 338506"/>
                    <a:gd name="csX732" fmla="*/ 371824 w 592447"/>
                    <a:gd name="csY732" fmla="*/ 178016 h 338506"/>
                    <a:gd name="csX733" fmla="*/ 413544 w 592447"/>
                    <a:gd name="csY733" fmla="*/ 153918 h 338506"/>
                    <a:gd name="csX734" fmla="*/ 413544 w 592447"/>
                    <a:gd name="csY734" fmla="*/ 152679 h 338506"/>
                    <a:gd name="csX735" fmla="*/ 397066 w 592447"/>
                    <a:gd name="csY735" fmla="*/ 143154 h 338506"/>
                    <a:gd name="csX736" fmla="*/ 394780 w 592447"/>
                    <a:gd name="csY736" fmla="*/ 143154 h 338506"/>
                    <a:gd name="csX737" fmla="*/ 353060 w 592447"/>
                    <a:gd name="csY737" fmla="*/ 167253 h 338506"/>
                    <a:gd name="csX738" fmla="*/ 353060 w 592447"/>
                    <a:gd name="csY738" fmla="*/ 168586 h 338506"/>
                    <a:gd name="csX739" fmla="*/ 369538 w 592447"/>
                    <a:gd name="csY739" fmla="*/ 178111 h 338506"/>
                    <a:gd name="csX740" fmla="*/ 372015 w 592447"/>
                    <a:gd name="csY740" fmla="*/ 178207 h 338506"/>
                    <a:gd name="csX741" fmla="*/ 489172 w 592447"/>
                    <a:gd name="csY741" fmla="*/ 108960 h 338506"/>
                    <a:gd name="csX742" fmla="*/ 491458 w 592447"/>
                    <a:gd name="csY742" fmla="*/ 108960 h 338506"/>
                    <a:gd name="csX743" fmla="*/ 505746 w 592447"/>
                    <a:gd name="csY743" fmla="*/ 100768 h 338506"/>
                    <a:gd name="csX744" fmla="*/ 505746 w 592447"/>
                    <a:gd name="csY744" fmla="*/ 99435 h 338506"/>
                    <a:gd name="csX745" fmla="*/ 489267 w 592447"/>
                    <a:gd name="csY745" fmla="*/ 89910 h 338506"/>
                    <a:gd name="csX746" fmla="*/ 486982 w 592447"/>
                    <a:gd name="csY746" fmla="*/ 89910 h 338506"/>
                    <a:gd name="csX747" fmla="*/ 472694 w 592447"/>
                    <a:gd name="csY747" fmla="*/ 98196 h 338506"/>
                    <a:gd name="csX748" fmla="*/ 472694 w 592447"/>
                    <a:gd name="csY748" fmla="*/ 99530 h 338506"/>
                    <a:gd name="csX749" fmla="*/ 467932 w 592447"/>
                    <a:gd name="csY749" fmla="*/ 95339 h 338506"/>
                    <a:gd name="csX750" fmla="*/ 482124 w 592447"/>
                    <a:gd name="csY750" fmla="*/ 87148 h 338506"/>
                    <a:gd name="csX751" fmla="*/ 482124 w 592447"/>
                    <a:gd name="csY751" fmla="*/ 85814 h 338506"/>
                    <a:gd name="csX752" fmla="*/ 465646 w 592447"/>
                    <a:gd name="csY752" fmla="*/ 76289 h 338506"/>
                    <a:gd name="csX753" fmla="*/ 463360 w 592447"/>
                    <a:gd name="csY753" fmla="*/ 76289 h 338506"/>
                    <a:gd name="csX754" fmla="*/ 449167 w 592447"/>
                    <a:gd name="csY754" fmla="*/ 84576 h 338506"/>
                    <a:gd name="csX755" fmla="*/ 449167 w 592447"/>
                    <a:gd name="csY755" fmla="*/ 85909 h 338506"/>
                    <a:gd name="csX756" fmla="*/ 465741 w 592447"/>
                    <a:gd name="csY756" fmla="*/ 95434 h 338506"/>
                    <a:gd name="csX757" fmla="*/ 468122 w 592447"/>
                    <a:gd name="csY757" fmla="*/ 95530 h 338506"/>
                    <a:gd name="csX758" fmla="*/ 351155 w 592447"/>
                    <a:gd name="csY758" fmla="*/ 190018 h 338506"/>
                    <a:gd name="csX759" fmla="*/ 365442 w 592447"/>
                    <a:gd name="csY759" fmla="*/ 181731 h 338506"/>
                    <a:gd name="csX760" fmla="*/ 365442 w 592447"/>
                    <a:gd name="csY760" fmla="*/ 180397 h 338506"/>
                    <a:gd name="csX761" fmla="*/ 348964 w 592447"/>
                    <a:gd name="csY761" fmla="*/ 170872 h 338506"/>
                    <a:gd name="csX762" fmla="*/ 346678 w 592447"/>
                    <a:gd name="csY762" fmla="*/ 170872 h 338506"/>
                    <a:gd name="csX763" fmla="*/ 332391 w 592447"/>
                    <a:gd name="csY763" fmla="*/ 179064 h 338506"/>
                    <a:gd name="csX764" fmla="*/ 332391 w 592447"/>
                    <a:gd name="csY764" fmla="*/ 180397 h 338506"/>
                    <a:gd name="csX765" fmla="*/ 348869 w 592447"/>
                    <a:gd name="csY765" fmla="*/ 189922 h 338506"/>
                    <a:gd name="csX766" fmla="*/ 351155 w 592447"/>
                    <a:gd name="csY766" fmla="*/ 190018 h 338506"/>
                    <a:gd name="csX767" fmla="*/ 443262 w 592447"/>
                    <a:gd name="csY767" fmla="*/ 135439 h 338506"/>
                    <a:gd name="csX768" fmla="*/ 445548 w 592447"/>
                    <a:gd name="csY768" fmla="*/ 135439 h 338506"/>
                    <a:gd name="csX769" fmla="*/ 459835 w 592447"/>
                    <a:gd name="csY769" fmla="*/ 127248 h 338506"/>
                    <a:gd name="csX770" fmla="*/ 459835 w 592447"/>
                    <a:gd name="csY770" fmla="*/ 125914 h 338506"/>
                    <a:gd name="csX771" fmla="*/ 443357 w 592447"/>
                    <a:gd name="csY771" fmla="*/ 116389 h 338506"/>
                    <a:gd name="csX772" fmla="*/ 441071 w 592447"/>
                    <a:gd name="csY772" fmla="*/ 116389 h 338506"/>
                    <a:gd name="csX773" fmla="*/ 426783 w 592447"/>
                    <a:gd name="csY773" fmla="*/ 124581 h 338506"/>
                    <a:gd name="csX774" fmla="*/ 426783 w 592447"/>
                    <a:gd name="csY774" fmla="*/ 125914 h 338506"/>
                    <a:gd name="csX775" fmla="*/ 246856 w 592447"/>
                    <a:gd name="csY775" fmla="*/ 250216 h 338506"/>
                    <a:gd name="csX776" fmla="*/ 261144 w 592447"/>
                    <a:gd name="csY776" fmla="*/ 241929 h 338506"/>
                    <a:gd name="csX777" fmla="*/ 261144 w 592447"/>
                    <a:gd name="csY777" fmla="*/ 240595 h 338506"/>
                    <a:gd name="csX778" fmla="*/ 244666 w 592447"/>
                    <a:gd name="csY778" fmla="*/ 231070 h 338506"/>
                    <a:gd name="csX779" fmla="*/ 242380 w 592447"/>
                    <a:gd name="csY779" fmla="*/ 231070 h 338506"/>
                    <a:gd name="csX780" fmla="*/ 228092 w 592447"/>
                    <a:gd name="csY780" fmla="*/ 239262 h 338506"/>
                    <a:gd name="csX781" fmla="*/ 228092 w 592447"/>
                    <a:gd name="csY781" fmla="*/ 240595 h 338506"/>
                    <a:gd name="csX782" fmla="*/ 244570 w 592447"/>
                    <a:gd name="csY782" fmla="*/ 250120 h 338506"/>
                    <a:gd name="csX783" fmla="*/ 246856 w 592447"/>
                    <a:gd name="csY783" fmla="*/ 250501 h 338506"/>
                    <a:gd name="csX784" fmla="*/ 267716 w 592447"/>
                    <a:gd name="csY784" fmla="*/ 238119 h 338506"/>
                    <a:gd name="csX785" fmla="*/ 282004 w 592447"/>
                    <a:gd name="csY785" fmla="*/ 229927 h 338506"/>
                    <a:gd name="csX786" fmla="*/ 282004 w 592447"/>
                    <a:gd name="csY786" fmla="*/ 228594 h 338506"/>
                    <a:gd name="csX787" fmla="*/ 265525 w 592447"/>
                    <a:gd name="csY787" fmla="*/ 219069 h 338506"/>
                    <a:gd name="csX788" fmla="*/ 263239 w 592447"/>
                    <a:gd name="csY788" fmla="*/ 219069 h 338506"/>
                    <a:gd name="csX789" fmla="*/ 248952 w 592447"/>
                    <a:gd name="csY789" fmla="*/ 227356 h 338506"/>
                    <a:gd name="csX790" fmla="*/ 248952 w 592447"/>
                    <a:gd name="csY790" fmla="*/ 228689 h 338506"/>
                    <a:gd name="csX791" fmla="*/ 265430 w 592447"/>
                    <a:gd name="csY791" fmla="*/ 238214 h 338506"/>
                    <a:gd name="csX792" fmla="*/ 267716 w 592447"/>
                    <a:gd name="csY792" fmla="*/ 238404 h 338506"/>
                    <a:gd name="csX793" fmla="*/ 225997 w 592447"/>
                    <a:gd name="csY793" fmla="*/ 262217 h 338506"/>
                    <a:gd name="csX794" fmla="*/ 240284 w 592447"/>
                    <a:gd name="csY794" fmla="*/ 253930 h 338506"/>
                    <a:gd name="csX795" fmla="*/ 240284 w 592447"/>
                    <a:gd name="csY795" fmla="*/ 252692 h 338506"/>
                    <a:gd name="csX796" fmla="*/ 223806 w 592447"/>
                    <a:gd name="csY796" fmla="*/ 243167 h 338506"/>
                    <a:gd name="csX797" fmla="*/ 221520 w 592447"/>
                    <a:gd name="csY797" fmla="*/ 243167 h 338506"/>
                    <a:gd name="csX798" fmla="*/ 207232 w 592447"/>
                    <a:gd name="csY798" fmla="*/ 251454 h 338506"/>
                    <a:gd name="csX799" fmla="*/ 207232 w 592447"/>
                    <a:gd name="csY799" fmla="*/ 252692 h 338506"/>
                    <a:gd name="csX800" fmla="*/ 223806 w 592447"/>
                    <a:gd name="csY800" fmla="*/ 262217 h 338506"/>
                    <a:gd name="csX801" fmla="*/ 225997 w 592447"/>
                    <a:gd name="csY801" fmla="*/ 262503 h 338506"/>
                    <a:gd name="csX802" fmla="*/ 309435 w 592447"/>
                    <a:gd name="csY802" fmla="*/ 214021 h 338506"/>
                    <a:gd name="csX803" fmla="*/ 323723 w 592447"/>
                    <a:gd name="csY803" fmla="*/ 205829 h 338506"/>
                    <a:gd name="csX804" fmla="*/ 323723 w 592447"/>
                    <a:gd name="csY804" fmla="*/ 204496 h 338506"/>
                    <a:gd name="csX805" fmla="*/ 307245 w 592447"/>
                    <a:gd name="csY805" fmla="*/ 194971 h 338506"/>
                    <a:gd name="csX806" fmla="*/ 304959 w 592447"/>
                    <a:gd name="csY806" fmla="*/ 194971 h 338506"/>
                    <a:gd name="csX807" fmla="*/ 290671 w 592447"/>
                    <a:gd name="csY807" fmla="*/ 203162 h 338506"/>
                    <a:gd name="csX808" fmla="*/ 290671 w 592447"/>
                    <a:gd name="csY808" fmla="*/ 204496 h 338506"/>
                    <a:gd name="csX809" fmla="*/ 307150 w 592447"/>
                    <a:gd name="csY809" fmla="*/ 214021 h 338506"/>
                    <a:gd name="csX810" fmla="*/ 309435 w 592447"/>
                    <a:gd name="csY810" fmla="*/ 214306 h 338506"/>
                    <a:gd name="csX811" fmla="*/ 288576 w 592447"/>
                    <a:gd name="csY811" fmla="*/ 226117 h 338506"/>
                    <a:gd name="csX812" fmla="*/ 302863 w 592447"/>
                    <a:gd name="csY812" fmla="*/ 217831 h 338506"/>
                    <a:gd name="csX813" fmla="*/ 302863 w 592447"/>
                    <a:gd name="csY813" fmla="*/ 216497 h 338506"/>
                    <a:gd name="csX814" fmla="*/ 286385 w 592447"/>
                    <a:gd name="csY814" fmla="*/ 206972 h 338506"/>
                    <a:gd name="csX815" fmla="*/ 284099 w 592447"/>
                    <a:gd name="csY815" fmla="*/ 206972 h 338506"/>
                    <a:gd name="csX816" fmla="*/ 269812 w 592447"/>
                    <a:gd name="csY816" fmla="*/ 215164 h 338506"/>
                    <a:gd name="csX817" fmla="*/ 269812 w 592447"/>
                    <a:gd name="csY817" fmla="*/ 216497 h 338506"/>
                    <a:gd name="csX818" fmla="*/ 286290 w 592447"/>
                    <a:gd name="csY818" fmla="*/ 226022 h 338506"/>
                    <a:gd name="csX819" fmla="*/ 288576 w 592447"/>
                    <a:gd name="csY819" fmla="*/ 226403 h 338506"/>
                    <a:gd name="csX820" fmla="*/ 330295 w 592447"/>
                    <a:gd name="csY820" fmla="*/ 202019 h 338506"/>
                    <a:gd name="csX821" fmla="*/ 344583 w 592447"/>
                    <a:gd name="csY821" fmla="*/ 193733 h 338506"/>
                    <a:gd name="csX822" fmla="*/ 344583 w 592447"/>
                    <a:gd name="csY822" fmla="*/ 192494 h 338506"/>
                    <a:gd name="csX823" fmla="*/ 328105 w 592447"/>
                    <a:gd name="csY823" fmla="*/ 182969 h 338506"/>
                    <a:gd name="csX824" fmla="*/ 325819 w 592447"/>
                    <a:gd name="csY824" fmla="*/ 182969 h 338506"/>
                    <a:gd name="csX825" fmla="*/ 311531 w 592447"/>
                    <a:gd name="csY825" fmla="*/ 191256 h 338506"/>
                    <a:gd name="csX826" fmla="*/ 311531 w 592447"/>
                    <a:gd name="csY826" fmla="*/ 192494 h 338506"/>
                    <a:gd name="csX827" fmla="*/ 328009 w 592447"/>
                    <a:gd name="csY827" fmla="*/ 202019 h 338506"/>
                    <a:gd name="csX828" fmla="*/ 330295 w 592447"/>
                    <a:gd name="csY828" fmla="*/ 202305 h 338506"/>
                    <a:gd name="csX829" fmla="*/ 425545 w 592447"/>
                    <a:gd name="csY829" fmla="*/ 23902 h 338506"/>
                    <a:gd name="csX830" fmla="*/ 427831 w 592447"/>
                    <a:gd name="csY830" fmla="*/ 23902 h 338506"/>
                    <a:gd name="csX831" fmla="*/ 442024 w 592447"/>
                    <a:gd name="csY831" fmla="*/ 15615 h 338506"/>
                    <a:gd name="csX832" fmla="*/ 442024 w 592447"/>
                    <a:gd name="csY832" fmla="*/ 14281 h 338506"/>
                    <a:gd name="csX833" fmla="*/ 437547 w 592447"/>
                    <a:gd name="csY833" fmla="*/ 11805 h 338506"/>
                    <a:gd name="csX834" fmla="*/ 435356 w 592447"/>
                    <a:gd name="csY834" fmla="*/ 11805 h 338506"/>
                    <a:gd name="csX835" fmla="*/ 421068 w 592447"/>
                    <a:gd name="csY835" fmla="*/ 20092 h 338506"/>
                    <a:gd name="csX836" fmla="*/ 421068 w 592447"/>
                    <a:gd name="csY836" fmla="*/ 21330 h 338506"/>
                    <a:gd name="csX837" fmla="*/ 322961 w 592447"/>
                    <a:gd name="csY837" fmla="*/ 90577 h 338506"/>
                    <a:gd name="csX838" fmla="*/ 325152 w 592447"/>
                    <a:gd name="csY838" fmla="*/ 90577 h 338506"/>
                    <a:gd name="csX839" fmla="*/ 339439 w 592447"/>
                    <a:gd name="csY839" fmla="*/ 82290 h 338506"/>
                    <a:gd name="csX840" fmla="*/ 339439 w 592447"/>
                    <a:gd name="csY840" fmla="*/ 81052 h 338506"/>
                    <a:gd name="csX841" fmla="*/ 322961 w 592447"/>
                    <a:gd name="csY841" fmla="*/ 71527 h 338506"/>
                    <a:gd name="csX842" fmla="*/ 320675 w 592447"/>
                    <a:gd name="csY842" fmla="*/ 71527 h 338506"/>
                    <a:gd name="csX843" fmla="*/ 306388 w 592447"/>
                    <a:gd name="csY843" fmla="*/ 79813 h 338506"/>
                    <a:gd name="csX844" fmla="*/ 306388 w 592447"/>
                    <a:gd name="csY844" fmla="*/ 81052 h 338506"/>
                    <a:gd name="csX845" fmla="*/ 364585 w 592447"/>
                    <a:gd name="csY845" fmla="*/ 66574 h 338506"/>
                    <a:gd name="csX846" fmla="*/ 366871 w 592447"/>
                    <a:gd name="csY846" fmla="*/ 66574 h 338506"/>
                    <a:gd name="csX847" fmla="*/ 381159 w 592447"/>
                    <a:gd name="csY847" fmla="*/ 58382 h 338506"/>
                    <a:gd name="csX848" fmla="*/ 381159 w 592447"/>
                    <a:gd name="csY848" fmla="*/ 57049 h 338506"/>
                    <a:gd name="csX849" fmla="*/ 364681 w 592447"/>
                    <a:gd name="csY849" fmla="*/ 47524 h 338506"/>
                    <a:gd name="csX850" fmla="*/ 362395 w 592447"/>
                    <a:gd name="csY850" fmla="*/ 47524 h 338506"/>
                    <a:gd name="csX851" fmla="*/ 348107 w 592447"/>
                    <a:gd name="csY851" fmla="*/ 55810 h 338506"/>
                    <a:gd name="csX852" fmla="*/ 348107 w 592447"/>
                    <a:gd name="csY852" fmla="*/ 57144 h 338506"/>
                    <a:gd name="csX853" fmla="*/ 297434 w 592447"/>
                    <a:gd name="csY853" fmla="*/ 105340 h 338506"/>
                    <a:gd name="csX854" fmla="*/ 299720 w 592447"/>
                    <a:gd name="csY854" fmla="*/ 105340 h 338506"/>
                    <a:gd name="csX855" fmla="*/ 314008 w 592447"/>
                    <a:gd name="csY855" fmla="*/ 97149 h 338506"/>
                    <a:gd name="csX856" fmla="*/ 314008 w 592447"/>
                    <a:gd name="csY856" fmla="*/ 95815 h 338506"/>
                    <a:gd name="csX857" fmla="*/ 297529 w 592447"/>
                    <a:gd name="csY857" fmla="*/ 86290 h 338506"/>
                    <a:gd name="csX858" fmla="*/ 295243 w 592447"/>
                    <a:gd name="csY858" fmla="*/ 86290 h 338506"/>
                    <a:gd name="csX859" fmla="*/ 280956 w 592447"/>
                    <a:gd name="csY859" fmla="*/ 94577 h 338506"/>
                    <a:gd name="csX860" fmla="*/ 280956 w 592447"/>
                    <a:gd name="csY860" fmla="*/ 95911 h 338506"/>
                    <a:gd name="csX861" fmla="*/ 343725 w 592447"/>
                    <a:gd name="csY861" fmla="*/ 78575 h 338506"/>
                    <a:gd name="csX862" fmla="*/ 346011 w 592447"/>
                    <a:gd name="csY862" fmla="*/ 78575 h 338506"/>
                    <a:gd name="csX863" fmla="*/ 360299 w 592447"/>
                    <a:gd name="csY863" fmla="*/ 70384 h 338506"/>
                    <a:gd name="csX864" fmla="*/ 360299 w 592447"/>
                    <a:gd name="csY864" fmla="*/ 69050 h 338506"/>
                    <a:gd name="csX865" fmla="*/ 343821 w 592447"/>
                    <a:gd name="csY865" fmla="*/ 59525 h 338506"/>
                    <a:gd name="csX866" fmla="*/ 341535 w 592447"/>
                    <a:gd name="csY866" fmla="*/ 59525 h 338506"/>
                    <a:gd name="csX867" fmla="*/ 327247 w 592447"/>
                    <a:gd name="csY867" fmla="*/ 67717 h 338506"/>
                    <a:gd name="csX868" fmla="*/ 327247 w 592447"/>
                    <a:gd name="csY868" fmla="*/ 69050 h 338506"/>
                    <a:gd name="csX869" fmla="*/ 255715 w 592447"/>
                    <a:gd name="csY869" fmla="*/ 129343 h 338506"/>
                    <a:gd name="csX870" fmla="*/ 258000 w 592447"/>
                    <a:gd name="csY870" fmla="*/ 129343 h 338506"/>
                    <a:gd name="csX871" fmla="*/ 272288 w 592447"/>
                    <a:gd name="csY871" fmla="*/ 121152 h 338506"/>
                    <a:gd name="csX872" fmla="*/ 272288 w 592447"/>
                    <a:gd name="csY872" fmla="*/ 119818 h 338506"/>
                    <a:gd name="csX873" fmla="*/ 255810 w 592447"/>
                    <a:gd name="csY873" fmla="*/ 110293 h 338506"/>
                    <a:gd name="csX874" fmla="*/ 253524 w 592447"/>
                    <a:gd name="csY874" fmla="*/ 110293 h 338506"/>
                    <a:gd name="csX875" fmla="*/ 239236 w 592447"/>
                    <a:gd name="csY875" fmla="*/ 118580 h 338506"/>
                    <a:gd name="csX876" fmla="*/ 239236 w 592447"/>
                    <a:gd name="csY876" fmla="*/ 119818 h 338506"/>
                    <a:gd name="csX877" fmla="*/ 276574 w 592447"/>
                    <a:gd name="csY877" fmla="*/ 117342 h 338506"/>
                    <a:gd name="csX878" fmla="*/ 278860 w 592447"/>
                    <a:gd name="csY878" fmla="*/ 117342 h 338506"/>
                    <a:gd name="csX879" fmla="*/ 293148 w 592447"/>
                    <a:gd name="csY879" fmla="*/ 109055 h 338506"/>
                    <a:gd name="csX880" fmla="*/ 293148 w 592447"/>
                    <a:gd name="csY880" fmla="*/ 107721 h 338506"/>
                    <a:gd name="csX881" fmla="*/ 276669 w 592447"/>
                    <a:gd name="csY881" fmla="*/ 98196 h 338506"/>
                    <a:gd name="csX882" fmla="*/ 274383 w 592447"/>
                    <a:gd name="csY882" fmla="*/ 98196 h 338506"/>
                    <a:gd name="csX883" fmla="*/ 260096 w 592447"/>
                    <a:gd name="csY883" fmla="*/ 106388 h 338506"/>
                    <a:gd name="csX884" fmla="*/ 260096 w 592447"/>
                    <a:gd name="csY884" fmla="*/ 107721 h 338506"/>
                    <a:gd name="csX885" fmla="*/ 383826 w 592447"/>
                    <a:gd name="csY885" fmla="*/ 48476 h 338506"/>
                    <a:gd name="csX886" fmla="*/ 386112 w 592447"/>
                    <a:gd name="csY886" fmla="*/ 48476 h 338506"/>
                    <a:gd name="csX887" fmla="*/ 400399 w 592447"/>
                    <a:gd name="csY887" fmla="*/ 40285 h 338506"/>
                    <a:gd name="csX888" fmla="*/ 400399 w 592447"/>
                    <a:gd name="csY888" fmla="*/ 38951 h 338506"/>
                    <a:gd name="csX889" fmla="*/ 396018 w 592447"/>
                    <a:gd name="csY889" fmla="*/ 36379 h 338506"/>
                    <a:gd name="csX890" fmla="*/ 393732 w 592447"/>
                    <a:gd name="csY890" fmla="*/ 36379 h 338506"/>
                    <a:gd name="csX891" fmla="*/ 379444 w 592447"/>
                    <a:gd name="csY891" fmla="*/ 44571 h 338506"/>
                    <a:gd name="csX892" fmla="*/ 379444 w 592447"/>
                    <a:gd name="csY892" fmla="*/ 45904 h 338506"/>
                    <a:gd name="csX893" fmla="*/ 446405 w 592447"/>
                    <a:gd name="csY893" fmla="*/ 12376 h 338506"/>
                    <a:gd name="csX894" fmla="*/ 448691 w 592447"/>
                    <a:gd name="csY894" fmla="*/ 12376 h 338506"/>
                    <a:gd name="csX895" fmla="*/ 462883 w 592447"/>
                    <a:gd name="csY895" fmla="*/ 4185 h 338506"/>
                    <a:gd name="csX896" fmla="*/ 462883 w 592447"/>
                    <a:gd name="csY896" fmla="*/ 2851 h 338506"/>
                    <a:gd name="csX897" fmla="*/ 458407 w 592447"/>
                    <a:gd name="csY897" fmla="*/ 279 h 338506"/>
                    <a:gd name="csX898" fmla="*/ 456216 w 592447"/>
                    <a:gd name="csY898" fmla="*/ 279 h 338506"/>
                    <a:gd name="csX899" fmla="*/ 441928 w 592447"/>
                    <a:gd name="csY899" fmla="*/ 8471 h 338506"/>
                    <a:gd name="csX900" fmla="*/ 441928 w 592447"/>
                    <a:gd name="csY900" fmla="*/ 9804 h 338506"/>
                    <a:gd name="csX901" fmla="*/ 481076 w 592447"/>
                    <a:gd name="csY901" fmla="*/ 32379 h 338506"/>
                    <a:gd name="csX902" fmla="*/ 483267 w 592447"/>
                    <a:gd name="csY902" fmla="*/ 32379 h 338506"/>
                    <a:gd name="csX903" fmla="*/ 497554 w 592447"/>
                    <a:gd name="csY903" fmla="*/ 24187 h 338506"/>
                    <a:gd name="csX904" fmla="*/ 497554 w 592447"/>
                    <a:gd name="csY904" fmla="*/ 22854 h 338506"/>
                    <a:gd name="csX905" fmla="*/ 481076 w 592447"/>
                    <a:gd name="csY905" fmla="*/ 13329 h 338506"/>
                    <a:gd name="csX906" fmla="*/ 478790 w 592447"/>
                    <a:gd name="csY906" fmla="*/ 13329 h 338506"/>
                    <a:gd name="csX907" fmla="*/ 464502 w 592447"/>
                    <a:gd name="csY907" fmla="*/ 21616 h 338506"/>
                    <a:gd name="csX908" fmla="*/ 464502 w 592447"/>
                    <a:gd name="csY908" fmla="*/ 22949 h 338506"/>
                    <a:gd name="csX909" fmla="*/ 533178 w 592447"/>
                    <a:gd name="csY909" fmla="*/ 85243 h 338506"/>
                    <a:gd name="csX910" fmla="*/ 547465 w 592447"/>
                    <a:gd name="csY910" fmla="*/ 77051 h 338506"/>
                    <a:gd name="csX911" fmla="*/ 547465 w 592447"/>
                    <a:gd name="csY911" fmla="*/ 75718 h 338506"/>
                    <a:gd name="csX912" fmla="*/ 530987 w 592447"/>
                    <a:gd name="csY912" fmla="*/ 66193 h 338506"/>
                    <a:gd name="csX913" fmla="*/ 528701 w 592447"/>
                    <a:gd name="csY913" fmla="*/ 66193 h 338506"/>
                    <a:gd name="csX914" fmla="*/ 514414 w 592447"/>
                    <a:gd name="csY914" fmla="*/ 74479 h 338506"/>
                    <a:gd name="csX915" fmla="*/ 514414 w 592447"/>
                    <a:gd name="csY915" fmla="*/ 75813 h 338506"/>
                    <a:gd name="csX916" fmla="*/ 530892 w 592447"/>
                    <a:gd name="csY916" fmla="*/ 85338 h 338506"/>
                    <a:gd name="csX917" fmla="*/ 533368 w 592447"/>
                    <a:gd name="csY917" fmla="*/ 85243 h 338506"/>
                    <a:gd name="csX918" fmla="*/ 404685 w 592447"/>
                    <a:gd name="csY918" fmla="*/ 36379 h 338506"/>
                    <a:gd name="csX919" fmla="*/ 406971 w 592447"/>
                    <a:gd name="csY919" fmla="*/ 36379 h 338506"/>
                    <a:gd name="csX920" fmla="*/ 421259 w 592447"/>
                    <a:gd name="csY920" fmla="*/ 28093 h 338506"/>
                    <a:gd name="csX921" fmla="*/ 421259 w 592447"/>
                    <a:gd name="csY921" fmla="*/ 26854 h 338506"/>
                    <a:gd name="csX922" fmla="*/ 416877 w 592447"/>
                    <a:gd name="csY922" fmla="*/ 24283 h 338506"/>
                    <a:gd name="csX923" fmla="*/ 414592 w 592447"/>
                    <a:gd name="csY923" fmla="*/ 24283 h 338506"/>
                    <a:gd name="csX924" fmla="*/ 400304 w 592447"/>
                    <a:gd name="csY924" fmla="*/ 32474 h 338506"/>
                    <a:gd name="csX925" fmla="*/ 400304 w 592447"/>
                    <a:gd name="csY925" fmla="*/ 33808 h 338506"/>
                    <a:gd name="csX926" fmla="*/ 234855 w 592447"/>
                    <a:gd name="csY926" fmla="*/ 141154 h 338506"/>
                    <a:gd name="csX927" fmla="*/ 237141 w 592447"/>
                    <a:gd name="csY927" fmla="*/ 141154 h 338506"/>
                    <a:gd name="csX928" fmla="*/ 251809 w 592447"/>
                    <a:gd name="csY928" fmla="*/ 132868 h 338506"/>
                    <a:gd name="csX929" fmla="*/ 251809 w 592447"/>
                    <a:gd name="csY929" fmla="*/ 131534 h 338506"/>
                    <a:gd name="csX930" fmla="*/ 235331 w 592447"/>
                    <a:gd name="csY930" fmla="*/ 122009 h 338506"/>
                    <a:gd name="csX931" fmla="*/ 233045 w 592447"/>
                    <a:gd name="csY931" fmla="*/ 122009 h 338506"/>
                    <a:gd name="csX932" fmla="*/ 218758 w 592447"/>
                    <a:gd name="csY932" fmla="*/ 130201 h 338506"/>
                    <a:gd name="csX933" fmla="*/ 218758 w 592447"/>
                    <a:gd name="csY933" fmla="*/ 131534 h 3385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  <a:cxn ang="0">
                      <a:pos x="csX312" y="csY312"/>
                    </a:cxn>
                    <a:cxn ang="0">
                      <a:pos x="csX313" y="csY313"/>
                    </a:cxn>
                    <a:cxn ang="0">
                      <a:pos x="csX314" y="csY314"/>
                    </a:cxn>
                    <a:cxn ang="0">
                      <a:pos x="csX315" y="csY315"/>
                    </a:cxn>
                    <a:cxn ang="0">
                      <a:pos x="csX316" y="csY316"/>
                    </a:cxn>
                    <a:cxn ang="0">
                      <a:pos x="csX317" y="csY317"/>
                    </a:cxn>
                    <a:cxn ang="0">
                      <a:pos x="csX318" y="csY318"/>
                    </a:cxn>
                    <a:cxn ang="0">
                      <a:pos x="csX319" y="csY319"/>
                    </a:cxn>
                    <a:cxn ang="0">
                      <a:pos x="csX320" y="csY320"/>
                    </a:cxn>
                    <a:cxn ang="0">
                      <a:pos x="csX321" y="csY321"/>
                    </a:cxn>
                    <a:cxn ang="0">
                      <a:pos x="csX322" y="csY322"/>
                    </a:cxn>
                    <a:cxn ang="0">
                      <a:pos x="csX323" y="csY323"/>
                    </a:cxn>
                    <a:cxn ang="0">
                      <a:pos x="csX324" y="csY324"/>
                    </a:cxn>
                    <a:cxn ang="0">
                      <a:pos x="csX325" y="csY325"/>
                    </a:cxn>
                    <a:cxn ang="0">
                      <a:pos x="csX326" y="csY326"/>
                    </a:cxn>
                    <a:cxn ang="0">
                      <a:pos x="csX327" y="csY327"/>
                    </a:cxn>
                    <a:cxn ang="0">
                      <a:pos x="csX328" y="csY328"/>
                    </a:cxn>
                    <a:cxn ang="0">
                      <a:pos x="csX329" y="csY329"/>
                    </a:cxn>
                    <a:cxn ang="0">
                      <a:pos x="csX330" y="csY330"/>
                    </a:cxn>
                    <a:cxn ang="0">
                      <a:pos x="csX331" y="csY331"/>
                    </a:cxn>
                    <a:cxn ang="0">
                      <a:pos x="csX332" y="csY332"/>
                    </a:cxn>
                    <a:cxn ang="0">
                      <a:pos x="csX333" y="csY333"/>
                    </a:cxn>
                    <a:cxn ang="0">
                      <a:pos x="csX334" y="csY334"/>
                    </a:cxn>
                    <a:cxn ang="0">
                      <a:pos x="csX335" y="csY335"/>
                    </a:cxn>
                    <a:cxn ang="0">
                      <a:pos x="csX336" y="csY336"/>
                    </a:cxn>
                    <a:cxn ang="0">
                      <a:pos x="csX337" y="csY337"/>
                    </a:cxn>
                    <a:cxn ang="0">
                      <a:pos x="csX338" y="csY338"/>
                    </a:cxn>
                    <a:cxn ang="0">
                      <a:pos x="csX339" y="csY339"/>
                    </a:cxn>
                    <a:cxn ang="0">
                      <a:pos x="csX340" y="csY340"/>
                    </a:cxn>
                    <a:cxn ang="0">
                      <a:pos x="csX341" y="csY341"/>
                    </a:cxn>
                    <a:cxn ang="0">
                      <a:pos x="csX342" y="csY342"/>
                    </a:cxn>
                    <a:cxn ang="0">
                      <a:pos x="csX343" y="csY343"/>
                    </a:cxn>
                    <a:cxn ang="0">
                      <a:pos x="csX344" y="csY344"/>
                    </a:cxn>
                    <a:cxn ang="0">
                      <a:pos x="csX345" y="csY345"/>
                    </a:cxn>
                    <a:cxn ang="0">
                      <a:pos x="csX346" y="csY346"/>
                    </a:cxn>
                    <a:cxn ang="0">
                      <a:pos x="csX347" y="csY347"/>
                    </a:cxn>
                    <a:cxn ang="0">
                      <a:pos x="csX348" y="csY348"/>
                    </a:cxn>
                    <a:cxn ang="0">
                      <a:pos x="csX349" y="csY349"/>
                    </a:cxn>
                    <a:cxn ang="0">
                      <a:pos x="csX350" y="csY350"/>
                    </a:cxn>
                    <a:cxn ang="0">
                      <a:pos x="csX351" y="csY351"/>
                    </a:cxn>
                    <a:cxn ang="0">
                      <a:pos x="csX352" y="csY352"/>
                    </a:cxn>
                    <a:cxn ang="0">
                      <a:pos x="csX353" y="csY353"/>
                    </a:cxn>
                    <a:cxn ang="0">
                      <a:pos x="csX354" y="csY354"/>
                    </a:cxn>
                    <a:cxn ang="0">
                      <a:pos x="csX355" y="csY355"/>
                    </a:cxn>
                    <a:cxn ang="0">
                      <a:pos x="csX356" y="csY356"/>
                    </a:cxn>
                    <a:cxn ang="0">
                      <a:pos x="csX357" y="csY357"/>
                    </a:cxn>
                    <a:cxn ang="0">
                      <a:pos x="csX358" y="csY358"/>
                    </a:cxn>
                    <a:cxn ang="0">
                      <a:pos x="csX359" y="csY359"/>
                    </a:cxn>
                    <a:cxn ang="0">
                      <a:pos x="csX360" y="csY360"/>
                    </a:cxn>
                    <a:cxn ang="0">
                      <a:pos x="csX361" y="csY361"/>
                    </a:cxn>
                    <a:cxn ang="0">
                      <a:pos x="csX362" y="csY362"/>
                    </a:cxn>
                    <a:cxn ang="0">
                      <a:pos x="csX363" y="csY363"/>
                    </a:cxn>
                    <a:cxn ang="0">
                      <a:pos x="csX364" y="csY364"/>
                    </a:cxn>
                    <a:cxn ang="0">
                      <a:pos x="csX365" y="csY365"/>
                    </a:cxn>
                    <a:cxn ang="0">
                      <a:pos x="csX366" y="csY366"/>
                    </a:cxn>
                    <a:cxn ang="0">
                      <a:pos x="csX367" y="csY367"/>
                    </a:cxn>
                    <a:cxn ang="0">
                      <a:pos x="csX368" y="csY368"/>
                    </a:cxn>
                    <a:cxn ang="0">
                      <a:pos x="csX369" y="csY369"/>
                    </a:cxn>
                    <a:cxn ang="0">
                      <a:pos x="csX370" y="csY370"/>
                    </a:cxn>
                    <a:cxn ang="0">
                      <a:pos x="csX371" y="csY371"/>
                    </a:cxn>
                    <a:cxn ang="0">
                      <a:pos x="csX372" y="csY372"/>
                    </a:cxn>
                    <a:cxn ang="0">
                      <a:pos x="csX373" y="csY373"/>
                    </a:cxn>
                    <a:cxn ang="0">
                      <a:pos x="csX374" y="csY374"/>
                    </a:cxn>
                    <a:cxn ang="0">
                      <a:pos x="csX375" y="csY375"/>
                    </a:cxn>
                    <a:cxn ang="0">
                      <a:pos x="csX376" y="csY376"/>
                    </a:cxn>
                    <a:cxn ang="0">
                      <a:pos x="csX377" y="csY377"/>
                    </a:cxn>
                    <a:cxn ang="0">
                      <a:pos x="csX378" y="csY378"/>
                    </a:cxn>
                    <a:cxn ang="0">
                      <a:pos x="csX379" y="csY379"/>
                    </a:cxn>
                    <a:cxn ang="0">
                      <a:pos x="csX380" y="csY380"/>
                    </a:cxn>
                    <a:cxn ang="0">
                      <a:pos x="csX381" y="csY381"/>
                    </a:cxn>
                    <a:cxn ang="0">
                      <a:pos x="csX382" y="csY382"/>
                    </a:cxn>
                    <a:cxn ang="0">
                      <a:pos x="csX383" y="csY383"/>
                    </a:cxn>
                    <a:cxn ang="0">
                      <a:pos x="csX384" y="csY384"/>
                    </a:cxn>
                    <a:cxn ang="0">
                      <a:pos x="csX385" y="csY385"/>
                    </a:cxn>
                    <a:cxn ang="0">
                      <a:pos x="csX386" y="csY386"/>
                    </a:cxn>
                    <a:cxn ang="0">
                      <a:pos x="csX387" y="csY387"/>
                    </a:cxn>
                    <a:cxn ang="0">
                      <a:pos x="csX388" y="csY388"/>
                    </a:cxn>
                    <a:cxn ang="0">
                      <a:pos x="csX389" y="csY389"/>
                    </a:cxn>
                    <a:cxn ang="0">
                      <a:pos x="csX390" y="csY390"/>
                    </a:cxn>
                    <a:cxn ang="0">
                      <a:pos x="csX391" y="csY391"/>
                    </a:cxn>
                    <a:cxn ang="0">
                      <a:pos x="csX392" y="csY392"/>
                    </a:cxn>
                    <a:cxn ang="0">
                      <a:pos x="csX393" y="csY393"/>
                    </a:cxn>
                    <a:cxn ang="0">
                      <a:pos x="csX394" y="csY394"/>
                    </a:cxn>
                    <a:cxn ang="0">
                      <a:pos x="csX395" y="csY395"/>
                    </a:cxn>
                    <a:cxn ang="0">
                      <a:pos x="csX396" y="csY396"/>
                    </a:cxn>
                    <a:cxn ang="0">
                      <a:pos x="csX397" y="csY397"/>
                    </a:cxn>
                    <a:cxn ang="0">
                      <a:pos x="csX398" y="csY398"/>
                    </a:cxn>
                    <a:cxn ang="0">
                      <a:pos x="csX399" y="csY399"/>
                    </a:cxn>
                    <a:cxn ang="0">
                      <a:pos x="csX400" y="csY400"/>
                    </a:cxn>
                    <a:cxn ang="0">
                      <a:pos x="csX401" y="csY401"/>
                    </a:cxn>
                    <a:cxn ang="0">
                      <a:pos x="csX402" y="csY402"/>
                    </a:cxn>
                    <a:cxn ang="0">
                      <a:pos x="csX403" y="csY403"/>
                    </a:cxn>
                    <a:cxn ang="0">
                      <a:pos x="csX404" y="csY404"/>
                    </a:cxn>
                    <a:cxn ang="0">
                      <a:pos x="csX405" y="csY405"/>
                    </a:cxn>
                    <a:cxn ang="0">
                      <a:pos x="csX406" y="csY406"/>
                    </a:cxn>
                    <a:cxn ang="0">
                      <a:pos x="csX407" y="csY407"/>
                    </a:cxn>
                    <a:cxn ang="0">
                      <a:pos x="csX408" y="csY408"/>
                    </a:cxn>
                    <a:cxn ang="0">
                      <a:pos x="csX409" y="csY409"/>
                    </a:cxn>
                    <a:cxn ang="0">
                      <a:pos x="csX410" y="csY410"/>
                    </a:cxn>
                    <a:cxn ang="0">
                      <a:pos x="csX411" y="csY411"/>
                    </a:cxn>
                    <a:cxn ang="0">
                      <a:pos x="csX412" y="csY412"/>
                    </a:cxn>
                    <a:cxn ang="0">
                      <a:pos x="csX413" y="csY413"/>
                    </a:cxn>
                    <a:cxn ang="0">
                      <a:pos x="csX414" y="csY414"/>
                    </a:cxn>
                    <a:cxn ang="0">
                      <a:pos x="csX415" y="csY415"/>
                    </a:cxn>
                    <a:cxn ang="0">
                      <a:pos x="csX416" y="csY416"/>
                    </a:cxn>
                    <a:cxn ang="0">
                      <a:pos x="csX417" y="csY417"/>
                    </a:cxn>
                    <a:cxn ang="0">
                      <a:pos x="csX418" y="csY418"/>
                    </a:cxn>
                    <a:cxn ang="0">
                      <a:pos x="csX419" y="csY419"/>
                    </a:cxn>
                    <a:cxn ang="0">
                      <a:pos x="csX420" y="csY420"/>
                    </a:cxn>
                    <a:cxn ang="0">
                      <a:pos x="csX421" y="csY421"/>
                    </a:cxn>
                    <a:cxn ang="0">
                      <a:pos x="csX422" y="csY422"/>
                    </a:cxn>
                    <a:cxn ang="0">
                      <a:pos x="csX423" y="csY423"/>
                    </a:cxn>
                    <a:cxn ang="0">
                      <a:pos x="csX424" y="csY424"/>
                    </a:cxn>
                    <a:cxn ang="0">
                      <a:pos x="csX425" y="csY425"/>
                    </a:cxn>
                    <a:cxn ang="0">
                      <a:pos x="csX426" y="csY426"/>
                    </a:cxn>
                    <a:cxn ang="0">
                      <a:pos x="csX427" y="csY427"/>
                    </a:cxn>
                    <a:cxn ang="0">
                      <a:pos x="csX428" y="csY428"/>
                    </a:cxn>
                    <a:cxn ang="0">
                      <a:pos x="csX429" y="csY429"/>
                    </a:cxn>
                    <a:cxn ang="0">
                      <a:pos x="csX430" y="csY430"/>
                    </a:cxn>
                    <a:cxn ang="0">
                      <a:pos x="csX431" y="csY431"/>
                    </a:cxn>
                    <a:cxn ang="0">
                      <a:pos x="csX432" y="csY432"/>
                    </a:cxn>
                    <a:cxn ang="0">
                      <a:pos x="csX433" y="csY433"/>
                    </a:cxn>
                    <a:cxn ang="0">
                      <a:pos x="csX434" y="csY434"/>
                    </a:cxn>
                    <a:cxn ang="0">
                      <a:pos x="csX435" y="csY435"/>
                    </a:cxn>
                    <a:cxn ang="0">
                      <a:pos x="csX436" y="csY436"/>
                    </a:cxn>
                    <a:cxn ang="0">
                      <a:pos x="csX437" y="csY437"/>
                    </a:cxn>
                    <a:cxn ang="0">
                      <a:pos x="csX438" y="csY438"/>
                    </a:cxn>
                    <a:cxn ang="0">
                      <a:pos x="csX439" y="csY439"/>
                    </a:cxn>
                    <a:cxn ang="0">
                      <a:pos x="csX440" y="csY440"/>
                    </a:cxn>
                    <a:cxn ang="0">
                      <a:pos x="csX441" y="csY441"/>
                    </a:cxn>
                    <a:cxn ang="0">
                      <a:pos x="csX442" y="csY442"/>
                    </a:cxn>
                    <a:cxn ang="0">
                      <a:pos x="csX443" y="csY443"/>
                    </a:cxn>
                    <a:cxn ang="0">
                      <a:pos x="csX444" y="csY444"/>
                    </a:cxn>
                    <a:cxn ang="0">
                      <a:pos x="csX445" y="csY445"/>
                    </a:cxn>
                    <a:cxn ang="0">
                      <a:pos x="csX446" y="csY446"/>
                    </a:cxn>
                    <a:cxn ang="0">
                      <a:pos x="csX447" y="csY447"/>
                    </a:cxn>
                    <a:cxn ang="0">
                      <a:pos x="csX448" y="csY448"/>
                    </a:cxn>
                    <a:cxn ang="0">
                      <a:pos x="csX449" y="csY449"/>
                    </a:cxn>
                    <a:cxn ang="0">
                      <a:pos x="csX450" y="csY450"/>
                    </a:cxn>
                    <a:cxn ang="0">
                      <a:pos x="csX451" y="csY451"/>
                    </a:cxn>
                    <a:cxn ang="0">
                      <a:pos x="csX452" y="csY452"/>
                    </a:cxn>
                    <a:cxn ang="0">
                      <a:pos x="csX453" y="csY453"/>
                    </a:cxn>
                    <a:cxn ang="0">
                      <a:pos x="csX454" y="csY454"/>
                    </a:cxn>
                    <a:cxn ang="0">
                      <a:pos x="csX455" y="csY455"/>
                    </a:cxn>
                    <a:cxn ang="0">
                      <a:pos x="csX456" y="csY456"/>
                    </a:cxn>
                    <a:cxn ang="0">
                      <a:pos x="csX457" y="csY457"/>
                    </a:cxn>
                    <a:cxn ang="0">
                      <a:pos x="csX458" y="csY458"/>
                    </a:cxn>
                    <a:cxn ang="0">
                      <a:pos x="csX459" y="csY459"/>
                    </a:cxn>
                    <a:cxn ang="0">
                      <a:pos x="csX460" y="csY460"/>
                    </a:cxn>
                    <a:cxn ang="0">
                      <a:pos x="csX461" y="csY461"/>
                    </a:cxn>
                    <a:cxn ang="0">
                      <a:pos x="csX462" y="csY462"/>
                    </a:cxn>
                    <a:cxn ang="0">
                      <a:pos x="csX463" y="csY463"/>
                    </a:cxn>
                    <a:cxn ang="0">
                      <a:pos x="csX464" y="csY464"/>
                    </a:cxn>
                    <a:cxn ang="0">
                      <a:pos x="csX465" y="csY465"/>
                    </a:cxn>
                    <a:cxn ang="0">
                      <a:pos x="csX466" y="csY466"/>
                    </a:cxn>
                    <a:cxn ang="0">
                      <a:pos x="csX467" y="csY467"/>
                    </a:cxn>
                    <a:cxn ang="0">
                      <a:pos x="csX468" y="csY468"/>
                    </a:cxn>
                    <a:cxn ang="0">
                      <a:pos x="csX469" y="csY469"/>
                    </a:cxn>
                    <a:cxn ang="0">
                      <a:pos x="csX470" y="csY470"/>
                    </a:cxn>
                    <a:cxn ang="0">
                      <a:pos x="csX471" y="csY471"/>
                    </a:cxn>
                    <a:cxn ang="0">
                      <a:pos x="csX472" y="csY472"/>
                    </a:cxn>
                    <a:cxn ang="0">
                      <a:pos x="csX473" y="csY473"/>
                    </a:cxn>
                    <a:cxn ang="0">
                      <a:pos x="csX474" y="csY474"/>
                    </a:cxn>
                    <a:cxn ang="0">
                      <a:pos x="csX475" y="csY475"/>
                    </a:cxn>
                    <a:cxn ang="0">
                      <a:pos x="csX476" y="csY476"/>
                    </a:cxn>
                    <a:cxn ang="0">
                      <a:pos x="csX477" y="csY477"/>
                    </a:cxn>
                    <a:cxn ang="0">
                      <a:pos x="csX478" y="csY478"/>
                    </a:cxn>
                    <a:cxn ang="0">
                      <a:pos x="csX479" y="csY479"/>
                    </a:cxn>
                    <a:cxn ang="0">
                      <a:pos x="csX480" y="csY480"/>
                    </a:cxn>
                    <a:cxn ang="0">
                      <a:pos x="csX481" y="csY481"/>
                    </a:cxn>
                    <a:cxn ang="0">
                      <a:pos x="csX482" y="csY482"/>
                    </a:cxn>
                    <a:cxn ang="0">
                      <a:pos x="csX483" y="csY483"/>
                    </a:cxn>
                    <a:cxn ang="0">
                      <a:pos x="csX484" y="csY484"/>
                    </a:cxn>
                    <a:cxn ang="0">
                      <a:pos x="csX485" y="csY485"/>
                    </a:cxn>
                    <a:cxn ang="0">
                      <a:pos x="csX486" y="csY486"/>
                    </a:cxn>
                    <a:cxn ang="0">
                      <a:pos x="csX487" y="csY487"/>
                    </a:cxn>
                    <a:cxn ang="0">
                      <a:pos x="csX488" y="csY488"/>
                    </a:cxn>
                    <a:cxn ang="0">
                      <a:pos x="csX489" y="csY489"/>
                    </a:cxn>
                    <a:cxn ang="0">
                      <a:pos x="csX490" y="csY490"/>
                    </a:cxn>
                    <a:cxn ang="0">
                      <a:pos x="csX491" y="csY491"/>
                    </a:cxn>
                    <a:cxn ang="0">
                      <a:pos x="csX492" y="csY492"/>
                    </a:cxn>
                    <a:cxn ang="0">
                      <a:pos x="csX493" y="csY493"/>
                    </a:cxn>
                    <a:cxn ang="0">
                      <a:pos x="csX494" y="csY494"/>
                    </a:cxn>
                    <a:cxn ang="0">
                      <a:pos x="csX495" y="csY495"/>
                    </a:cxn>
                    <a:cxn ang="0">
                      <a:pos x="csX496" y="csY496"/>
                    </a:cxn>
                    <a:cxn ang="0">
                      <a:pos x="csX497" y="csY497"/>
                    </a:cxn>
                    <a:cxn ang="0">
                      <a:pos x="csX498" y="csY498"/>
                    </a:cxn>
                    <a:cxn ang="0">
                      <a:pos x="csX499" y="csY499"/>
                    </a:cxn>
                    <a:cxn ang="0">
                      <a:pos x="csX500" y="csY500"/>
                    </a:cxn>
                    <a:cxn ang="0">
                      <a:pos x="csX501" y="csY501"/>
                    </a:cxn>
                    <a:cxn ang="0">
                      <a:pos x="csX502" y="csY502"/>
                    </a:cxn>
                    <a:cxn ang="0">
                      <a:pos x="csX503" y="csY503"/>
                    </a:cxn>
                    <a:cxn ang="0">
                      <a:pos x="csX504" y="csY504"/>
                    </a:cxn>
                    <a:cxn ang="0">
                      <a:pos x="csX505" y="csY505"/>
                    </a:cxn>
                    <a:cxn ang="0">
                      <a:pos x="csX506" y="csY506"/>
                    </a:cxn>
                    <a:cxn ang="0">
                      <a:pos x="csX507" y="csY507"/>
                    </a:cxn>
                    <a:cxn ang="0">
                      <a:pos x="csX508" y="csY508"/>
                    </a:cxn>
                    <a:cxn ang="0">
                      <a:pos x="csX509" y="csY509"/>
                    </a:cxn>
                    <a:cxn ang="0">
                      <a:pos x="csX510" y="csY510"/>
                    </a:cxn>
                    <a:cxn ang="0">
                      <a:pos x="csX511" y="csY511"/>
                    </a:cxn>
                    <a:cxn ang="0">
                      <a:pos x="csX512" y="csY512"/>
                    </a:cxn>
                    <a:cxn ang="0">
                      <a:pos x="csX513" y="csY513"/>
                    </a:cxn>
                    <a:cxn ang="0">
                      <a:pos x="csX514" y="csY514"/>
                    </a:cxn>
                    <a:cxn ang="0">
                      <a:pos x="csX515" y="csY515"/>
                    </a:cxn>
                    <a:cxn ang="0">
                      <a:pos x="csX516" y="csY516"/>
                    </a:cxn>
                    <a:cxn ang="0">
                      <a:pos x="csX517" y="csY517"/>
                    </a:cxn>
                    <a:cxn ang="0">
                      <a:pos x="csX518" y="csY518"/>
                    </a:cxn>
                    <a:cxn ang="0">
                      <a:pos x="csX519" y="csY519"/>
                    </a:cxn>
                    <a:cxn ang="0">
                      <a:pos x="csX520" y="csY520"/>
                    </a:cxn>
                    <a:cxn ang="0">
                      <a:pos x="csX521" y="csY521"/>
                    </a:cxn>
                    <a:cxn ang="0">
                      <a:pos x="csX522" y="csY522"/>
                    </a:cxn>
                    <a:cxn ang="0">
                      <a:pos x="csX523" y="csY523"/>
                    </a:cxn>
                    <a:cxn ang="0">
                      <a:pos x="csX524" y="csY524"/>
                    </a:cxn>
                    <a:cxn ang="0">
                      <a:pos x="csX525" y="csY525"/>
                    </a:cxn>
                    <a:cxn ang="0">
                      <a:pos x="csX526" y="csY526"/>
                    </a:cxn>
                    <a:cxn ang="0">
                      <a:pos x="csX527" y="csY527"/>
                    </a:cxn>
                    <a:cxn ang="0">
                      <a:pos x="csX528" y="csY528"/>
                    </a:cxn>
                    <a:cxn ang="0">
                      <a:pos x="csX529" y="csY529"/>
                    </a:cxn>
                    <a:cxn ang="0">
                      <a:pos x="csX530" y="csY530"/>
                    </a:cxn>
                    <a:cxn ang="0">
                      <a:pos x="csX531" y="csY531"/>
                    </a:cxn>
                    <a:cxn ang="0">
                      <a:pos x="csX532" y="csY532"/>
                    </a:cxn>
                    <a:cxn ang="0">
                      <a:pos x="csX533" y="csY533"/>
                    </a:cxn>
                    <a:cxn ang="0">
                      <a:pos x="csX534" y="csY534"/>
                    </a:cxn>
                    <a:cxn ang="0">
                      <a:pos x="csX535" y="csY535"/>
                    </a:cxn>
                    <a:cxn ang="0">
                      <a:pos x="csX536" y="csY536"/>
                    </a:cxn>
                    <a:cxn ang="0">
                      <a:pos x="csX537" y="csY537"/>
                    </a:cxn>
                    <a:cxn ang="0">
                      <a:pos x="csX538" y="csY538"/>
                    </a:cxn>
                    <a:cxn ang="0">
                      <a:pos x="csX539" y="csY539"/>
                    </a:cxn>
                    <a:cxn ang="0">
                      <a:pos x="csX540" y="csY540"/>
                    </a:cxn>
                    <a:cxn ang="0">
                      <a:pos x="csX541" y="csY541"/>
                    </a:cxn>
                    <a:cxn ang="0">
                      <a:pos x="csX542" y="csY542"/>
                    </a:cxn>
                    <a:cxn ang="0">
                      <a:pos x="csX543" y="csY543"/>
                    </a:cxn>
                    <a:cxn ang="0">
                      <a:pos x="csX544" y="csY544"/>
                    </a:cxn>
                    <a:cxn ang="0">
                      <a:pos x="csX545" y="csY545"/>
                    </a:cxn>
                    <a:cxn ang="0">
                      <a:pos x="csX546" y="csY546"/>
                    </a:cxn>
                    <a:cxn ang="0">
                      <a:pos x="csX547" y="csY547"/>
                    </a:cxn>
                    <a:cxn ang="0">
                      <a:pos x="csX548" y="csY548"/>
                    </a:cxn>
                    <a:cxn ang="0">
                      <a:pos x="csX549" y="csY549"/>
                    </a:cxn>
                    <a:cxn ang="0">
                      <a:pos x="csX550" y="csY550"/>
                    </a:cxn>
                    <a:cxn ang="0">
                      <a:pos x="csX551" y="csY551"/>
                    </a:cxn>
                    <a:cxn ang="0">
                      <a:pos x="csX552" y="csY552"/>
                    </a:cxn>
                    <a:cxn ang="0">
                      <a:pos x="csX553" y="csY553"/>
                    </a:cxn>
                    <a:cxn ang="0">
                      <a:pos x="csX554" y="csY554"/>
                    </a:cxn>
                    <a:cxn ang="0">
                      <a:pos x="csX555" y="csY555"/>
                    </a:cxn>
                    <a:cxn ang="0">
                      <a:pos x="csX556" y="csY556"/>
                    </a:cxn>
                    <a:cxn ang="0">
                      <a:pos x="csX557" y="csY557"/>
                    </a:cxn>
                    <a:cxn ang="0">
                      <a:pos x="csX558" y="csY558"/>
                    </a:cxn>
                    <a:cxn ang="0">
                      <a:pos x="csX559" y="csY559"/>
                    </a:cxn>
                    <a:cxn ang="0">
                      <a:pos x="csX560" y="csY560"/>
                    </a:cxn>
                    <a:cxn ang="0">
                      <a:pos x="csX561" y="csY561"/>
                    </a:cxn>
                    <a:cxn ang="0">
                      <a:pos x="csX562" y="csY562"/>
                    </a:cxn>
                    <a:cxn ang="0">
                      <a:pos x="csX563" y="csY563"/>
                    </a:cxn>
                    <a:cxn ang="0">
                      <a:pos x="csX564" y="csY564"/>
                    </a:cxn>
                    <a:cxn ang="0">
                      <a:pos x="csX565" y="csY565"/>
                    </a:cxn>
                    <a:cxn ang="0">
                      <a:pos x="csX566" y="csY566"/>
                    </a:cxn>
                    <a:cxn ang="0">
                      <a:pos x="csX567" y="csY567"/>
                    </a:cxn>
                    <a:cxn ang="0">
                      <a:pos x="csX568" y="csY568"/>
                    </a:cxn>
                    <a:cxn ang="0">
                      <a:pos x="csX569" y="csY569"/>
                    </a:cxn>
                    <a:cxn ang="0">
                      <a:pos x="csX570" y="csY570"/>
                    </a:cxn>
                    <a:cxn ang="0">
                      <a:pos x="csX571" y="csY571"/>
                    </a:cxn>
                    <a:cxn ang="0">
                      <a:pos x="csX572" y="csY572"/>
                    </a:cxn>
                    <a:cxn ang="0">
                      <a:pos x="csX573" y="csY573"/>
                    </a:cxn>
                    <a:cxn ang="0">
                      <a:pos x="csX574" y="csY574"/>
                    </a:cxn>
                    <a:cxn ang="0">
                      <a:pos x="csX575" y="csY575"/>
                    </a:cxn>
                    <a:cxn ang="0">
                      <a:pos x="csX576" y="csY576"/>
                    </a:cxn>
                    <a:cxn ang="0">
                      <a:pos x="csX577" y="csY577"/>
                    </a:cxn>
                    <a:cxn ang="0">
                      <a:pos x="csX578" y="csY578"/>
                    </a:cxn>
                    <a:cxn ang="0">
                      <a:pos x="csX579" y="csY579"/>
                    </a:cxn>
                    <a:cxn ang="0">
                      <a:pos x="csX580" y="csY580"/>
                    </a:cxn>
                    <a:cxn ang="0">
                      <a:pos x="csX581" y="csY581"/>
                    </a:cxn>
                    <a:cxn ang="0">
                      <a:pos x="csX582" y="csY582"/>
                    </a:cxn>
                    <a:cxn ang="0">
                      <a:pos x="csX583" y="csY583"/>
                    </a:cxn>
                    <a:cxn ang="0">
                      <a:pos x="csX584" y="csY584"/>
                    </a:cxn>
                    <a:cxn ang="0">
                      <a:pos x="csX585" y="csY585"/>
                    </a:cxn>
                    <a:cxn ang="0">
                      <a:pos x="csX586" y="csY586"/>
                    </a:cxn>
                    <a:cxn ang="0">
                      <a:pos x="csX587" y="csY587"/>
                    </a:cxn>
                    <a:cxn ang="0">
                      <a:pos x="csX588" y="csY588"/>
                    </a:cxn>
                    <a:cxn ang="0">
                      <a:pos x="csX589" y="csY589"/>
                    </a:cxn>
                    <a:cxn ang="0">
                      <a:pos x="csX590" y="csY590"/>
                    </a:cxn>
                    <a:cxn ang="0">
                      <a:pos x="csX591" y="csY591"/>
                    </a:cxn>
                    <a:cxn ang="0">
                      <a:pos x="csX592" y="csY592"/>
                    </a:cxn>
                    <a:cxn ang="0">
                      <a:pos x="csX593" y="csY593"/>
                    </a:cxn>
                    <a:cxn ang="0">
                      <a:pos x="csX594" y="csY594"/>
                    </a:cxn>
                    <a:cxn ang="0">
                      <a:pos x="csX595" y="csY595"/>
                    </a:cxn>
                    <a:cxn ang="0">
                      <a:pos x="csX596" y="csY596"/>
                    </a:cxn>
                    <a:cxn ang="0">
                      <a:pos x="csX597" y="csY597"/>
                    </a:cxn>
                    <a:cxn ang="0">
                      <a:pos x="csX598" y="csY598"/>
                    </a:cxn>
                    <a:cxn ang="0">
                      <a:pos x="csX599" y="csY599"/>
                    </a:cxn>
                    <a:cxn ang="0">
                      <a:pos x="csX600" y="csY600"/>
                    </a:cxn>
                    <a:cxn ang="0">
                      <a:pos x="csX601" y="csY601"/>
                    </a:cxn>
                    <a:cxn ang="0">
                      <a:pos x="csX602" y="csY602"/>
                    </a:cxn>
                    <a:cxn ang="0">
                      <a:pos x="csX603" y="csY603"/>
                    </a:cxn>
                    <a:cxn ang="0">
                      <a:pos x="csX604" y="csY604"/>
                    </a:cxn>
                    <a:cxn ang="0">
                      <a:pos x="csX605" y="csY605"/>
                    </a:cxn>
                    <a:cxn ang="0">
                      <a:pos x="csX606" y="csY606"/>
                    </a:cxn>
                    <a:cxn ang="0">
                      <a:pos x="csX607" y="csY607"/>
                    </a:cxn>
                    <a:cxn ang="0">
                      <a:pos x="csX608" y="csY608"/>
                    </a:cxn>
                    <a:cxn ang="0">
                      <a:pos x="csX609" y="csY609"/>
                    </a:cxn>
                    <a:cxn ang="0">
                      <a:pos x="csX610" y="csY610"/>
                    </a:cxn>
                    <a:cxn ang="0">
                      <a:pos x="csX611" y="csY611"/>
                    </a:cxn>
                    <a:cxn ang="0">
                      <a:pos x="csX612" y="csY612"/>
                    </a:cxn>
                    <a:cxn ang="0">
                      <a:pos x="csX613" y="csY613"/>
                    </a:cxn>
                    <a:cxn ang="0">
                      <a:pos x="csX614" y="csY614"/>
                    </a:cxn>
                    <a:cxn ang="0">
                      <a:pos x="csX615" y="csY615"/>
                    </a:cxn>
                    <a:cxn ang="0">
                      <a:pos x="csX616" y="csY616"/>
                    </a:cxn>
                    <a:cxn ang="0">
                      <a:pos x="csX617" y="csY617"/>
                    </a:cxn>
                    <a:cxn ang="0">
                      <a:pos x="csX618" y="csY618"/>
                    </a:cxn>
                    <a:cxn ang="0">
                      <a:pos x="csX619" y="csY619"/>
                    </a:cxn>
                    <a:cxn ang="0">
                      <a:pos x="csX620" y="csY620"/>
                    </a:cxn>
                    <a:cxn ang="0">
                      <a:pos x="csX621" y="csY621"/>
                    </a:cxn>
                    <a:cxn ang="0">
                      <a:pos x="csX622" y="csY622"/>
                    </a:cxn>
                    <a:cxn ang="0">
                      <a:pos x="csX623" y="csY623"/>
                    </a:cxn>
                    <a:cxn ang="0">
                      <a:pos x="csX624" y="csY624"/>
                    </a:cxn>
                    <a:cxn ang="0">
                      <a:pos x="csX625" y="csY625"/>
                    </a:cxn>
                    <a:cxn ang="0">
                      <a:pos x="csX626" y="csY626"/>
                    </a:cxn>
                    <a:cxn ang="0">
                      <a:pos x="csX627" y="csY627"/>
                    </a:cxn>
                    <a:cxn ang="0">
                      <a:pos x="csX628" y="csY628"/>
                    </a:cxn>
                    <a:cxn ang="0">
                      <a:pos x="csX629" y="csY629"/>
                    </a:cxn>
                    <a:cxn ang="0">
                      <a:pos x="csX630" y="csY630"/>
                    </a:cxn>
                    <a:cxn ang="0">
                      <a:pos x="csX631" y="csY631"/>
                    </a:cxn>
                    <a:cxn ang="0">
                      <a:pos x="csX632" y="csY632"/>
                    </a:cxn>
                    <a:cxn ang="0">
                      <a:pos x="csX633" y="csY633"/>
                    </a:cxn>
                    <a:cxn ang="0">
                      <a:pos x="csX634" y="csY634"/>
                    </a:cxn>
                    <a:cxn ang="0">
                      <a:pos x="csX635" y="csY635"/>
                    </a:cxn>
                    <a:cxn ang="0">
                      <a:pos x="csX636" y="csY636"/>
                    </a:cxn>
                    <a:cxn ang="0">
                      <a:pos x="csX637" y="csY637"/>
                    </a:cxn>
                    <a:cxn ang="0">
                      <a:pos x="csX638" y="csY638"/>
                    </a:cxn>
                    <a:cxn ang="0">
                      <a:pos x="csX639" y="csY639"/>
                    </a:cxn>
                    <a:cxn ang="0">
                      <a:pos x="csX640" y="csY640"/>
                    </a:cxn>
                    <a:cxn ang="0">
                      <a:pos x="csX641" y="csY641"/>
                    </a:cxn>
                    <a:cxn ang="0">
                      <a:pos x="csX642" y="csY642"/>
                    </a:cxn>
                    <a:cxn ang="0">
                      <a:pos x="csX643" y="csY643"/>
                    </a:cxn>
                    <a:cxn ang="0">
                      <a:pos x="csX644" y="csY644"/>
                    </a:cxn>
                    <a:cxn ang="0">
                      <a:pos x="csX645" y="csY645"/>
                    </a:cxn>
                    <a:cxn ang="0">
                      <a:pos x="csX646" y="csY646"/>
                    </a:cxn>
                    <a:cxn ang="0">
                      <a:pos x="csX647" y="csY647"/>
                    </a:cxn>
                    <a:cxn ang="0">
                      <a:pos x="csX648" y="csY648"/>
                    </a:cxn>
                    <a:cxn ang="0">
                      <a:pos x="csX649" y="csY649"/>
                    </a:cxn>
                    <a:cxn ang="0">
                      <a:pos x="csX650" y="csY650"/>
                    </a:cxn>
                    <a:cxn ang="0">
                      <a:pos x="csX651" y="csY651"/>
                    </a:cxn>
                    <a:cxn ang="0">
                      <a:pos x="csX652" y="csY652"/>
                    </a:cxn>
                    <a:cxn ang="0">
                      <a:pos x="csX653" y="csY653"/>
                    </a:cxn>
                    <a:cxn ang="0">
                      <a:pos x="csX654" y="csY654"/>
                    </a:cxn>
                    <a:cxn ang="0">
                      <a:pos x="csX655" y="csY655"/>
                    </a:cxn>
                    <a:cxn ang="0">
                      <a:pos x="csX656" y="csY656"/>
                    </a:cxn>
                    <a:cxn ang="0">
                      <a:pos x="csX657" y="csY657"/>
                    </a:cxn>
                    <a:cxn ang="0">
                      <a:pos x="csX658" y="csY658"/>
                    </a:cxn>
                    <a:cxn ang="0">
                      <a:pos x="csX659" y="csY659"/>
                    </a:cxn>
                    <a:cxn ang="0">
                      <a:pos x="csX660" y="csY660"/>
                    </a:cxn>
                    <a:cxn ang="0">
                      <a:pos x="csX661" y="csY661"/>
                    </a:cxn>
                    <a:cxn ang="0">
                      <a:pos x="csX662" y="csY662"/>
                    </a:cxn>
                    <a:cxn ang="0">
                      <a:pos x="csX663" y="csY663"/>
                    </a:cxn>
                    <a:cxn ang="0">
                      <a:pos x="csX664" y="csY664"/>
                    </a:cxn>
                    <a:cxn ang="0">
                      <a:pos x="csX665" y="csY665"/>
                    </a:cxn>
                    <a:cxn ang="0">
                      <a:pos x="csX666" y="csY666"/>
                    </a:cxn>
                    <a:cxn ang="0">
                      <a:pos x="csX667" y="csY667"/>
                    </a:cxn>
                    <a:cxn ang="0">
                      <a:pos x="csX668" y="csY668"/>
                    </a:cxn>
                    <a:cxn ang="0">
                      <a:pos x="csX669" y="csY669"/>
                    </a:cxn>
                    <a:cxn ang="0">
                      <a:pos x="csX670" y="csY670"/>
                    </a:cxn>
                    <a:cxn ang="0">
                      <a:pos x="csX671" y="csY671"/>
                    </a:cxn>
                    <a:cxn ang="0">
                      <a:pos x="csX672" y="csY672"/>
                    </a:cxn>
                    <a:cxn ang="0">
                      <a:pos x="csX673" y="csY673"/>
                    </a:cxn>
                    <a:cxn ang="0">
                      <a:pos x="csX674" y="csY674"/>
                    </a:cxn>
                    <a:cxn ang="0">
                      <a:pos x="csX675" y="csY675"/>
                    </a:cxn>
                    <a:cxn ang="0">
                      <a:pos x="csX676" y="csY676"/>
                    </a:cxn>
                    <a:cxn ang="0">
                      <a:pos x="csX677" y="csY677"/>
                    </a:cxn>
                    <a:cxn ang="0">
                      <a:pos x="csX678" y="csY678"/>
                    </a:cxn>
                    <a:cxn ang="0">
                      <a:pos x="csX679" y="csY679"/>
                    </a:cxn>
                    <a:cxn ang="0">
                      <a:pos x="csX680" y="csY680"/>
                    </a:cxn>
                    <a:cxn ang="0">
                      <a:pos x="csX681" y="csY681"/>
                    </a:cxn>
                    <a:cxn ang="0">
                      <a:pos x="csX682" y="csY682"/>
                    </a:cxn>
                    <a:cxn ang="0">
                      <a:pos x="csX683" y="csY683"/>
                    </a:cxn>
                    <a:cxn ang="0">
                      <a:pos x="csX684" y="csY684"/>
                    </a:cxn>
                    <a:cxn ang="0">
                      <a:pos x="csX685" y="csY685"/>
                    </a:cxn>
                    <a:cxn ang="0">
                      <a:pos x="csX686" y="csY686"/>
                    </a:cxn>
                    <a:cxn ang="0">
                      <a:pos x="csX687" y="csY687"/>
                    </a:cxn>
                    <a:cxn ang="0">
                      <a:pos x="csX688" y="csY688"/>
                    </a:cxn>
                    <a:cxn ang="0">
                      <a:pos x="csX689" y="csY689"/>
                    </a:cxn>
                    <a:cxn ang="0">
                      <a:pos x="csX690" y="csY690"/>
                    </a:cxn>
                    <a:cxn ang="0">
                      <a:pos x="csX691" y="csY691"/>
                    </a:cxn>
                    <a:cxn ang="0">
                      <a:pos x="csX692" y="csY692"/>
                    </a:cxn>
                    <a:cxn ang="0">
                      <a:pos x="csX693" y="csY693"/>
                    </a:cxn>
                    <a:cxn ang="0">
                      <a:pos x="csX694" y="csY694"/>
                    </a:cxn>
                    <a:cxn ang="0">
                      <a:pos x="csX695" y="csY695"/>
                    </a:cxn>
                    <a:cxn ang="0">
                      <a:pos x="csX696" y="csY696"/>
                    </a:cxn>
                    <a:cxn ang="0">
                      <a:pos x="csX697" y="csY697"/>
                    </a:cxn>
                    <a:cxn ang="0">
                      <a:pos x="csX698" y="csY698"/>
                    </a:cxn>
                    <a:cxn ang="0">
                      <a:pos x="csX699" y="csY699"/>
                    </a:cxn>
                    <a:cxn ang="0">
                      <a:pos x="csX700" y="csY700"/>
                    </a:cxn>
                    <a:cxn ang="0">
                      <a:pos x="csX701" y="csY701"/>
                    </a:cxn>
                    <a:cxn ang="0">
                      <a:pos x="csX702" y="csY702"/>
                    </a:cxn>
                    <a:cxn ang="0">
                      <a:pos x="csX703" y="csY703"/>
                    </a:cxn>
                    <a:cxn ang="0">
                      <a:pos x="csX704" y="csY704"/>
                    </a:cxn>
                    <a:cxn ang="0">
                      <a:pos x="csX705" y="csY705"/>
                    </a:cxn>
                    <a:cxn ang="0">
                      <a:pos x="csX706" y="csY706"/>
                    </a:cxn>
                    <a:cxn ang="0">
                      <a:pos x="csX707" y="csY707"/>
                    </a:cxn>
                    <a:cxn ang="0">
                      <a:pos x="csX708" y="csY708"/>
                    </a:cxn>
                    <a:cxn ang="0">
                      <a:pos x="csX709" y="csY709"/>
                    </a:cxn>
                    <a:cxn ang="0">
                      <a:pos x="csX710" y="csY710"/>
                    </a:cxn>
                    <a:cxn ang="0">
                      <a:pos x="csX711" y="csY711"/>
                    </a:cxn>
                    <a:cxn ang="0">
                      <a:pos x="csX712" y="csY712"/>
                    </a:cxn>
                    <a:cxn ang="0">
                      <a:pos x="csX713" y="csY713"/>
                    </a:cxn>
                    <a:cxn ang="0">
                      <a:pos x="csX714" y="csY714"/>
                    </a:cxn>
                    <a:cxn ang="0">
                      <a:pos x="csX715" y="csY715"/>
                    </a:cxn>
                    <a:cxn ang="0">
                      <a:pos x="csX716" y="csY716"/>
                    </a:cxn>
                    <a:cxn ang="0">
                      <a:pos x="csX717" y="csY717"/>
                    </a:cxn>
                    <a:cxn ang="0">
                      <a:pos x="csX718" y="csY718"/>
                    </a:cxn>
                    <a:cxn ang="0">
                      <a:pos x="csX719" y="csY719"/>
                    </a:cxn>
                    <a:cxn ang="0">
                      <a:pos x="csX720" y="csY720"/>
                    </a:cxn>
                    <a:cxn ang="0">
                      <a:pos x="csX721" y="csY721"/>
                    </a:cxn>
                    <a:cxn ang="0">
                      <a:pos x="csX722" y="csY722"/>
                    </a:cxn>
                    <a:cxn ang="0">
                      <a:pos x="csX723" y="csY723"/>
                    </a:cxn>
                    <a:cxn ang="0">
                      <a:pos x="csX724" y="csY724"/>
                    </a:cxn>
                    <a:cxn ang="0">
                      <a:pos x="csX725" y="csY725"/>
                    </a:cxn>
                    <a:cxn ang="0">
                      <a:pos x="csX726" y="csY726"/>
                    </a:cxn>
                    <a:cxn ang="0">
                      <a:pos x="csX727" y="csY727"/>
                    </a:cxn>
                    <a:cxn ang="0">
                      <a:pos x="csX728" y="csY728"/>
                    </a:cxn>
                    <a:cxn ang="0">
                      <a:pos x="csX729" y="csY729"/>
                    </a:cxn>
                    <a:cxn ang="0">
                      <a:pos x="csX730" y="csY730"/>
                    </a:cxn>
                    <a:cxn ang="0">
                      <a:pos x="csX731" y="csY731"/>
                    </a:cxn>
                    <a:cxn ang="0">
                      <a:pos x="csX732" y="csY732"/>
                    </a:cxn>
                    <a:cxn ang="0">
                      <a:pos x="csX733" y="csY733"/>
                    </a:cxn>
                    <a:cxn ang="0">
                      <a:pos x="csX734" y="csY734"/>
                    </a:cxn>
                    <a:cxn ang="0">
                      <a:pos x="csX735" y="csY735"/>
                    </a:cxn>
                    <a:cxn ang="0">
                      <a:pos x="csX736" y="csY736"/>
                    </a:cxn>
                    <a:cxn ang="0">
                      <a:pos x="csX737" y="csY737"/>
                    </a:cxn>
                    <a:cxn ang="0">
                      <a:pos x="csX738" y="csY738"/>
                    </a:cxn>
                    <a:cxn ang="0">
                      <a:pos x="csX739" y="csY739"/>
                    </a:cxn>
                    <a:cxn ang="0">
                      <a:pos x="csX740" y="csY740"/>
                    </a:cxn>
                    <a:cxn ang="0">
                      <a:pos x="csX741" y="csY741"/>
                    </a:cxn>
                    <a:cxn ang="0">
                      <a:pos x="csX742" y="csY742"/>
                    </a:cxn>
                    <a:cxn ang="0">
                      <a:pos x="csX743" y="csY743"/>
                    </a:cxn>
                    <a:cxn ang="0">
                      <a:pos x="csX744" y="csY744"/>
                    </a:cxn>
                    <a:cxn ang="0">
                      <a:pos x="csX745" y="csY745"/>
                    </a:cxn>
                    <a:cxn ang="0">
                      <a:pos x="csX746" y="csY746"/>
                    </a:cxn>
                    <a:cxn ang="0">
                      <a:pos x="csX747" y="csY747"/>
                    </a:cxn>
                    <a:cxn ang="0">
                      <a:pos x="csX748" y="csY748"/>
                    </a:cxn>
                    <a:cxn ang="0">
                      <a:pos x="csX749" y="csY749"/>
                    </a:cxn>
                    <a:cxn ang="0">
                      <a:pos x="csX750" y="csY750"/>
                    </a:cxn>
                    <a:cxn ang="0">
                      <a:pos x="csX751" y="csY751"/>
                    </a:cxn>
                    <a:cxn ang="0">
                      <a:pos x="csX752" y="csY752"/>
                    </a:cxn>
                    <a:cxn ang="0">
                      <a:pos x="csX753" y="csY753"/>
                    </a:cxn>
                    <a:cxn ang="0">
                      <a:pos x="csX754" y="csY754"/>
                    </a:cxn>
                    <a:cxn ang="0">
                      <a:pos x="csX755" y="csY755"/>
                    </a:cxn>
                    <a:cxn ang="0">
                      <a:pos x="csX756" y="csY756"/>
                    </a:cxn>
                    <a:cxn ang="0">
                      <a:pos x="csX757" y="csY757"/>
                    </a:cxn>
                    <a:cxn ang="0">
                      <a:pos x="csX758" y="csY758"/>
                    </a:cxn>
                    <a:cxn ang="0">
                      <a:pos x="csX759" y="csY759"/>
                    </a:cxn>
                    <a:cxn ang="0">
                      <a:pos x="csX760" y="csY760"/>
                    </a:cxn>
                    <a:cxn ang="0">
                      <a:pos x="csX761" y="csY761"/>
                    </a:cxn>
                    <a:cxn ang="0">
                      <a:pos x="csX762" y="csY762"/>
                    </a:cxn>
                    <a:cxn ang="0">
                      <a:pos x="csX763" y="csY763"/>
                    </a:cxn>
                    <a:cxn ang="0">
                      <a:pos x="csX764" y="csY764"/>
                    </a:cxn>
                    <a:cxn ang="0">
                      <a:pos x="csX765" y="csY765"/>
                    </a:cxn>
                    <a:cxn ang="0">
                      <a:pos x="csX766" y="csY766"/>
                    </a:cxn>
                    <a:cxn ang="0">
                      <a:pos x="csX767" y="csY767"/>
                    </a:cxn>
                    <a:cxn ang="0">
                      <a:pos x="csX768" y="csY768"/>
                    </a:cxn>
                    <a:cxn ang="0">
                      <a:pos x="csX769" y="csY769"/>
                    </a:cxn>
                    <a:cxn ang="0">
                      <a:pos x="csX770" y="csY770"/>
                    </a:cxn>
                    <a:cxn ang="0">
                      <a:pos x="csX771" y="csY771"/>
                    </a:cxn>
                    <a:cxn ang="0">
                      <a:pos x="csX772" y="csY772"/>
                    </a:cxn>
                    <a:cxn ang="0">
                      <a:pos x="csX773" y="csY773"/>
                    </a:cxn>
                    <a:cxn ang="0">
                      <a:pos x="csX774" y="csY774"/>
                    </a:cxn>
                    <a:cxn ang="0">
                      <a:pos x="csX775" y="csY775"/>
                    </a:cxn>
                    <a:cxn ang="0">
                      <a:pos x="csX776" y="csY776"/>
                    </a:cxn>
                    <a:cxn ang="0">
                      <a:pos x="csX777" y="csY777"/>
                    </a:cxn>
                    <a:cxn ang="0">
                      <a:pos x="csX778" y="csY778"/>
                    </a:cxn>
                    <a:cxn ang="0">
                      <a:pos x="csX779" y="csY779"/>
                    </a:cxn>
                    <a:cxn ang="0">
                      <a:pos x="csX780" y="csY780"/>
                    </a:cxn>
                    <a:cxn ang="0">
                      <a:pos x="csX781" y="csY781"/>
                    </a:cxn>
                    <a:cxn ang="0">
                      <a:pos x="csX782" y="csY782"/>
                    </a:cxn>
                    <a:cxn ang="0">
                      <a:pos x="csX783" y="csY783"/>
                    </a:cxn>
                    <a:cxn ang="0">
                      <a:pos x="csX784" y="csY784"/>
                    </a:cxn>
                    <a:cxn ang="0">
                      <a:pos x="csX785" y="csY785"/>
                    </a:cxn>
                    <a:cxn ang="0">
                      <a:pos x="csX786" y="csY786"/>
                    </a:cxn>
                    <a:cxn ang="0">
                      <a:pos x="csX787" y="csY787"/>
                    </a:cxn>
                    <a:cxn ang="0">
                      <a:pos x="csX788" y="csY788"/>
                    </a:cxn>
                    <a:cxn ang="0">
                      <a:pos x="csX789" y="csY789"/>
                    </a:cxn>
                    <a:cxn ang="0">
                      <a:pos x="csX790" y="csY790"/>
                    </a:cxn>
                    <a:cxn ang="0">
                      <a:pos x="csX791" y="csY791"/>
                    </a:cxn>
                    <a:cxn ang="0">
                      <a:pos x="csX792" y="csY792"/>
                    </a:cxn>
                    <a:cxn ang="0">
                      <a:pos x="csX793" y="csY793"/>
                    </a:cxn>
                    <a:cxn ang="0">
                      <a:pos x="csX794" y="csY794"/>
                    </a:cxn>
                    <a:cxn ang="0">
                      <a:pos x="csX795" y="csY795"/>
                    </a:cxn>
                    <a:cxn ang="0">
                      <a:pos x="csX796" y="csY796"/>
                    </a:cxn>
                    <a:cxn ang="0">
                      <a:pos x="csX797" y="csY797"/>
                    </a:cxn>
                    <a:cxn ang="0">
                      <a:pos x="csX798" y="csY798"/>
                    </a:cxn>
                    <a:cxn ang="0">
                      <a:pos x="csX799" y="csY799"/>
                    </a:cxn>
                    <a:cxn ang="0">
                      <a:pos x="csX800" y="csY800"/>
                    </a:cxn>
                    <a:cxn ang="0">
                      <a:pos x="csX801" y="csY801"/>
                    </a:cxn>
                    <a:cxn ang="0">
                      <a:pos x="csX802" y="csY802"/>
                    </a:cxn>
                    <a:cxn ang="0">
                      <a:pos x="csX803" y="csY803"/>
                    </a:cxn>
                    <a:cxn ang="0">
                      <a:pos x="csX804" y="csY804"/>
                    </a:cxn>
                    <a:cxn ang="0">
                      <a:pos x="csX805" y="csY805"/>
                    </a:cxn>
                    <a:cxn ang="0">
                      <a:pos x="csX806" y="csY806"/>
                    </a:cxn>
                    <a:cxn ang="0">
                      <a:pos x="csX807" y="csY807"/>
                    </a:cxn>
                    <a:cxn ang="0">
                      <a:pos x="csX808" y="csY808"/>
                    </a:cxn>
                    <a:cxn ang="0">
                      <a:pos x="csX809" y="csY809"/>
                    </a:cxn>
                    <a:cxn ang="0">
                      <a:pos x="csX810" y="csY810"/>
                    </a:cxn>
                    <a:cxn ang="0">
                      <a:pos x="csX811" y="csY811"/>
                    </a:cxn>
                    <a:cxn ang="0">
                      <a:pos x="csX812" y="csY812"/>
                    </a:cxn>
                    <a:cxn ang="0">
                      <a:pos x="csX813" y="csY813"/>
                    </a:cxn>
                    <a:cxn ang="0">
                      <a:pos x="csX814" y="csY814"/>
                    </a:cxn>
                    <a:cxn ang="0">
                      <a:pos x="csX815" y="csY815"/>
                    </a:cxn>
                    <a:cxn ang="0">
                      <a:pos x="csX816" y="csY816"/>
                    </a:cxn>
                    <a:cxn ang="0">
                      <a:pos x="csX817" y="csY817"/>
                    </a:cxn>
                    <a:cxn ang="0">
                      <a:pos x="csX818" y="csY818"/>
                    </a:cxn>
                    <a:cxn ang="0">
                      <a:pos x="csX819" y="csY819"/>
                    </a:cxn>
                    <a:cxn ang="0">
                      <a:pos x="csX820" y="csY820"/>
                    </a:cxn>
                    <a:cxn ang="0">
                      <a:pos x="csX821" y="csY821"/>
                    </a:cxn>
                    <a:cxn ang="0">
                      <a:pos x="csX822" y="csY822"/>
                    </a:cxn>
                    <a:cxn ang="0">
                      <a:pos x="csX823" y="csY823"/>
                    </a:cxn>
                    <a:cxn ang="0">
                      <a:pos x="csX824" y="csY824"/>
                    </a:cxn>
                    <a:cxn ang="0">
                      <a:pos x="csX825" y="csY825"/>
                    </a:cxn>
                    <a:cxn ang="0">
                      <a:pos x="csX826" y="csY826"/>
                    </a:cxn>
                    <a:cxn ang="0">
                      <a:pos x="csX827" y="csY827"/>
                    </a:cxn>
                    <a:cxn ang="0">
                      <a:pos x="csX828" y="csY828"/>
                    </a:cxn>
                    <a:cxn ang="0">
                      <a:pos x="csX829" y="csY829"/>
                    </a:cxn>
                    <a:cxn ang="0">
                      <a:pos x="csX830" y="csY830"/>
                    </a:cxn>
                    <a:cxn ang="0">
                      <a:pos x="csX831" y="csY831"/>
                    </a:cxn>
                    <a:cxn ang="0">
                      <a:pos x="csX832" y="csY832"/>
                    </a:cxn>
                    <a:cxn ang="0">
                      <a:pos x="csX833" y="csY833"/>
                    </a:cxn>
                    <a:cxn ang="0">
                      <a:pos x="csX834" y="csY834"/>
                    </a:cxn>
                    <a:cxn ang="0">
                      <a:pos x="csX835" y="csY835"/>
                    </a:cxn>
                    <a:cxn ang="0">
                      <a:pos x="csX836" y="csY836"/>
                    </a:cxn>
                    <a:cxn ang="0">
                      <a:pos x="csX837" y="csY837"/>
                    </a:cxn>
                    <a:cxn ang="0">
                      <a:pos x="csX838" y="csY838"/>
                    </a:cxn>
                    <a:cxn ang="0">
                      <a:pos x="csX839" y="csY839"/>
                    </a:cxn>
                    <a:cxn ang="0">
                      <a:pos x="csX840" y="csY840"/>
                    </a:cxn>
                    <a:cxn ang="0">
                      <a:pos x="csX841" y="csY841"/>
                    </a:cxn>
                    <a:cxn ang="0">
                      <a:pos x="csX842" y="csY842"/>
                    </a:cxn>
                    <a:cxn ang="0">
                      <a:pos x="csX843" y="csY843"/>
                    </a:cxn>
                    <a:cxn ang="0">
                      <a:pos x="csX844" y="csY844"/>
                    </a:cxn>
                    <a:cxn ang="0">
                      <a:pos x="csX845" y="csY845"/>
                    </a:cxn>
                    <a:cxn ang="0">
                      <a:pos x="csX846" y="csY846"/>
                    </a:cxn>
                    <a:cxn ang="0">
                      <a:pos x="csX847" y="csY847"/>
                    </a:cxn>
                    <a:cxn ang="0">
                      <a:pos x="csX848" y="csY848"/>
                    </a:cxn>
                    <a:cxn ang="0">
                      <a:pos x="csX849" y="csY849"/>
                    </a:cxn>
                    <a:cxn ang="0">
                      <a:pos x="csX850" y="csY850"/>
                    </a:cxn>
                    <a:cxn ang="0">
                      <a:pos x="csX851" y="csY851"/>
                    </a:cxn>
                    <a:cxn ang="0">
                      <a:pos x="csX852" y="csY852"/>
                    </a:cxn>
                    <a:cxn ang="0">
                      <a:pos x="csX853" y="csY853"/>
                    </a:cxn>
                    <a:cxn ang="0">
                      <a:pos x="csX854" y="csY854"/>
                    </a:cxn>
                    <a:cxn ang="0">
                      <a:pos x="csX855" y="csY855"/>
                    </a:cxn>
                    <a:cxn ang="0">
                      <a:pos x="csX856" y="csY856"/>
                    </a:cxn>
                    <a:cxn ang="0">
                      <a:pos x="csX857" y="csY857"/>
                    </a:cxn>
                    <a:cxn ang="0">
                      <a:pos x="csX858" y="csY858"/>
                    </a:cxn>
                    <a:cxn ang="0">
                      <a:pos x="csX859" y="csY859"/>
                    </a:cxn>
                    <a:cxn ang="0">
                      <a:pos x="csX860" y="csY860"/>
                    </a:cxn>
                    <a:cxn ang="0">
                      <a:pos x="csX861" y="csY861"/>
                    </a:cxn>
                    <a:cxn ang="0">
                      <a:pos x="csX862" y="csY862"/>
                    </a:cxn>
                    <a:cxn ang="0">
                      <a:pos x="csX863" y="csY863"/>
                    </a:cxn>
                    <a:cxn ang="0">
                      <a:pos x="csX864" y="csY864"/>
                    </a:cxn>
                    <a:cxn ang="0">
                      <a:pos x="csX865" y="csY865"/>
                    </a:cxn>
                    <a:cxn ang="0">
                      <a:pos x="csX866" y="csY866"/>
                    </a:cxn>
                    <a:cxn ang="0">
                      <a:pos x="csX867" y="csY867"/>
                    </a:cxn>
                    <a:cxn ang="0">
                      <a:pos x="csX868" y="csY868"/>
                    </a:cxn>
                    <a:cxn ang="0">
                      <a:pos x="csX869" y="csY869"/>
                    </a:cxn>
                    <a:cxn ang="0">
                      <a:pos x="csX870" y="csY870"/>
                    </a:cxn>
                    <a:cxn ang="0">
                      <a:pos x="csX871" y="csY871"/>
                    </a:cxn>
                    <a:cxn ang="0">
                      <a:pos x="csX872" y="csY872"/>
                    </a:cxn>
                    <a:cxn ang="0">
                      <a:pos x="csX873" y="csY873"/>
                    </a:cxn>
                    <a:cxn ang="0">
                      <a:pos x="csX874" y="csY874"/>
                    </a:cxn>
                    <a:cxn ang="0">
                      <a:pos x="csX875" y="csY875"/>
                    </a:cxn>
                    <a:cxn ang="0">
                      <a:pos x="csX876" y="csY876"/>
                    </a:cxn>
                    <a:cxn ang="0">
                      <a:pos x="csX877" y="csY877"/>
                    </a:cxn>
                    <a:cxn ang="0">
                      <a:pos x="csX878" y="csY878"/>
                    </a:cxn>
                    <a:cxn ang="0">
                      <a:pos x="csX879" y="csY879"/>
                    </a:cxn>
                    <a:cxn ang="0">
                      <a:pos x="csX880" y="csY880"/>
                    </a:cxn>
                    <a:cxn ang="0">
                      <a:pos x="csX881" y="csY881"/>
                    </a:cxn>
                    <a:cxn ang="0">
                      <a:pos x="csX882" y="csY882"/>
                    </a:cxn>
                    <a:cxn ang="0">
                      <a:pos x="csX883" y="csY883"/>
                    </a:cxn>
                    <a:cxn ang="0">
                      <a:pos x="csX884" y="csY884"/>
                    </a:cxn>
                    <a:cxn ang="0">
                      <a:pos x="csX885" y="csY885"/>
                    </a:cxn>
                    <a:cxn ang="0">
                      <a:pos x="csX886" y="csY886"/>
                    </a:cxn>
                    <a:cxn ang="0">
                      <a:pos x="csX887" y="csY887"/>
                    </a:cxn>
                    <a:cxn ang="0">
                      <a:pos x="csX888" y="csY888"/>
                    </a:cxn>
                    <a:cxn ang="0">
                      <a:pos x="csX889" y="csY889"/>
                    </a:cxn>
                    <a:cxn ang="0">
                      <a:pos x="csX890" y="csY890"/>
                    </a:cxn>
                    <a:cxn ang="0">
                      <a:pos x="csX891" y="csY891"/>
                    </a:cxn>
                    <a:cxn ang="0">
                      <a:pos x="csX892" y="csY892"/>
                    </a:cxn>
                    <a:cxn ang="0">
                      <a:pos x="csX893" y="csY893"/>
                    </a:cxn>
                    <a:cxn ang="0">
                      <a:pos x="csX894" y="csY894"/>
                    </a:cxn>
                    <a:cxn ang="0">
                      <a:pos x="csX895" y="csY895"/>
                    </a:cxn>
                    <a:cxn ang="0">
                      <a:pos x="csX896" y="csY896"/>
                    </a:cxn>
                    <a:cxn ang="0">
                      <a:pos x="csX897" y="csY897"/>
                    </a:cxn>
                    <a:cxn ang="0">
                      <a:pos x="csX898" y="csY898"/>
                    </a:cxn>
                    <a:cxn ang="0">
                      <a:pos x="csX899" y="csY899"/>
                    </a:cxn>
                    <a:cxn ang="0">
                      <a:pos x="csX900" y="csY900"/>
                    </a:cxn>
                    <a:cxn ang="0">
                      <a:pos x="csX901" y="csY901"/>
                    </a:cxn>
                    <a:cxn ang="0">
                      <a:pos x="csX902" y="csY902"/>
                    </a:cxn>
                    <a:cxn ang="0">
                      <a:pos x="csX903" y="csY903"/>
                    </a:cxn>
                    <a:cxn ang="0">
                      <a:pos x="csX904" y="csY904"/>
                    </a:cxn>
                    <a:cxn ang="0">
                      <a:pos x="csX905" y="csY905"/>
                    </a:cxn>
                    <a:cxn ang="0">
                      <a:pos x="csX906" y="csY906"/>
                    </a:cxn>
                    <a:cxn ang="0">
                      <a:pos x="csX907" y="csY907"/>
                    </a:cxn>
                    <a:cxn ang="0">
                      <a:pos x="csX908" y="csY908"/>
                    </a:cxn>
                    <a:cxn ang="0">
                      <a:pos x="csX909" y="csY909"/>
                    </a:cxn>
                    <a:cxn ang="0">
                      <a:pos x="csX910" y="csY910"/>
                    </a:cxn>
                    <a:cxn ang="0">
                      <a:pos x="csX911" y="csY911"/>
                    </a:cxn>
                    <a:cxn ang="0">
                      <a:pos x="csX912" y="csY912"/>
                    </a:cxn>
                    <a:cxn ang="0">
                      <a:pos x="csX913" y="csY913"/>
                    </a:cxn>
                    <a:cxn ang="0">
                      <a:pos x="csX914" y="csY914"/>
                    </a:cxn>
                    <a:cxn ang="0">
                      <a:pos x="csX915" y="csY915"/>
                    </a:cxn>
                    <a:cxn ang="0">
                      <a:pos x="csX916" y="csY916"/>
                    </a:cxn>
                    <a:cxn ang="0">
                      <a:pos x="csX917" y="csY917"/>
                    </a:cxn>
                    <a:cxn ang="0">
                      <a:pos x="csX918" y="csY918"/>
                    </a:cxn>
                    <a:cxn ang="0">
                      <a:pos x="csX919" y="csY919"/>
                    </a:cxn>
                    <a:cxn ang="0">
                      <a:pos x="csX920" y="csY920"/>
                    </a:cxn>
                    <a:cxn ang="0">
                      <a:pos x="csX921" y="csY921"/>
                    </a:cxn>
                    <a:cxn ang="0">
                      <a:pos x="csX922" y="csY922"/>
                    </a:cxn>
                    <a:cxn ang="0">
                      <a:pos x="csX923" y="csY923"/>
                    </a:cxn>
                    <a:cxn ang="0">
                      <a:pos x="csX924" y="csY924"/>
                    </a:cxn>
                    <a:cxn ang="0">
                      <a:pos x="csX925" y="csY925"/>
                    </a:cxn>
                    <a:cxn ang="0">
                      <a:pos x="csX926" y="csY926"/>
                    </a:cxn>
                    <a:cxn ang="0">
                      <a:pos x="csX927" y="csY927"/>
                    </a:cxn>
                    <a:cxn ang="0">
                      <a:pos x="csX928" y="csY928"/>
                    </a:cxn>
                    <a:cxn ang="0">
                      <a:pos x="csX929" y="csY929"/>
                    </a:cxn>
                    <a:cxn ang="0">
                      <a:pos x="csX930" y="csY930"/>
                    </a:cxn>
                    <a:cxn ang="0">
                      <a:pos x="csX931" y="csY931"/>
                    </a:cxn>
                    <a:cxn ang="0">
                      <a:pos x="csX932" y="csY932"/>
                    </a:cxn>
                    <a:cxn ang="0">
                      <a:pos x="csX933" y="csY933"/>
                    </a:cxn>
                  </a:cxnLst>
                  <a:rect l="l" t="t" r="r" b="b"/>
                  <a:pathLst>
                    <a:path w="592447" h="338506">
                      <a:moveTo>
                        <a:pt x="398399" y="108579"/>
                      </a:moveTo>
                      <a:lnTo>
                        <a:pt x="412687" y="100292"/>
                      </a:lnTo>
                      <a:cubicBezTo>
                        <a:pt x="413258" y="100292"/>
                        <a:pt x="413258" y="99340"/>
                        <a:pt x="412687" y="98959"/>
                      </a:cubicBezTo>
                      <a:lnTo>
                        <a:pt x="396208" y="89434"/>
                      </a:lnTo>
                      <a:cubicBezTo>
                        <a:pt x="395496" y="89044"/>
                        <a:pt x="394635" y="89044"/>
                        <a:pt x="393922" y="89434"/>
                      </a:cubicBezTo>
                      <a:lnTo>
                        <a:pt x="379635" y="97625"/>
                      </a:lnTo>
                      <a:cubicBezTo>
                        <a:pt x="379063" y="97625"/>
                        <a:pt x="379063" y="98578"/>
                        <a:pt x="379635" y="98959"/>
                      </a:cubicBezTo>
                      <a:lnTo>
                        <a:pt x="396113" y="108484"/>
                      </a:lnTo>
                      <a:cubicBezTo>
                        <a:pt x="396825" y="108844"/>
                        <a:pt x="397659" y="108879"/>
                        <a:pt x="398399" y="108579"/>
                      </a:cubicBezTo>
                      <a:close/>
                      <a:moveTo>
                        <a:pt x="369824" y="75813"/>
                      </a:moveTo>
                      <a:lnTo>
                        <a:pt x="355632" y="84100"/>
                      </a:lnTo>
                      <a:cubicBezTo>
                        <a:pt x="354965" y="84100"/>
                        <a:pt x="355060" y="84957"/>
                        <a:pt x="355632" y="85338"/>
                      </a:cubicBezTo>
                      <a:lnTo>
                        <a:pt x="372110" y="94863"/>
                      </a:lnTo>
                      <a:cubicBezTo>
                        <a:pt x="372836" y="95193"/>
                        <a:pt x="373670" y="95193"/>
                        <a:pt x="374396" y="94863"/>
                      </a:cubicBezTo>
                      <a:lnTo>
                        <a:pt x="388588" y="86576"/>
                      </a:lnTo>
                      <a:cubicBezTo>
                        <a:pt x="389255" y="86576"/>
                        <a:pt x="389160" y="85624"/>
                        <a:pt x="388588" y="85338"/>
                      </a:cubicBezTo>
                      <a:lnTo>
                        <a:pt x="372015" y="75813"/>
                      </a:lnTo>
                      <a:cubicBezTo>
                        <a:pt x="371448" y="75544"/>
                        <a:pt x="370797" y="75510"/>
                        <a:pt x="370205" y="75718"/>
                      </a:cubicBezTo>
                      <a:close/>
                      <a:moveTo>
                        <a:pt x="323818" y="102388"/>
                      </a:moveTo>
                      <a:lnTo>
                        <a:pt x="299625" y="116389"/>
                      </a:lnTo>
                      <a:cubicBezTo>
                        <a:pt x="299053" y="116389"/>
                        <a:pt x="299053" y="117342"/>
                        <a:pt x="299625" y="117723"/>
                      </a:cubicBezTo>
                      <a:lnTo>
                        <a:pt x="316103" y="127248"/>
                      </a:lnTo>
                      <a:cubicBezTo>
                        <a:pt x="316815" y="127638"/>
                        <a:pt x="317677" y="127638"/>
                        <a:pt x="318389" y="127248"/>
                      </a:cubicBezTo>
                      <a:lnTo>
                        <a:pt x="342583" y="113341"/>
                      </a:lnTo>
                      <a:cubicBezTo>
                        <a:pt x="343154" y="113341"/>
                        <a:pt x="343059" y="112389"/>
                        <a:pt x="342583" y="112008"/>
                      </a:cubicBezTo>
                      <a:lnTo>
                        <a:pt x="326009" y="102483"/>
                      </a:lnTo>
                      <a:cubicBezTo>
                        <a:pt x="325437" y="102233"/>
                        <a:pt x="324794" y="102199"/>
                        <a:pt x="324199" y="102388"/>
                      </a:cubicBezTo>
                      <a:close/>
                      <a:moveTo>
                        <a:pt x="349059" y="87814"/>
                      </a:moveTo>
                      <a:lnTo>
                        <a:pt x="334772" y="96101"/>
                      </a:lnTo>
                      <a:cubicBezTo>
                        <a:pt x="334105" y="96101"/>
                        <a:pt x="334200" y="97054"/>
                        <a:pt x="334772" y="97435"/>
                      </a:cubicBezTo>
                      <a:lnTo>
                        <a:pt x="351250" y="106960"/>
                      </a:lnTo>
                      <a:cubicBezTo>
                        <a:pt x="351962" y="107349"/>
                        <a:pt x="352824" y="107349"/>
                        <a:pt x="353536" y="106960"/>
                      </a:cubicBezTo>
                      <a:lnTo>
                        <a:pt x="367824" y="98768"/>
                      </a:lnTo>
                      <a:cubicBezTo>
                        <a:pt x="368395" y="98768"/>
                        <a:pt x="368395" y="97816"/>
                        <a:pt x="367824" y="97435"/>
                      </a:cubicBezTo>
                      <a:lnTo>
                        <a:pt x="351250" y="87910"/>
                      </a:lnTo>
                      <a:cubicBezTo>
                        <a:pt x="350679" y="87659"/>
                        <a:pt x="350035" y="87625"/>
                        <a:pt x="349441" y="87814"/>
                      </a:cubicBezTo>
                      <a:close/>
                      <a:moveTo>
                        <a:pt x="293052" y="120199"/>
                      </a:moveTo>
                      <a:lnTo>
                        <a:pt x="278765" y="128391"/>
                      </a:lnTo>
                      <a:cubicBezTo>
                        <a:pt x="278193" y="128391"/>
                        <a:pt x="278193" y="129343"/>
                        <a:pt x="278765" y="129724"/>
                      </a:cubicBezTo>
                      <a:lnTo>
                        <a:pt x="295243" y="139250"/>
                      </a:lnTo>
                      <a:cubicBezTo>
                        <a:pt x="295969" y="139580"/>
                        <a:pt x="296803" y="139580"/>
                        <a:pt x="297529" y="139250"/>
                      </a:cubicBezTo>
                      <a:lnTo>
                        <a:pt x="311817" y="130963"/>
                      </a:lnTo>
                      <a:cubicBezTo>
                        <a:pt x="312388" y="130963"/>
                        <a:pt x="312388" y="130010"/>
                        <a:pt x="311817" y="129629"/>
                      </a:cubicBezTo>
                      <a:lnTo>
                        <a:pt x="295339" y="120104"/>
                      </a:lnTo>
                      <a:cubicBezTo>
                        <a:pt x="294718" y="119869"/>
                        <a:pt x="294028" y="119904"/>
                        <a:pt x="293433" y="120199"/>
                      </a:cubicBezTo>
                      <a:close/>
                      <a:moveTo>
                        <a:pt x="272193" y="132201"/>
                      </a:moveTo>
                      <a:lnTo>
                        <a:pt x="257905" y="140488"/>
                      </a:lnTo>
                      <a:cubicBezTo>
                        <a:pt x="257334" y="140488"/>
                        <a:pt x="257334" y="141345"/>
                        <a:pt x="257905" y="141726"/>
                      </a:cubicBezTo>
                      <a:lnTo>
                        <a:pt x="274383" y="151251"/>
                      </a:lnTo>
                      <a:cubicBezTo>
                        <a:pt x="275100" y="151623"/>
                        <a:pt x="275953" y="151623"/>
                        <a:pt x="276669" y="151251"/>
                      </a:cubicBezTo>
                      <a:lnTo>
                        <a:pt x="290957" y="142964"/>
                      </a:lnTo>
                      <a:cubicBezTo>
                        <a:pt x="291529" y="142964"/>
                        <a:pt x="291529" y="142107"/>
                        <a:pt x="290957" y="141726"/>
                      </a:cubicBezTo>
                      <a:lnTo>
                        <a:pt x="274479" y="132201"/>
                      </a:lnTo>
                      <a:cubicBezTo>
                        <a:pt x="273869" y="131947"/>
                        <a:pt x="273184" y="131947"/>
                        <a:pt x="272574" y="132201"/>
                      </a:cubicBezTo>
                      <a:close/>
                      <a:moveTo>
                        <a:pt x="337534" y="170968"/>
                      </a:moveTo>
                      <a:lnTo>
                        <a:pt x="351822" y="162681"/>
                      </a:lnTo>
                      <a:cubicBezTo>
                        <a:pt x="352393" y="162681"/>
                        <a:pt x="352393" y="161728"/>
                        <a:pt x="351822" y="161443"/>
                      </a:cubicBezTo>
                      <a:lnTo>
                        <a:pt x="335343" y="151918"/>
                      </a:lnTo>
                      <a:cubicBezTo>
                        <a:pt x="334627" y="151545"/>
                        <a:pt x="333774" y="151545"/>
                        <a:pt x="333058" y="151918"/>
                      </a:cubicBezTo>
                      <a:lnTo>
                        <a:pt x="318770" y="160204"/>
                      </a:lnTo>
                      <a:cubicBezTo>
                        <a:pt x="318199" y="160204"/>
                        <a:pt x="318199" y="161062"/>
                        <a:pt x="318770" y="161443"/>
                      </a:cubicBezTo>
                      <a:lnTo>
                        <a:pt x="335248" y="170968"/>
                      </a:lnTo>
                      <a:cubicBezTo>
                        <a:pt x="335975" y="171298"/>
                        <a:pt x="336808" y="171298"/>
                        <a:pt x="337534" y="170968"/>
                      </a:cubicBezTo>
                      <a:close/>
                      <a:moveTo>
                        <a:pt x="316675" y="182969"/>
                      </a:moveTo>
                      <a:lnTo>
                        <a:pt x="330962" y="174778"/>
                      </a:lnTo>
                      <a:cubicBezTo>
                        <a:pt x="331629" y="174778"/>
                        <a:pt x="331533" y="173825"/>
                        <a:pt x="330962" y="173444"/>
                      </a:cubicBezTo>
                      <a:lnTo>
                        <a:pt x="314484" y="163919"/>
                      </a:lnTo>
                      <a:cubicBezTo>
                        <a:pt x="313758" y="163589"/>
                        <a:pt x="312924" y="163589"/>
                        <a:pt x="312198" y="163919"/>
                      </a:cubicBezTo>
                      <a:lnTo>
                        <a:pt x="297910" y="172206"/>
                      </a:lnTo>
                      <a:cubicBezTo>
                        <a:pt x="297339" y="172206"/>
                        <a:pt x="297339" y="173158"/>
                        <a:pt x="297910" y="173539"/>
                      </a:cubicBezTo>
                      <a:lnTo>
                        <a:pt x="314389" y="183064"/>
                      </a:lnTo>
                      <a:cubicBezTo>
                        <a:pt x="315091" y="183391"/>
                        <a:pt x="315908" y="183355"/>
                        <a:pt x="316579" y="182969"/>
                      </a:cubicBezTo>
                      <a:close/>
                      <a:moveTo>
                        <a:pt x="295815" y="195066"/>
                      </a:moveTo>
                      <a:lnTo>
                        <a:pt x="310102" y="186779"/>
                      </a:lnTo>
                      <a:cubicBezTo>
                        <a:pt x="310769" y="186779"/>
                        <a:pt x="310674" y="185827"/>
                        <a:pt x="310102" y="185446"/>
                      </a:cubicBezTo>
                      <a:lnTo>
                        <a:pt x="293624" y="175921"/>
                      </a:lnTo>
                      <a:cubicBezTo>
                        <a:pt x="292908" y="175548"/>
                        <a:pt x="292055" y="175548"/>
                        <a:pt x="291338" y="175921"/>
                      </a:cubicBezTo>
                      <a:lnTo>
                        <a:pt x="277050" y="184112"/>
                      </a:lnTo>
                      <a:cubicBezTo>
                        <a:pt x="276479" y="184112"/>
                        <a:pt x="276479" y="185065"/>
                        <a:pt x="277050" y="185446"/>
                      </a:cubicBezTo>
                      <a:lnTo>
                        <a:pt x="293624" y="194971"/>
                      </a:lnTo>
                      <a:cubicBezTo>
                        <a:pt x="294277" y="195299"/>
                        <a:pt x="295040" y="195333"/>
                        <a:pt x="295720" y="195066"/>
                      </a:cubicBezTo>
                      <a:close/>
                      <a:moveTo>
                        <a:pt x="274955" y="207067"/>
                      </a:moveTo>
                      <a:lnTo>
                        <a:pt x="289242" y="198876"/>
                      </a:lnTo>
                      <a:cubicBezTo>
                        <a:pt x="289909" y="198876"/>
                        <a:pt x="289814" y="197923"/>
                        <a:pt x="289242" y="197542"/>
                      </a:cubicBezTo>
                      <a:lnTo>
                        <a:pt x="272764" y="188017"/>
                      </a:lnTo>
                      <a:cubicBezTo>
                        <a:pt x="272038" y="187687"/>
                        <a:pt x="271205" y="187687"/>
                        <a:pt x="270478" y="188017"/>
                      </a:cubicBezTo>
                      <a:lnTo>
                        <a:pt x="256286" y="196304"/>
                      </a:lnTo>
                      <a:cubicBezTo>
                        <a:pt x="255619" y="196304"/>
                        <a:pt x="255715" y="197257"/>
                        <a:pt x="256286" y="197638"/>
                      </a:cubicBezTo>
                      <a:lnTo>
                        <a:pt x="272859" y="207163"/>
                      </a:lnTo>
                      <a:cubicBezTo>
                        <a:pt x="273512" y="207402"/>
                        <a:pt x="274233" y="207368"/>
                        <a:pt x="274860" y="207067"/>
                      </a:cubicBezTo>
                      <a:close/>
                      <a:moveTo>
                        <a:pt x="377634" y="120580"/>
                      </a:moveTo>
                      <a:lnTo>
                        <a:pt x="391922" y="112389"/>
                      </a:lnTo>
                      <a:cubicBezTo>
                        <a:pt x="392493" y="112389"/>
                        <a:pt x="392493" y="111436"/>
                        <a:pt x="391922" y="111055"/>
                      </a:cubicBezTo>
                      <a:lnTo>
                        <a:pt x="375444" y="101530"/>
                      </a:lnTo>
                      <a:cubicBezTo>
                        <a:pt x="374718" y="101200"/>
                        <a:pt x="373884" y="101200"/>
                        <a:pt x="373158" y="101530"/>
                      </a:cubicBezTo>
                      <a:lnTo>
                        <a:pt x="358870" y="109817"/>
                      </a:lnTo>
                      <a:cubicBezTo>
                        <a:pt x="358299" y="109817"/>
                        <a:pt x="358299" y="110770"/>
                        <a:pt x="358870" y="111151"/>
                      </a:cubicBezTo>
                      <a:lnTo>
                        <a:pt x="375349" y="120676"/>
                      </a:lnTo>
                      <a:cubicBezTo>
                        <a:pt x="376051" y="121002"/>
                        <a:pt x="376868" y="120967"/>
                        <a:pt x="377539" y="120580"/>
                      </a:cubicBezTo>
                      <a:close/>
                      <a:moveTo>
                        <a:pt x="358584" y="158680"/>
                      </a:moveTo>
                      <a:lnTo>
                        <a:pt x="390398" y="140297"/>
                      </a:lnTo>
                      <a:cubicBezTo>
                        <a:pt x="391065" y="140297"/>
                        <a:pt x="390969" y="139440"/>
                        <a:pt x="390398" y="139059"/>
                      </a:cubicBezTo>
                      <a:lnTo>
                        <a:pt x="350298" y="115913"/>
                      </a:lnTo>
                      <a:cubicBezTo>
                        <a:pt x="349572" y="115583"/>
                        <a:pt x="348738" y="115583"/>
                        <a:pt x="348012" y="115913"/>
                      </a:cubicBezTo>
                      <a:lnTo>
                        <a:pt x="331533" y="125438"/>
                      </a:lnTo>
                      <a:cubicBezTo>
                        <a:pt x="330962" y="125438"/>
                        <a:pt x="330962" y="126391"/>
                        <a:pt x="331533" y="126771"/>
                      </a:cubicBezTo>
                      <a:lnTo>
                        <a:pt x="352774" y="138964"/>
                      </a:lnTo>
                      <a:cubicBezTo>
                        <a:pt x="353441" y="138964"/>
                        <a:pt x="353441" y="140011"/>
                        <a:pt x="352774" y="140297"/>
                      </a:cubicBezTo>
                      <a:lnTo>
                        <a:pt x="339534" y="147917"/>
                      </a:lnTo>
                      <a:cubicBezTo>
                        <a:pt x="338963" y="147917"/>
                        <a:pt x="338963" y="148870"/>
                        <a:pt x="339534" y="149251"/>
                      </a:cubicBezTo>
                      <a:lnTo>
                        <a:pt x="356013" y="158776"/>
                      </a:lnTo>
                      <a:cubicBezTo>
                        <a:pt x="356709" y="159195"/>
                        <a:pt x="357571" y="159231"/>
                        <a:pt x="358299" y="158871"/>
                      </a:cubicBezTo>
                      <a:close/>
                      <a:moveTo>
                        <a:pt x="251809" y="144298"/>
                      </a:moveTo>
                      <a:lnTo>
                        <a:pt x="237522" y="152489"/>
                      </a:lnTo>
                      <a:cubicBezTo>
                        <a:pt x="236950" y="152489"/>
                        <a:pt x="236950" y="153442"/>
                        <a:pt x="237522" y="153823"/>
                      </a:cubicBezTo>
                      <a:lnTo>
                        <a:pt x="254000" y="163348"/>
                      </a:lnTo>
                      <a:cubicBezTo>
                        <a:pt x="254712" y="163738"/>
                        <a:pt x="255574" y="163738"/>
                        <a:pt x="256286" y="163348"/>
                      </a:cubicBezTo>
                      <a:lnTo>
                        <a:pt x="270574" y="155156"/>
                      </a:lnTo>
                      <a:cubicBezTo>
                        <a:pt x="271145" y="155156"/>
                        <a:pt x="271145" y="154204"/>
                        <a:pt x="270574" y="153823"/>
                      </a:cubicBezTo>
                      <a:lnTo>
                        <a:pt x="254095" y="144298"/>
                      </a:lnTo>
                      <a:cubicBezTo>
                        <a:pt x="253383" y="143908"/>
                        <a:pt x="252521" y="143908"/>
                        <a:pt x="251809" y="144298"/>
                      </a:cubicBezTo>
                      <a:close/>
                      <a:moveTo>
                        <a:pt x="230950" y="156299"/>
                      </a:moveTo>
                      <a:lnTo>
                        <a:pt x="216662" y="164491"/>
                      </a:lnTo>
                      <a:cubicBezTo>
                        <a:pt x="216091" y="164491"/>
                        <a:pt x="216091" y="165443"/>
                        <a:pt x="216662" y="165824"/>
                      </a:cubicBezTo>
                      <a:lnTo>
                        <a:pt x="233140" y="175349"/>
                      </a:lnTo>
                      <a:cubicBezTo>
                        <a:pt x="233866" y="175679"/>
                        <a:pt x="234700" y="175679"/>
                        <a:pt x="235426" y="175349"/>
                      </a:cubicBezTo>
                      <a:lnTo>
                        <a:pt x="249714" y="167062"/>
                      </a:lnTo>
                      <a:cubicBezTo>
                        <a:pt x="250285" y="167062"/>
                        <a:pt x="250285" y="166110"/>
                        <a:pt x="249714" y="165729"/>
                      </a:cubicBezTo>
                      <a:lnTo>
                        <a:pt x="233235" y="156204"/>
                      </a:lnTo>
                      <a:cubicBezTo>
                        <a:pt x="232468" y="155874"/>
                        <a:pt x="231593" y="155909"/>
                        <a:pt x="230854" y="156299"/>
                      </a:cubicBezTo>
                      <a:close/>
                      <a:moveTo>
                        <a:pt x="126746" y="291268"/>
                      </a:moveTo>
                      <a:cubicBezTo>
                        <a:pt x="127463" y="291641"/>
                        <a:pt x="128316" y="291641"/>
                        <a:pt x="129032" y="291268"/>
                      </a:cubicBezTo>
                      <a:lnTo>
                        <a:pt x="143319" y="282982"/>
                      </a:lnTo>
                      <a:cubicBezTo>
                        <a:pt x="143891" y="282982"/>
                        <a:pt x="143891" y="282125"/>
                        <a:pt x="143319" y="281743"/>
                      </a:cubicBezTo>
                      <a:lnTo>
                        <a:pt x="126841" y="272218"/>
                      </a:lnTo>
                      <a:cubicBezTo>
                        <a:pt x="126125" y="271846"/>
                        <a:pt x="125272" y="271846"/>
                        <a:pt x="124555" y="272218"/>
                      </a:cubicBezTo>
                      <a:lnTo>
                        <a:pt x="110268" y="280505"/>
                      </a:lnTo>
                      <a:cubicBezTo>
                        <a:pt x="109696" y="280505"/>
                        <a:pt x="109696" y="281362"/>
                        <a:pt x="110268" y="281743"/>
                      </a:cubicBezTo>
                      <a:close/>
                      <a:moveTo>
                        <a:pt x="64167" y="252597"/>
                      </a:moveTo>
                      <a:lnTo>
                        <a:pt x="49879" y="260884"/>
                      </a:lnTo>
                      <a:cubicBezTo>
                        <a:pt x="49213" y="260884"/>
                        <a:pt x="49308" y="261836"/>
                        <a:pt x="49879" y="262122"/>
                      </a:cubicBezTo>
                      <a:lnTo>
                        <a:pt x="66358" y="271647"/>
                      </a:lnTo>
                      <a:cubicBezTo>
                        <a:pt x="67074" y="272020"/>
                        <a:pt x="67927" y="272020"/>
                        <a:pt x="68643" y="271647"/>
                      </a:cubicBezTo>
                      <a:lnTo>
                        <a:pt x="82931" y="263360"/>
                      </a:lnTo>
                      <a:cubicBezTo>
                        <a:pt x="83502" y="263360"/>
                        <a:pt x="83502" y="262503"/>
                        <a:pt x="82931" y="262122"/>
                      </a:cubicBezTo>
                      <a:lnTo>
                        <a:pt x="66358" y="252597"/>
                      </a:lnTo>
                      <a:cubicBezTo>
                        <a:pt x="65650" y="252189"/>
                        <a:pt x="64779" y="252189"/>
                        <a:pt x="64072" y="252597"/>
                      </a:cubicBezTo>
                      <a:close/>
                      <a:moveTo>
                        <a:pt x="97695" y="281172"/>
                      </a:moveTo>
                      <a:cubicBezTo>
                        <a:pt x="98407" y="281562"/>
                        <a:pt x="99269" y="281562"/>
                        <a:pt x="99981" y="281172"/>
                      </a:cubicBezTo>
                      <a:lnTo>
                        <a:pt x="114268" y="272980"/>
                      </a:lnTo>
                      <a:cubicBezTo>
                        <a:pt x="114840" y="272980"/>
                        <a:pt x="114840" y="272028"/>
                        <a:pt x="114268" y="271647"/>
                      </a:cubicBezTo>
                      <a:lnTo>
                        <a:pt x="97790" y="262122"/>
                      </a:lnTo>
                      <a:cubicBezTo>
                        <a:pt x="97064" y="261792"/>
                        <a:pt x="96230" y="261792"/>
                        <a:pt x="95504" y="262122"/>
                      </a:cubicBezTo>
                      <a:lnTo>
                        <a:pt x="81216" y="270409"/>
                      </a:lnTo>
                      <a:cubicBezTo>
                        <a:pt x="80645" y="270409"/>
                        <a:pt x="80645" y="271361"/>
                        <a:pt x="81216" y="271742"/>
                      </a:cubicBezTo>
                      <a:close/>
                      <a:moveTo>
                        <a:pt x="163608" y="298888"/>
                      </a:moveTo>
                      <a:lnTo>
                        <a:pt x="177800" y="290697"/>
                      </a:lnTo>
                      <a:cubicBezTo>
                        <a:pt x="178467" y="290697"/>
                        <a:pt x="178372" y="289744"/>
                        <a:pt x="177800" y="289363"/>
                      </a:cubicBezTo>
                      <a:lnTo>
                        <a:pt x="161226" y="279838"/>
                      </a:lnTo>
                      <a:cubicBezTo>
                        <a:pt x="160500" y="279508"/>
                        <a:pt x="159667" y="279508"/>
                        <a:pt x="158941" y="279838"/>
                      </a:cubicBezTo>
                      <a:lnTo>
                        <a:pt x="144748" y="288125"/>
                      </a:lnTo>
                      <a:cubicBezTo>
                        <a:pt x="144082" y="288125"/>
                        <a:pt x="144177" y="289078"/>
                        <a:pt x="144748" y="289459"/>
                      </a:cubicBezTo>
                      <a:lnTo>
                        <a:pt x="161322" y="298984"/>
                      </a:lnTo>
                      <a:cubicBezTo>
                        <a:pt x="162071" y="299210"/>
                        <a:pt x="162884" y="299069"/>
                        <a:pt x="163513" y="298603"/>
                      </a:cubicBezTo>
                      <a:close/>
                      <a:moveTo>
                        <a:pt x="140462" y="310890"/>
                      </a:moveTo>
                      <a:cubicBezTo>
                        <a:pt x="141188" y="311220"/>
                        <a:pt x="142022" y="311220"/>
                        <a:pt x="142748" y="310890"/>
                      </a:cubicBezTo>
                      <a:lnTo>
                        <a:pt x="156940" y="302603"/>
                      </a:lnTo>
                      <a:cubicBezTo>
                        <a:pt x="157607" y="302603"/>
                        <a:pt x="157512" y="301651"/>
                        <a:pt x="156940" y="301270"/>
                      </a:cubicBezTo>
                      <a:lnTo>
                        <a:pt x="140367" y="291745"/>
                      </a:lnTo>
                      <a:cubicBezTo>
                        <a:pt x="139655" y="291355"/>
                        <a:pt x="138793" y="291355"/>
                        <a:pt x="138081" y="291745"/>
                      </a:cubicBezTo>
                      <a:lnTo>
                        <a:pt x="123889" y="299936"/>
                      </a:lnTo>
                      <a:cubicBezTo>
                        <a:pt x="123222" y="299936"/>
                        <a:pt x="123317" y="300889"/>
                        <a:pt x="123889" y="301270"/>
                      </a:cubicBezTo>
                      <a:close/>
                      <a:moveTo>
                        <a:pt x="85026" y="240881"/>
                      </a:moveTo>
                      <a:lnTo>
                        <a:pt x="70739" y="249073"/>
                      </a:lnTo>
                      <a:cubicBezTo>
                        <a:pt x="70072" y="249073"/>
                        <a:pt x="70167" y="250025"/>
                        <a:pt x="70739" y="250406"/>
                      </a:cubicBezTo>
                      <a:lnTo>
                        <a:pt x="87217" y="259931"/>
                      </a:lnTo>
                      <a:cubicBezTo>
                        <a:pt x="87943" y="260261"/>
                        <a:pt x="88777" y="260261"/>
                        <a:pt x="89503" y="259931"/>
                      </a:cubicBezTo>
                      <a:lnTo>
                        <a:pt x="103696" y="251644"/>
                      </a:lnTo>
                      <a:cubicBezTo>
                        <a:pt x="104362" y="251644"/>
                        <a:pt x="104267" y="250692"/>
                        <a:pt x="103696" y="250311"/>
                      </a:cubicBezTo>
                      <a:lnTo>
                        <a:pt x="87122" y="240786"/>
                      </a:lnTo>
                      <a:cubicBezTo>
                        <a:pt x="86472" y="240352"/>
                        <a:pt x="85646" y="240280"/>
                        <a:pt x="84931" y="240595"/>
                      </a:cubicBezTo>
                      <a:close/>
                      <a:moveTo>
                        <a:pt x="189135" y="180493"/>
                      </a:moveTo>
                      <a:lnTo>
                        <a:pt x="174847" y="188684"/>
                      </a:lnTo>
                      <a:cubicBezTo>
                        <a:pt x="174276" y="188684"/>
                        <a:pt x="174276" y="189637"/>
                        <a:pt x="174847" y="190018"/>
                      </a:cubicBezTo>
                      <a:lnTo>
                        <a:pt x="191325" y="199543"/>
                      </a:lnTo>
                      <a:cubicBezTo>
                        <a:pt x="192052" y="199873"/>
                        <a:pt x="192885" y="199873"/>
                        <a:pt x="193611" y="199543"/>
                      </a:cubicBezTo>
                      <a:lnTo>
                        <a:pt x="207899" y="191256"/>
                      </a:lnTo>
                      <a:cubicBezTo>
                        <a:pt x="208566" y="191256"/>
                        <a:pt x="208471" y="190303"/>
                        <a:pt x="207899" y="189922"/>
                      </a:cubicBezTo>
                      <a:lnTo>
                        <a:pt x="191421" y="180397"/>
                      </a:lnTo>
                      <a:cubicBezTo>
                        <a:pt x="190692" y="180037"/>
                        <a:pt x="189831" y="180073"/>
                        <a:pt x="189135" y="180493"/>
                      </a:cubicBezTo>
                      <a:close/>
                      <a:moveTo>
                        <a:pt x="105696" y="228118"/>
                      </a:moveTo>
                      <a:lnTo>
                        <a:pt x="91504" y="236404"/>
                      </a:lnTo>
                      <a:cubicBezTo>
                        <a:pt x="90837" y="236404"/>
                        <a:pt x="90932" y="237357"/>
                        <a:pt x="91504" y="237738"/>
                      </a:cubicBezTo>
                      <a:lnTo>
                        <a:pt x="108077" y="247263"/>
                      </a:lnTo>
                      <a:cubicBezTo>
                        <a:pt x="108789" y="247653"/>
                        <a:pt x="109651" y="247653"/>
                        <a:pt x="110363" y="247263"/>
                      </a:cubicBezTo>
                      <a:lnTo>
                        <a:pt x="124555" y="239071"/>
                      </a:lnTo>
                      <a:cubicBezTo>
                        <a:pt x="125222" y="239071"/>
                        <a:pt x="125127" y="238119"/>
                        <a:pt x="124555" y="237738"/>
                      </a:cubicBezTo>
                      <a:lnTo>
                        <a:pt x="107982" y="228213"/>
                      </a:lnTo>
                      <a:cubicBezTo>
                        <a:pt x="107269" y="227852"/>
                        <a:pt x="106436" y="227818"/>
                        <a:pt x="105696" y="228118"/>
                      </a:cubicBezTo>
                      <a:close/>
                      <a:moveTo>
                        <a:pt x="209994" y="167920"/>
                      </a:moveTo>
                      <a:lnTo>
                        <a:pt x="195707" y="176206"/>
                      </a:lnTo>
                      <a:cubicBezTo>
                        <a:pt x="195135" y="176206"/>
                        <a:pt x="195135" y="177159"/>
                        <a:pt x="195707" y="177540"/>
                      </a:cubicBezTo>
                      <a:lnTo>
                        <a:pt x="212185" y="187065"/>
                      </a:lnTo>
                      <a:cubicBezTo>
                        <a:pt x="212897" y="187455"/>
                        <a:pt x="213759" y="187455"/>
                        <a:pt x="214471" y="187065"/>
                      </a:cubicBezTo>
                      <a:lnTo>
                        <a:pt x="228759" y="178873"/>
                      </a:lnTo>
                      <a:cubicBezTo>
                        <a:pt x="229330" y="178873"/>
                        <a:pt x="229330" y="177921"/>
                        <a:pt x="228759" y="177540"/>
                      </a:cubicBezTo>
                      <a:lnTo>
                        <a:pt x="212281" y="168015"/>
                      </a:lnTo>
                      <a:cubicBezTo>
                        <a:pt x="211513" y="167773"/>
                        <a:pt x="210679" y="167877"/>
                        <a:pt x="209995" y="168301"/>
                      </a:cubicBezTo>
                      <a:close/>
                      <a:moveTo>
                        <a:pt x="168275" y="192018"/>
                      </a:moveTo>
                      <a:lnTo>
                        <a:pt x="153988" y="200304"/>
                      </a:lnTo>
                      <a:cubicBezTo>
                        <a:pt x="153416" y="200304"/>
                        <a:pt x="153416" y="201257"/>
                        <a:pt x="153988" y="201543"/>
                      </a:cubicBezTo>
                      <a:lnTo>
                        <a:pt x="170561" y="211068"/>
                      </a:lnTo>
                      <a:cubicBezTo>
                        <a:pt x="171244" y="211440"/>
                        <a:pt x="172069" y="211440"/>
                        <a:pt x="172752" y="211068"/>
                      </a:cubicBezTo>
                      <a:lnTo>
                        <a:pt x="187039" y="202781"/>
                      </a:lnTo>
                      <a:cubicBezTo>
                        <a:pt x="187706" y="202781"/>
                        <a:pt x="187611" y="201924"/>
                        <a:pt x="187039" y="201543"/>
                      </a:cubicBezTo>
                      <a:lnTo>
                        <a:pt x="170561" y="192018"/>
                      </a:lnTo>
                      <a:cubicBezTo>
                        <a:pt x="169783" y="191759"/>
                        <a:pt x="168927" y="191901"/>
                        <a:pt x="168275" y="192399"/>
                      </a:cubicBezTo>
                      <a:close/>
                      <a:moveTo>
                        <a:pt x="147034" y="204496"/>
                      </a:moveTo>
                      <a:lnTo>
                        <a:pt x="132842" y="212687"/>
                      </a:lnTo>
                      <a:cubicBezTo>
                        <a:pt x="132175" y="212687"/>
                        <a:pt x="132271" y="213640"/>
                        <a:pt x="132842" y="214021"/>
                      </a:cubicBezTo>
                      <a:lnTo>
                        <a:pt x="149416" y="223546"/>
                      </a:lnTo>
                      <a:cubicBezTo>
                        <a:pt x="150098" y="223918"/>
                        <a:pt x="150924" y="223918"/>
                        <a:pt x="151606" y="223546"/>
                      </a:cubicBezTo>
                      <a:lnTo>
                        <a:pt x="165894" y="215354"/>
                      </a:lnTo>
                      <a:cubicBezTo>
                        <a:pt x="166560" y="215354"/>
                        <a:pt x="166465" y="214402"/>
                        <a:pt x="165894" y="214021"/>
                      </a:cubicBezTo>
                      <a:lnTo>
                        <a:pt x="149416" y="204496"/>
                      </a:lnTo>
                      <a:cubicBezTo>
                        <a:pt x="148679" y="204070"/>
                        <a:pt x="147771" y="204070"/>
                        <a:pt x="147034" y="204496"/>
                      </a:cubicBezTo>
                      <a:close/>
                      <a:moveTo>
                        <a:pt x="126175" y="216497"/>
                      </a:moveTo>
                      <a:lnTo>
                        <a:pt x="111982" y="224689"/>
                      </a:lnTo>
                      <a:cubicBezTo>
                        <a:pt x="111316" y="224689"/>
                        <a:pt x="111411" y="225641"/>
                        <a:pt x="111982" y="226022"/>
                      </a:cubicBezTo>
                      <a:lnTo>
                        <a:pt x="128556" y="235547"/>
                      </a:lnTo>
                      <a:cubicBezTo>
                        <a:pt x="129282" y="235877"/>
                        <a:pt x="130116" y="235877"/>
                        <a:pt x="130842" y="235547"/>
                      </a:cubicBezTo>
                      <a:lnTo>
                        <a:pt x="145034" y="227260"/>
                      </a:lnTo>
                      <a:cubicBezTo>
                        <a:pt x="145701" y="227260"/>
                        <a:pt x="145606" y="226308"/>
                        <a:pt x="145034" y="225927"/>
                      </a:cubicBezTo>
                      <a:lnTo>
                        <a:pt x="128556" y="216402"/>
                      </a:lnTo>
                      <a:cubicBezTo>
                        <a:pt x="127901" y="216182"/>
                        <a:pt x="127187" y="216216"/>
                        <a:pt x="126556" y="216497"/>
                      </a:cubicBezTo>
                      <a:close/>
                      <a:moveTo>
                        <a:pt x="232855" y="231166"/>
                      </a:moveTo>
                      <a:lnTo>
                        <a:pt x="247047" y="222879"/>
                      </a:lnTo>
                      <a:cubicBezTo>
                        <a:pt x="247714" y="222879"/>
                        <a:pt x="247618" y="221926"/>
                        <a:pt x="247047" y="221641"/>
                      </a:cubicBezTo>
                      <a:lnTo>
                        <a:pt x="230473" y="212116"/>
                      </a:lnTo>
                      <a:cubicBezTo>
                        <a:pt x="229761" y="211726"/>
                        <a:pt x="228900" y="211726"/>
                        <a:pt x="228187" y="212116"/>
                      </a:cubicBezTo>
                      <a:lnTo>
                        <a:pt x="213995" y="220402"/>
                      </a:lnTo>
                      <a:cubicBezTo>
                        <a:pt x="213328" y="220402"/>
                        <a:pt x="213424" y="221260"/>
                        <a:pt x="213995" y="221641"/>
                      </a:cubicBezTo>
                      <a:lnTo>
                        <a:pt x="230473" y="231166"/>
                      </a:lnTo>
                      <a:cubicBezTo>
                        <a:pt x="231308" y="231727"/>
                        <a:pt x="232400" y="231727"/>
                        <a:pt x="233236" y="231166"/>
                      </a:cubicBezTo>
                      <a:close/>
                      <a:moveTo>
                        <a:pt x="415925" y="49238"/>
                      </a:moveTo>
                      <a:lnTo>
                        <a:pt x="401733" y="57429"/>
                      </a:lnTo>
                      <a:cubicBezTo>
                        <a:pt x="401066" y="57429"/>
                        <a:pt x="401161" y="58382"/>
                        <a:pt x="401733" y="58763"/>
                      </a:cubicBezTo>
                      <a:lnTo>
                        <a:pt x="418211" y="68288"/>
                      </a:lnTo>
                      <a:cubicBezTo>
                        <a:pt x="418923" y="68678"/>
                        <a:pt x="419785" y="68678"/>
                        <a:pt x="420497" y="68288"/>
                      </a:cubicBezTo>
                      <a:lnTo>
                        <a:pt x="434689" y="60096"/>
                      </a:lnTo>
                      <a:cubicBezTo>
                        <a:pt x="435356" y="60096"/>
                        <a:pt x="435261" y="59144"/>
                        <a:pt x="434689" y="58763"/>
                      </a:cubicBezTo>
                      <a:lnTo>
                        <a:pt x="418116" y="49238"/>
                      </a:lnTo>
                      <a:cubicBezTo>
                        <a:pt x="417536" y="49000"/>
                        <a:pt x="416886" y="49000"/>
                        <a:pt x="416306" y="49238"/>
                      </a:cubicBezTo>
                      <a:close/>
                      <a:moveTo>
                        <a:pt x="390684" y="63811"/>
                      </a:moveTo>
                      <a:lnTo>
                        <a:pt x="376492" y="72003"/>
                      </a:lnTo>
                      <a:cubicBezTo>
                        <a:pt x="375825" y="72003"/>
                        <a:pt x="375920" y="72955"/>
                        <a:pt x="376492" y="73336"/>
                      </a:cubicBezTo>
                      <a:lnTo>
                        <a:pt x="392970" y="82861"/>
                      </a:lnTo>
                      <a:cubicBezTo>
                        <a:pt x="393686" y="83234"/>
                        <a:pt x="394540" y="83234"/>
                        <a:pt x="395256" y="82861"/>
                      </a:cubicBezTo>
                      <a:lnTo>
                        <a:pt x="409448" y="74670"/>
                      </a:lnTo>
                      <a:cubicBezTo>
                        <a:pt x="410115" y="74670"/>
                        <a:pt x="410019" y="73717"/>
                        <a:pt x="409448" y="73336"/>
                      </a:cubicBezTo>
                      <a:lnTo>
                        <a:pt x="392875" y="63811"/>
                      </a:lnTo>
                      <a:cubicBezTo>
                        <a:pt x="392295" y="63573"/>
                        <a:pt x="391645" y="63573"/>
                        <a:pt x="391065" y="63811"/>
                      </a:cubicBezTo>
                      <a:close/>
                      <a:moveTo>
                        <a:pt x="436785" y="37141"/>
                      </a:moveTo>
                      <a:lnTo>
                        <a:pt x="422592" y="45428"/>
                      </a:lnTo>
                      <a:cubicBezTo>
                        <a:pt x="421926" y="45428"/>
                        <a:pt x="422021" y="46381"/>
                        <a:pt x="422592" y="46666"/>
                      </a:cubicBezTo>
                      <a:lnTo>
                        <a:pt x="439166" y="56191"/>
                      </a:lnTo>
                      <a:cubicBezTo>
                        <a:pt x="439883" y="56564"/>
                        <a:pt x="440736" y="56564"/>
                        <a:pt x="441452" y="56191"/>
                      </a:cubicBezTo>
                      <a:lnTo>
                        <a:pt x="455644" y="48000"/>
                      </a:lnTo>
                      <a:cubicBezTo>
                        <a:pt x="456311" y="48000"/>
                        <a:pt x="456216" y="47047"/>
                        <a:pt x="455644" y="46666"/>
                      </a:cubicBezTo>
                      <a:lnTo>
                        <a:pt x="439071" y="37141"/>
                      </a:lnTo>
                      <a:cubicBezTo>
                        <a:pt x="438399" y="37062"/>
                        <a:pt x="437721" y="37231"/>
                        <a:pt x="437166" y="37618"/>
                      </a:cubicBezTo>
                      <a:close/>
                      <a:moveTo>
                        <a:pt x="328867" y="148489"/>
                      </a:moveTo>
                      <a:lnTo>
                        <a:pt x="343154" y="140202"/>
                      </a:lnTo>
                      <a:cubicBezTo>
                        <a:pt x="343725" y="140202"/>
                        <a:pt x="343725" y="139250"/>
                        <a:pt x="343154" y="138964"/>
                      </a:cubicBezTo>
                      <a:lnTo>
                        <a:pt x="326676" y="129439"/>
                      </a:lnTo>
                      <a:cubicBezTo>
                        <a:pt x="325959" y="129066"/>
                        <a:pt x="325106" y="129066"/>
                        <a:pt x="324390" y="129439"/>
                      </a:cubicBezTo>
                      <a:lnTo>
                        <a:pt x="310102" y="137725"/>
                      </a:lnTo>
                      <a:cubicBezTo>
                        <a:pt x="309531" y="137725"/>
                        <a:pt x="309531" y="138583"/>
                        <a:pt x="310102" y="138964"/>
                      </a:cubicBezTo>
                      <a:lnTo>
                        <a:pt x="326581" y="148489"/>
                      </a:lnTo>
                      <a:cubicBezTo>
                        <a:pt x="327411" y="148946"/>
                        <a:pt x="328417" y="148946"/>
                        <a:pt x="329248" y="148489"/>
                      </a:cubicBezTo>
                      <a:close/>
                      <a:moveTo>
                        <a:pt x="459931" y="25140"/>
                      </a:moveTo>
                      <a:cubicBezTo>
                        <a:pt x="459214" y="24767"/>
                        <a:pt x="458361" y="24767"/>
                        <a:pt x="457645" y="25140"/>
                      </a:cubicBezTo>
                      <a:lnTo>
                        <a:pt x="443452" y="33331"/>
                      </a:lnTo>
                      <a:cubicBezTo>
                        <a:pt x="442785" y="33331"/>
                        <a:pt x="442881" y="34284"/>
                        <a:pt x="443452" y="34665"/>
                      </a:cubicBezTo>
                      <a:lnTo>
                        <a:pt x="460026" y="44190"/>
                      </a:lnTo>
                      <a:cubicBezTo>
                        <a:pt x="460752" y="44520"/>
                        <a:pt x="461585" y="44520"/>
                        <a:pt x="462312" y="44190"/>
                      </a:cubicBezTo>
                      <a:lnTo>
                        <a:pt x="476504" y="35903"/>
                      </a:lnTo>
                      <a:cubicBezTo>
                        <a:pt x="477171" y="35903"/>
                        <a:pt x="477075" y="34951"/>
                        <a:pt x="476504" y="34570"/>
                      </a:cubicBezTo>
                      <a:close/>
                      <a:moveTo>
                        <a:pt x="253714" y="219069"/>
                      </a:moveTo>
                      <a:lnTo>
                        <a:pt x="267907" y="210877"/>
                      </a:lnTo>
                      <a:cubicBezTo>
                        <a:pt x="268573" y="210877"/>
                        <a:pt x="268478" y="209925"/>
                        <a:pt x="267907" y="209544"/>
                      </a:cubicBezTo>
                      <a:lnTo>
                        <a:pt x="251428" y="200019"/>
                      </a:lnTo>
                      <a:cubicBezTo>
                        <a:pt x="250716" y="199629"/>
                        <a:pt x="249854" y="199629"/>
                        <a:pt x="249142" y="200019"/>
                      </a:cubicBezTo>
                      <a:lnTo>
                        <a:pt x="234950" y="208210"/>
                      </a:lnTo>
                      <a:cubicBezTo>
                        <a:pt x="234283" y="208210"/>
                        <a:pt x="234379" y="209163"/>
                        <a:pt x="234950" y="209544"/>
                      </a:cubicBezTo>
                      <a:lnTo>
                        <a:pt x="251524" y="219069"/>
                      </a:lnTo>
                      <a:cubicBezTo>
                        <a:pt x="252307" y="219571"/>
                        <a:pt x="253312" y="219571"/>
                        <a:pt x="254095" y="219069"/>
                      </a:cubicBezTo>
                      <a:close/>
                      <a:moveTo>
                        <a:pt x="509365" y="71431"/>
                      </a:moveTo>
                      <a:lnTo>
                        <a:pt x="523653" y="63240"/>
                      </a:lnTo>
                      <a:cubicBezTo>
                        <a:pt x="524319" y="63240"/>
                        <a:pt x="524224" y="62287"/>
                        <a:pt x="523653" y="61906"/>
                      </a:cubicBezTo>
                      <a:lnTo>
                        <a:pt x="507175" y="52381"/>
                      </a:lnTo>
                      <a:cubicBezTo>
                        <a:pt x="506458" y="52009"/>
                        <a:pt x="505605" y="52009"/>
                        <a:pt x="504889" y="52381"/>
                      </a:cubicBezTo>
                      <a:lnTo>
                        <a:pt x="490601" y="60573"/>
                      </a:lnTo>
                      <a:cubicBezTo>
                        <a:pt x="490030" y="60573"/>
                        <a:pt x="490030" y="61525"/>
                        <a:pt x="490601" y="61906"/>
                      </a:cubicBezTo>
                      <a:lnTo>
                        <a:pt x="507175" y="71431"/>
                      </a:lnTo>
                      <a:cubicBezTo>
                        <a:pt x="507951" y="71959"/>
                        <a:pt x="508970" y="71959"/>
                        <a:pt x="509746" y="71431"/>
                      </a:cubicBezTo>
                      <a:close/>
                      <a:moveTo>
                        <a:pt x="464979" y="69908"/>
                      </a:moveTo>
                      <a:lnTo>
                        <a:pt x="479266" y="61621"/>
                      </a:lnTo>
                      <a:cubicBezTo>
                        <a:pt x="479838" y="61621"/>
                        <a:pt x="479838" y="60763"/>
                        <a:pt x="479266" y="60383"/>
                      </a:cubicBezTo>
                      <a:lnTo>
                        <a:pt x="462788" y="50858"/>
                      </a:lnTo>
                      <a:cubicBezTo>
                        <a:pt x="462071" y="50485"/>
                        <a:pt x="461218" y="50485"/>
                        <a:pt x="460502" y="50858"/>
                      </a:cubicBezTo>
                      <a:lnTo>
                        <a:pt x="446215" y="59144"/>
                      </a:lnTo>
                      <a:cubicBezTo>
                        <a:pt x="445643" y="59144"/>
                        <a:pt x="445643" y="60001"/>
                        <a:pt x="446215" y="60383"/>
                      </a:cubicBezTo>
                      <a:lnTo>
                        <a:pt x="462693" y="69908"/>
                      </a:lnTo>
                      <a:cubicBezTo>
                        <a:pt x="463506" y="70427"/>
                        <a:pt x="464547" y="70427"/>
                        <a:pt x="465360" y="69908"/>
                      </a:cubicBezTo>
                      <a:close/>
                      <a:moveTo>
                        <a:pt x="483552" y="38761"/>
                      </a:moveTo>
                      <a:cubicBezTo>
                        <a:pt x="482840" y="38371"/>
                        <a:pt x="481979" y="38371"/>
                        <a:pt x="481267" y="38761"/>
                      </a:cubicBezTo>
                      <a:lnTo>
                        <a:pt x="466979" y="46952"/>
                      </a:lnTo>
                      <a:cubicBezTo>
                        <a:pt x="466408" y="46952"/>
                        <a:pt x="466408" y="47904"/>
                        <a:pt x="466979" y="48286"/>
                      </a:cubicBezTo>
                      <a:lnTo>
                        <a:pt x="483457" y="57811"/>
                      </a:lnTo>
                      <a:cubicBezTo>
                        <a:pt x="484170" y="58200"/>
                        <a:pt x="485031" y="58200"/>
                        <a:pt x="485743" y="57811"/>
                      </a:cubicBezTo>
                      <a:lnTo>
                        <a:pt x="500031" y="49619"/>
                      </a:lnTo>
                      <a:cubicBezTo>
                        <a:pt x="500602" y="49619"/>
                        <a:pt x="500602" y="48667"/>
                        <a:pt x="500031" y="48286"/>
                      </a:cubicBezTo>
                      <a:close/>
                      <a:moveTo>
                        <a:pt x="487934" y="36284"/>
                      </a:moveTo>
                      <a:lnTo>
                        <a:pt x="527939" y="59335"/>
                      </a:lnTo>
                      <a:cubicBezTo>
                        <a:pt x="528655" y="59707"/>
                        <a:pt x="529509" y="59707"/>
                        <a:pt x="530225" y="59335"/>
                      </a:cubicBezTo>
                      <a:lnTo>
                        <a:pt x="544513" y="51048"/>
                      </a:lnTo>
                      <a:cubicBezTo>
                        <a:pt x="545179" y="51048"/>
                        <a:pt x="545084" y="50191"/>
                        <a:pt x="544513" y="49810"/>
                      </a:cubicBezTo>
                      <a:lnTo>
                        <a:pt x="504508" y="26664"/>
                      </a:lnTo>
                      <a:cubicBezTo>
                        <a:pt x="503781" y="26334"/>
                        <a:pt x="502948" y="26334"/>
                        <a:pt x="502222" y="26664"/>
                      </a:cubicBezTo>
                      <a:lnTo>
                        <a:pt x="487934" y="34951"/>
                      </a:lnTo>
                      <a:cubicBezTo>
                        <a:pt x="487648" y="35236"/>
                        <a:pt x="487648" y="35903"/>
                        <a:pt x="488315" y="36284"/>
                      </a:cubicBezTo>
                      <a:close/>
                      <a:moveTo>
                        <a:pt x="439547" y="62764"/>
                      </a:moveTo>
                      <a:lnTo>
                        <a:pt x="425259" y="71050"/>
                      </a:lnTo>
                      <a:cubicBezTo>
                        <a:pt x="424688" y="71050"/>
                        <a:pt x="424688" y="72003"/>
                        <a:pt x="425259" y="72384"/>
                      </a:cubicBezTo>
                      <a:lnTo>
                        <a:pt x="441738" y="81909"/>
                      </a:lnTo>
                      <a:cubicBezTo>
                        <a:pt x="442450" y="82299"/>
                        <a:pt x="443312" y="82299"/>
                        <a:pt x="444024" y="81909"/>
                      </a:cubicBezTo>
                      <a:lnTo>
                        <a:pt x="458311" y="73717"/>
                      </a:lnTo>
                      <a:cubicBezTo>
                        <a:pt x="458883" y="73717"/>
                        <a:pt x="458883" y="72765"/>
                        <a:pt x="458311" y="72384"/>
                      </a:cubicBezTo>
                      <a:lnTo>
                        <a:pt x="441833" y="62859"/>
                      </a:lnTo>
                      <a:cubicBezTo>
                        <a:pt x="441230" y="62602"/>
                        <a:pt x="440554" y="62568"/>
                        <a:pt x="439928" y="62763"/>
                      </a:cubicBezTo>
                      <a:close/>
                      <a:moveTo>
                        <a:pt x="282575" y="153442"/>
                      </a:moveTo>
                      <a:lnTo>
                        <a:pt x="268288" y="161633"/>
                      </a:lnTo>
                      <a:cubicBezTo>
                        <a:pt x="267716" y="161633"/>
                        <a:pt x="267716" y="162586"/>
                        <a:pt x="268288" y="162967"/>
                      </a:cubicBezTo>
                      <a:lnTo>
                        <a:pt x="284766" y="172492"/>
                      </a:lnTo>
                      <a:cubicBezTo>
                        <a:pt x="285492" y="172822"/>
                        <a:pt x="286325" y="172822"/>
                        <a:pt x="287052" y="172492"/>
                      </a:cubicBezTo>
                      <a:lnTo>
                        <a:pt x="301339" y="164205"/>
                      </a:lnTo>
                      <a:cubicBezTo>
                        <a:pt x="301911" y="164205"/>
                        <a:pt x="301911" y="163252"/>
                        <a:pt x="301339" y="162871"/>
                      </a:cubicBezTo>
                      <a:lnTo>
                        <a:pt x="284861" y="153346"/>
                      </a:lnTo>
                      <a:cubicBezTo>
                        <a:pt x="284240" y="153111"/>
                        <a:pt x="283550" y="153146"/>
                        <a:pt x="282956" y="153442"/>
                      </a:cubicBezTo>
                      <a:close/>
                      <a:moveTo>
                        <a:pt x="486315" y="83433"/>
                      </a:moveTo>
                      <a:cubicBezTo>
                        <a:pt x="487009" y="83760"/>
                        <a:pt x="487812" y="83760"/>
                        <a:pt x="488506" y="83433"/>
                      </a:cubicBezTo>
                      <a:lnTo>
                        <a:pt x="502793" y="75146"/>
                      </a:lnTo>
                      <a:cubicBezTo>
                        <a:pt x="503460" y="75146"/>
                        <a:pt x="503365" y="74194"/>
                        <a:pt x="502793" y="73813"/>
                      </a:cubicBezTo>
                      <a:lnTo>
                        <a:pt x="486315" y="64288"/>
                      </a:lnTo>
                      <a:cubicBezTo>
                        <a:pt x="485598" y="63915"/>
                        <a:pt x="484745" y="63915"/>
                        <a:pt x="484029" y="64288"/>
                      </a:cubicBezTo>
                      <a:lnTo>
                        <a:pt x="469837" y="72479"/>
                      </a:lnTo>
                      <a:cubicBezTo>
                        <a:pt x="469170" y="72479"/>
                        <a:pt x="469265" y="73432"/>
                        <a:pt x="469837" y="73813"/>
                      </a:cubicBezTo>
                      <a:close/>
                      <a:moveTo>
                        <a:pt x="303435" y="141345"/>
                      </a:moveTo>
                      <a:lnTo>
                        <a:pt x="289147" y="149632"/>
                      </a:lnTo>
                      <a:cubicBezTo>
                        <a:pt x="288576" y="149632"/>
                        <a:pt x="288576" y="150584"/>
                        <a:pt x="289147" y="150965"/>
                      </a:cubicBezTo>
                      <a:lnTo>
                        <a:pt x="305625" y="160490"/>
                      </a:lnTo>
                      <a:cubicBezTo>
                        <a:pt x="306338" y="160880"/>
                        <a:pt x="307199" y="160880"/>
                        <a:pt x="307911" y="160490"/>
                      </a:cubicBezTo>
                      <a:lnTo>
                        <a:pt x="322199" y="152299"/>
                      </a:lnTo>
                      <a:cubicBezTo>
                        <a:pt x="322771" y="152299"/>
                        <a:pt x="322771" y="151346"/>
                        <a:pt x="322199" y="150965"/>
                      </a:cubicBezTo>
                      <a:lnTo>
                        <a:pt x="305721" y="141440"/>
                      </a:lnTo>
                      <a:cubicBezTo>
                        <a:pt x="305117" y="141183"/>
                        <a:pt x="304442" y="141149"/>
                        <a:pt x="303816" y="141345"/>
                      </a:cubicBezTo>
                      <a:close/>
                      <a:moveTo>
                        <a:pt x="147130" y="279267"/>
                      </a:moveTo>
                      <a:cubicBezTo>
                        <a:pt x="147842" y="279657"/>
                        <a:pt x="148703" y="279657"/>
                        <a:pt x="149416" y="279267"/>
                      </a:cubicBezTo>
                      <a:lnTo>
                        <a:pt x="163703" y="271075"/>
                      </a:lnTo>
                      <a:cubicBezTo>
                        <a:pt x="164275" y="271075"/>
                        <a:pt x="164275" y="270123"/>
                        <a:pt x="163703" y="269742"/>
                      </a:cubicBezTo>
                      <a:lnTo>
                        <a:pt x="147225" y="260217"/>
                      </a:lnTo>
                      <a:cubicBezTo>
                        <a:pt x="146513" y="259827"/>
                        <a:pt x="145651" y="259827"/>
                        <a:pt x="144939" y="260217"/>
                      </a:cubicBezTo>
                      <a:lnTo>
                        <a:pt x="130651" y="268408"/>
                      </a:lnTo>
                      <a:cubicBezTo>
                        <a:pt x="130080" y="268408"/>
                        <a:pt x="130080" y="269361"/>
                        <a:pt x="130651" y="269742"/>
                      </a:cubicBezTo>
                      <a:close/>
                      <a:moveTo>
                        <a:pt x="115792" y="249739"/>
                      </a:moveTo>
                      <a:lnTo>
                        <a:pt x="101505" y="258026"/>
                      </a:lnTo>
                      <a:cubicBezTo>
                        <a:pt x="100838" y="258026"/>
                        <a:pt x="100933" y="258883"/>
                        <a:pt x="101505" y="259264"/>
                      </a:cubicBezTo>
                      <a:lnTo>
                        <a:pt x="117983" y="268789"/>
                      </a:lnTo>
                      <a:cubicBezTo>
                        <a:pt x="118700" y="269162"/>
                        <a:pt x="119553" y="269162"/>
                        <a:pt x="120269" y="268789"/>
                      </a:cubicBezTo>
                      <a:lnTo>
                        <a:pt x="134557" y="260503"/>
                      </a:lnTo>
                      <a:cubicBezTo>
                        <a:pt x="135128" y="260503"/>
                        <a:pt x="135128" y="259645"/>
                        <a:pt x="134557" y="259264"/>
                      </a:cubicBezTo>
                      <a:lnTo>
                        <a:pt x="118078" y="249739"/>
                      </a:lnTo>
                      <a:cubicBezTo>
                        <a:pt x="117469" y="249485"/>
                        <a:pt x="116783" y="249485"/>
                        <a:pt x="116173" y="249739"/>
                      </a:cubicBezTo>
                      <a:close/>
                      <a:moveTo>
                        <a:pt x="170275" y="267265"/>
                      </a:moveTo>
                      <a:lnTo>
                        <a:pt x="184563" y="259074"/>
                      </a:lnTo>
                      <a:cubicBezTo>
                        <a:pt x="185134" y="259074"/>
                        <a:pt x="185134" y="258121"/>
                        <a:pt x="184563" y="257740"/>
                      </a:cubicBezTo>
                      <a:lnTo>
                        <a:pt x="168084" y="248215"/>
                      </a:lnTo>
                      <a:cubicBezTo>
                        <a:pt x="167358" y="247885"/>
                        <a:pt x="166525" y="247885"/>
                        <a:pt x="165799" y="248215"/>
                      </a:cubicBezTo>
                      <a:lnTo>
                        <a:pt x="151511" y="256502"/>
                      </a:lnTo>
                      <a:cubicBezTo>
                        <a:pt x="150844" y="256502"/>
                        <a:pt x="150940" y="257454"/>
                        <a:pt x="151511" y="257836"/>
                      </a:cubicBezTo>
                      <a:lnTo>
                        <a:pt x="167989" y="267361"/>
                      </a:lnTo>
                      <a:cubicBezTo>
                        <a:pt x="168814" y="267877"/>
                        <a:pt x="169870" y="267839"/>
                        <a:pt x="170656" y="267265"/>
                      </a:cubicBezTo>
                      <a:close/>
                      <a:moveTo>
                        <a:pt x="191135" y="255264"/>
                      </a:moveTo>
                      <a:lnTo>
                        <a:pt x="205423" y="246977"/>
                      </a:lnTo>
                      <a:cubicBezTo>
                        <a:pt x="205994" y="246977"/>
                        <a:pt x="205994" y="246025"/>
                        <a:pt x="205423" y="245644"/>
                      </a:cubicBezTo>
                      <a:lnTo>
                        <a:pt x="188849" y="236119"/>
                      </a:lnTo>
                      <a:cubicBezTo>
                        <a:pt x="188166" y="235746"/>
                        <a:pt x="187341" y="235746"/>
                        <a:pt x="186658" y="236119"/>
                      </a:cubicBezTo>
                      <a:lnTo>
                        <a:pt x="172371" y="244310"/>
                      </a:lnTo>
                      <a:cubicBezTo>
                        <a:pt x="171704" y="244310"/>
                        <a:pt x="171799" y="245263"/>
                        <a:pt x="172371" y="245644"/>
                      </a:cubicBezTo>
                      <a:lnTo>
                        <a:pt x="188849" y="255169"/>
                      </a:lnTo>
                      <a:cubicBezTo>
                        <a:pt x="189663" y="255656"/>
                        <a:pt x="190670" y="255692"/>
                        <a:pt x="191516" y="255264"/>
                      </a:cubicBezTo>
                      <a:close/>
                      <a:moveTo>
                        <a:pt x="211995" y="243167"/>
                      </a:moveTo>
                      <a:lnTo>
                        <a:pt x="226187" y="234976"/>
                      </a:lnTo>
                      <a:cubicBezTo>
                        <a:pt x="226854" y="234976"/>
                        <a:pt x="226758" y="234023"/>
                        <a:pt x="226187" y="233642"/>
                      </a:cubicBezTo>
                      <a:lnTo>
                        <a:pt x="209614" y="224117"/>
                      </a:lnTo>
                      <a:cubicBezTo>
                        <a:pt x="208920" y="223790"/>
                        <a:pt x="208117" y="223790"/>
                        <a:pt x="207423" y="224117"/>
                      </a:cubicBezTo>
                      <a:lnTo>
                        <a:pt x="193135" y="232404"/>
                      </a:lnTo>
                      <a:cubicBezTo>
                        <a:pt x="192468" y="232404"/>
                        <a:pt x="192564" y="233356"/>
                        <a:pt x="193135" y="233737"/>
                      </a:cubicBezTo>
                      <a:lnTo>
                        <a:pt x="209614" y="243262"/>
                      </a:lnTo>
                      <a:cubicBezTo>
                        <a:pt x="210468" y="243795"/>
                        <a:pt x="211560" y="243757"/>
                        <a:pt x="212376" y="243167"/>
                      </a:cubicBezTo>
                      <a:close/>
                      <a:moveTo>
                        <a:pt x="137509" y="237643"/>
                      </a:moveTo>
                      <a:lnTo>
                        <a:pt x="123222" y="245834"/>
                      </a:lnTo>
                      <a:cubicBezTo>
                        <a:pt x="122555" y="245834"/>
                        <a:pt x="122650" y="246787"/>
                        <a:pt x="123222" y="247168"/>
                      </a:cubicBezTo>
                      <a:lnTo>
                        <a:pt x="139700" y="256693"/>
                      </a:lnTo>
                      <a:cubicBezTo>
                        <a:pt x="140412" y="257082"/>
                        <a:pt x="141274" y="257082"/>
                        <a:pt x="141986" y="256693"/>
                      </a:cubicBezTo>
                      <a:lnTo>
                        <a:pt x="156274" y="248501"/>
                      </a:lnTo>
                      <a:cubicBezTo>
                        <a:pt x="156845" y="248501"/>
                        <a:pt x="156845" y="247549"/>
                        <a:pt x="156274" y="247168"/>
                      </a:cubicBezTo>
                      <a:lnTo>
                        <a:pt x="139700" y="237643"/>
                      </a:lnTo>
                      <a:cubicBezTo>
                        <a:pt x="139017" y="237270"/>
                        <a:pt x="138192" y="237270"/>
                        <a:pt x="137509" y="237643"/>
                      </a:cubicBezTo>
                      <a:close/>
                      <a:moveTo>
                        <a:pt x="158369" y="225546"/>
                      </a:moveTo>
                      <a:lnTo>
                        <a:pt x="144082" y="233833"/>
                      </a:lnTo>
                      <a:cubicBezTo>
                        <a:pt x="143415" y="233833"/>
                        <a:pt x="143510" y="234785"/>
                        <a:pt x="144082" y="235166"/>
                      </a:cubicBezTo>
                      <a:lnTo>
                        <a:pt x="160560" y="244691"/>
                      </a:lnTo>
                      <a:cubicBezTo>
                        <a:pt x="161276" y="245064"/>
                        <a:pt x="162130" y="245064"/>
                        <a:pt x="162846" y="244691"/>
                      </a:cubicBezTo>
                      <a:lnTo>
                        <a:pt x="177038" y="236500"/>
                      </a:lnTo>
                      <a:cubicBezTo>
                        <a:pt x="177705" y="236500"/>
                        <a:pt x="177609" y="235547"/>
                        <a:pt x="177038" y="235166"/>
                      </a:cubicBezTo>
                      <a:lnTo>
                        <a:pt x="160465" y="225641"/>
                      </a:lnTo>
                      <a:cubicBezTo>
                        <a:pt x="159669" y="225182"/>
                        <a:pt x="158689" y="225182"/>
                        <a:pt x="157893" y="225641"/>
                      </a:cubicBezTo>
                      <a:close/>
                      <a:moveTo>
                        <a:pt x="241713" y="177445"/>
                      </a:moveTo>
                      <a:lnTo>
                        <a:pt x="227425" y="185636"/>
                      </a:lnTo>
                      <a:cubicBezTo>
                        <a:pt x="226854" y="185636"/>
                        <a:pt x="226854" y="186589"/>
                        <a:pt x="227425" y="186970"/>
                      </a:cubicBezTo>
                      <a:lnTo>
                        <a:pt x="243999" y="196495"/>
                      </a:lnTo>
                      <a:cubicBezTo>
                        <a:pt x="244682" y="196867"/>
                        <a:pt x="245507" y="196867"/>
                        <a:pt x="246190" y="196495"/>
                      </a:cubicBezTo>
                      <a:lnTo>
                        <a:pt x="260477" y="188303"/>
                      </a:lnTo>
                      <a:cubicBezTo>
                        <a:pt x="261144" y="188303"/>
                        <a:pt x="261049" y="187351"/>
                        <a:pt x="260477" y="186970"/>
                      </a:cubicBezTo>
                      <a:lnTo>
                        <a:pt x="243999" y="177445"/>
                      </a:lnTo>
                      <a:cubicBezTo>
                        <a:pt x="243152" y="176884"/>
                        <a:pt x="242043" y="176922"/>
                        <a:pt x="241236" y="177540"/>
                      </a:cubicBezTo>
                      <a:close/>
                      <a:moveTo>
                        <a:pt x="220377" y="190018"/>
                      </a:moveTo>
                      <a:lnTo>
                        <a:pt x="206184" y="198304"/>
                      </a:lnTo>
                      <a:cubicBezTo>
                        <a:pt x="205518" y="198304"/>
                        <a:pt x="205613" y="199162"/>
                        <a:pt x="206184" y="199543"/>
                      </a:cubicBezTo>
                      <a:lnTo>
                        <a:pt x="222758" y="209068"/>
                      </a:lnTo>
                      <a:cubicBezTo>
                        <a:pt x="223452" y="209394"/>
                        <a:pt x="224255" y="209394"/>
                        <a:pt x="224949" y="209068"/>
                      </a:cubicBezTo>
                      <a:lnTo>
                        <a:pt x="239236" y="200781"/>
                      </a:lnTo>
                      <a:cubicBezTo>
                        <a:pt x="239903" y="200781"/>
                        <a:pt x="239808" y="199828"/>
                        <a:pt x="239236" y="199543"/>
                      </a:cubicBezTo>
                      <a:lnTo>
                        <a:pt x="222758" y="190018"/>
                      </a:lnTo>
                      <a:cubicBezTo>
                        <a:pt x="222017" y="189611"/>
                        <a:pt x="221118" y="189611"/>
                        <a:pt x="220377" y="190018"/>
                      </a:cubicBezTo>
                      <a:close/>
                      <a:moveTo>
                        <a:pt x="262096" y="165919"/>
                      </a:moveTo>
                      <a:lnTo>
                        <a:pt x="247809" y="174206"/>
                      </a:lnTo>
                      <a:cubicBezTo>
                        <a:pt x="247237" y="174206"/>
                        <a:pt x="247237" y="175159"/>
                        <a:pt x="247809" y="175540"/>
                      </a:cubicBezTo>
                      <a:lnTo>
                        <a:pt x="264287" y="185065"/>
                      </a:lnTo>
                      <a:cubicBezTo>
                        <a:pt x="265013" y="185395"/>
                        <a:pt x="265847" y="185395"/>
                        <a:pt x="266573" y="185065"/>
                      </a:cubicBezTo>
                      <a:lnTo>
                        <a:pt x="280860" y="176873"/>
                      </a:lnTo>
                      <a:cubicBezTo>
                        <a:pt x="281527" y="176873"/>
                        <a:pt x="281432" y="175921"/>
                        <a:pt x="280860" y="175540"/>
                      </a:cubicBezTo>
                      <a:lnTo>
                        <a:pt x="264382" y="166015"/>
                      </a:lnTo>
                      <a:cubicBezTo>
                        <a:pt x="263744" y="165492"/>
                        <a:pt x="262905" y="165283"/>
                        <a:pt x="262096" y="165443"/>
                      </a:cubicBezTo>
                      <a:close/>
                      <a:moveTo>
                        <a:pt x="178657" y="214116"/>
                      </a:moveTo>
                      <a:lnTo>
                        <a:pt x="164465" y="222308"/>
                      </a:lnTo>
                      <a:cubicBezTo>
                        <a:pt x="163798" y="222308"/>
                        <a:pt x="163893" y="223260"/>
                        <a:pt x="164465" y="223641"/>
                      </a:cubicBezTo>
                      <a:lnTo>
                        <a:pt x="181039" y="233166"/>
                      </a:lnTo>
                      <a:cubicBezTo>
                        <a:pt x="181765" y="233496"/>
                        <a:pt x="182598" y="233496"/>
                        <a:pt x="183325" y="233166"/>
                      </a:cubicBezTo>
                      <a:lnTo>
                        <a:pt x="197517" y="224879"/>
                      </a:lnTo>
                      <a:cubicBezTo>
                        <a:pt x="198183" y="224879"/>
                        <a:pt x="198088" y="223927"/>
                        <a:pt x="197517" y="223546"/>
                      </a:cubicBezTo>
                      <a:lnTo>
                        <a:pt x="180943" y="214021"/>
                      </a:lnTo>
                      <a:cubicBezTo>
                        <a:pt x="180299" y="213506"/>
                        <a:pt x="179434" y="213362"/>
                        <a:pt x="178657" y="213639"/>
                      </a:cubicBezTo>
                      <a:close/>
                      <a:moveTo>
                        <a:pt x="199517" y="202019"/>
                      </a:moveTo>
                      <a:lnTo>
                        <a:pt x="185325" y="210306"/>
                      </a:lnTo>
                      <a:cubicBezTo>
                        <a:pt x="184658" y="210306"/>
                        <a:pt x="184753" y="211258"/>
                        <a:pt x="185325" y="211639"/>
                      </a:cubicBezTo>
                      <a:lnTo>
                        <a:pt x="201898" y="221164"/>
                      </a:lnTo>
                      <a:cubicBezTo>
                        <a:pt x="202611" y="221554"/>
                        <a:pt x="203472" y="221554"/>
                        <a:pt x="204184" y="221164"/>
                      </a:cubicBezTo>
                      <a:lnTo>
                        <a:pt x="218376" y="212973"/>
                      </a:lnTo>
                      <a:cubicBezTo>
                        <a:pt x="219043" y="212973"/>
                        <a:pt x="218948" y="212020"/>
                        <a:pt x="218376" y="211639"/>
                      </a:cubicBezTo>
                      <a:lnTo>
                        <a:pt x="201898" y="202114"/>
                      </a:lnTo>
                      <a:cubicBezTo>
                        <a:pt x="201237" y="201563"/>
                        <a:pt x="200357" y="201352"/>
                        <a:pt x="199517" y="201543"/>
                      </a:cubicBezTo>
                      <a:close/>
                      <a:moveTo>
                        <a:pt x="184372" y="287077"/>
                      </a:moveTo>
                      <a:lnTo>
                        <a:pt x="198565" y="278791"/>
                      </a:lnTo>
                      <a:cubicBezTo>
                        <a:pt x="199231" y="278791"/>
                        <a:pt x="199136" y="277838"/>
                        <a:pt x="198565" y="277552"/>
                      </a:cubicBezTo>
                      <a:lnTo>
                        <a:pt x="182086" y="268027"/>
                      </a:lnTo>
                      <a:cubicBezTo>
                        <a:pt x="181370" y="267655"/>
                        <a:pt x="180517" y="267655"/>
                        <a:pt x="179800" y="268027"/>
                      </a:cubicBezTo>
                      <a:lnTo>
                        <a:pt x="165608" y="276219"/>
                      </a:lnTo>
                      <a:cubicBezTo>
                        <a:pt x="164941" y="276219"/>
                        <a:pt x="165037" y="277171"/>
                        <a:pt x="165608" y="277552"/>
                      </a:cubicBezTo>
                      <a:lnTo>
                        <a:pt x="182182" y="287077"/>
                      </a:lnTo>
                      <a:cubicBezTo>
                        <a:pt x="182946" y="287236"/>
                        <a:pt x="183742" y="287063"/>
                        <a:pt x="184372" y="286601"/>
                      </a:cubicBezTo>
                      <a:close/>
                      <a:moveTo>
                        <a:pt x="61976" y="274695"/>
                      </a:moveTo>
                      <a:lnTo>
                        <a:pt x="45498" y="265170"/>
                      </a:lnTo>
                      <a:cubicBezTo>
                        <a:pt x="44786" y="264780"/>
                        <a:pt x="43924" y="264780"/>
                        <a:pt x="43212" y="265170"/>
                      </a:cubicBezTo>
                      <a:lnTo>
                        <a:pt x="28924" y="273361"/>
                      </a:lnTo>
                      <a:cubicBezTo>
                        <a:pt x="28258" y="273361"/>
                        <a:pt x="28353" y="274314"/>
                        <a:pt x="28924" y="274695"/>
                      </a:cubicBezTo>
                      <a:lnTo>
                        <a:pt x="45402" y="284220"/>
                      </a:lnTo>
                      <a:cubicBezTo>
                        <a:pt x="46119" y="284593"/>
                        <a:pt x="46972" y="284593"/>
                        <a:pt x="47688" y="284220"/>
                      </a:cubicBezTo>
                      <a:lnTo>
                        <a:pt x="61976" y="276028"/>
                      </a:lnTo>
                      <a:cubicBezTo>
                        <a:pt x="62643" y="275171"/>
                        <a:pt x="62643" y="274600"/>
                        <a:pt x="61976" y="274219"/>
                      </a:cubicBezTo>
                      <a:close/>
                      <a:moveTo>
                        <a:pt x="93218" y="284220"/>
                      </a:moveTo>
                      <a:lnTo>
                        <a:pt x="76740" y="274695"/>
                      </a:lnTo>
                      <a:cubicBezTo>
                        <a:pt x="76028" y="274305"/>
                        <a:pt x="75166" y="274305"/>
                        <a:pt x="74454" y="274695"/>
                      </a:cubicBezTo>
                      <a:lnTo>
                        <a:pt x="52451" y="287363"/>
                      </a:lnTo>
                      <a:cubicBezTo>
                        <a:pt x="51880" y="287363"/>
                        <a:pt x="51880" y="288316"/>
                        <a:pt x="52451" y="288696"/>
                      </a:cubicBezTo>
                      <a:lnTo>
                        <a:pt x="68929" y="298221"/>
                      </a:lnTo>
                      <a:cubicBezTo>
                        <a:pt x="69641" y="298611"/>
                        <a:pt x="70503" y="298611"/>
                        <a:pt x="71215" y="298221"/>
                      </a:cubicBezTo>
                      <a:lnTo>
                        <a:pt x="93218" y="285553"/>
                      </a:lnTo>
                      <a:cubicBezTo>
                        <a:pt x="93885" y="284315"/>
                        <a:pt x="93885" y="283744"/>
                        <a:pt x="93218" y="283363"/>
                      </a:cubicBezTo>
                      <a:close/>
                      <a:moveTo>
                        <a:pt x="36640" y="256693"/>
                      </a:moveTo>
                      <a:lnTo>
                        <a:pt x="20161" y="247168"/>
                      </a:lnTo>
                      <a:cubicBezTo>
                        <a:pt x="19435" y="246837"/>
                        <a:pt x="18601" y="246837"/>
                        <a:pt x="17875" y="247168"/>
                      </a:cubicBezTo>
                      <a:lnTo>
                        <a:pt x="254" y="256693"/>
                      </a:lnTo>
                      <a:cubicBezTo>
                        <a:pt x="-317" y="256693"/>
                        <a:pt x="254" y="257645"/>
                        <a:pt x="254" y="257931"/>
                      </a:cubicBezTo>
                      <a:lnTo>
                        <a:pt x="16827" y="267456"/>
                      </a:lnTo>
                      <a:cubicBezTo>
                        <a:pt x="17510" y="267829"/>
                        <a:pt x="18335" y="267829"/>
                        <a:pt x="19018" y="267456"/>
                      </a:cubicBezTo>
                      <a:lnTo>
                        <a:pt x="36640" y="257359"/>
                      </a:lnTo>
                      <a:cubicBezTo>
                        <a:pt x="37306" y="256693"/>
                        <a:pt x="37306" y="256693"/>
                        <a:pt x="36640" y="255835"/>
                      </a:cubicBezTo>
                      <a:close/>
                      <a:moveTo>
                        <a:pt x="50070" y="248882"/>
                      </a:moveTo>
                      <a:cubicBezTo>
                        <a:pt x="50796" y="249212"/>
                        <a:pt x="51630" y="249212"/>
                        <a:pt x="52356" y="248882"/>
                      </a:cubicBezTo>
                      <a:lnTo>
                        <a:pt x="66643" y="240595"/>
                      </a:lnTo>
                      <a:cubicBezTo>
                        <a:pt x="67215" y="240595"/>
                        <a:pt x="67215" y="239643"/>
                        <a:pt x="66643" y="239262"/>
                      </a:cubicBezTo>
                      <a:lnTo>
                        <a:pt x="50165" y="229737"/>
                      </a:lnTo>
                      <a:cubicBezTo>
                        <a:pt x="49453" y="229347"/>
                        <a:pt x="48591" y="229347"/>
                        <a:pt x="47879" y="229737"/>
                      </a:cubicBezTo>
                      <a:lnTo>
                        <a:pt x="33591" y="237928"/>
                      </a:lnTo>
                      <a:cubicBezTo>
                        <a:pt x="33020" y="237928"/>
                        <a:pt x="33020" y="238881"/>
                        <a:pt x="33591" y="239262"/>
                      </a:cubicBezTo>
                      <a:close/>
                      <a:moveTo>
                        <a:pt x="122269" y="294697"/>
                      </a:moveTo>
                      <a:lnTo>
                        <a:pt x="105791" y="285172"/>
                      </a:lnTo>
                      <a:cubicBezTo>
                        <a:pt x="105079" y="284782"/>
                        <a:pt x="104217" y="284782"/>
                        <a:pt x="103505" y="285172"/>
                      </a:cubicBezTo>
                      <a:lnTo>
                        <a:pt x="76073" y="300984"/>
                      </a:lnTo>
                      <a:cubicBezTo>
                        <a:pt x="75406" y="300984"/>
                        <a:pt x="75501" y="301936"/>
                        <a:pt x="76073" y="302317"/>
                      </a:cubicBezTo>
                      <a:lnTo>
                        <a:pt x="92551" y="311842"/>
                      </a:lnTo>
                      <a:cubicBezTo>
                        <a:pt x="93268" y="312215"/>
                        <a:pt x="94121" y="312215"/>
                        <a:pt x="94837" y="311842"/>
                      </a:cubicBezTo>
                      <a:lnTo>
                        <a:pt x="122269" y="296031"/>
                      </a:lnTo>
                      <a:cubicBezTo>
                        <a:pt x="122936" y="294793"/>
                        <a:pt x="122936" y="294221"/>
                        <a:pt x="122269" y="293840"/>
                      </a:cubicBezTo>
                      <a:close/>
                      <a:moveTo>
                        <a:pt x="135985" y="313747"/>
                      </a:moveTo>
                      <a:lnTo>
                        <a:pt x="119412" y="304222"/>
                      </a:lnTo>
                      <a:cubicBezTo>
                        <a:pt x="118718" y="303896"/>
                        <a:pt x="117915" y="303896"/>
                        <a:pt x="117221" y="304222"/>
                      </a:cubicBezTo>
                      <a:lnTo>
                        <a:pt x="99409" y="313843"/>
                      </a:lnTo>
                      <a:cubicBezTo>
                        <a:pt x="98838" y="313843"/>
                        <a:pt x="98838" y="314795"/>
                        <a:pt x="99409" y="315081"/>
                      </a:cubicBezTo>
                      <a:lnTo>
                        <a:pt x="115888" y="324606"/>
                      </a:lnTo>
                      <a:cubicBezTo>
                        <a:pt x="116604" y="324979"/>
                        <a:pt x="117457" y="324979"/>
                        <a:pt x="118174" y="324606"/>
                      </a:cubicBezTo>
                      <a:lnTo>
                        <a:pt x="135795" y="314509"/>
                      </a:lnTo>
                      <a:cubicBezTo>
                        <a:pt x="136652" y="313843"/>
                        <a:pt x="136557" y="313843"/>
                        <a:pt x="135985" y="313176"/>
                      </a:cubicBezTo>
                      <a:close/>
                      <a:moveTo>
                        <a:pt x="205137" y="159061"/>
                      </a:moveTo>
                      <a:cubicBezTo>
                        <a:pt x="205863" y="159392"/>
                        <a:pt x="206697" y="159392"/>
                        <a:pt x="207423" y="159061"/>
                      </a:cubicBezTo>
                      <a:lnTo>
                        <a:pt x="221710" y="150775"/>
                      </a:lnTo>
                      <a:cubicBezTo>
                        <a:pt x="222282" y="150775"/>
                        <a:pt x="222282" y="149822"/>
                        <a:pt x="221710" y="149536"/>
                      </a:cubicBezTo>
                      <a:lnTo>
                        <a:pt x="205232" y="140011"/>
                      </a:lnTo>
                      <a:cubicBezTo>
                        <a:pt x="204515" y="139639"/>
                        <a:pt x="203662" y="139639"/>
                        <a:pt x="202946" y="140011"/>
                      </a:cubicBezTo>
                      <a:lnTo>
                        <a:pt x="188658" y="148203"/>
                      </a:lnTo>
                      <a:cubicBezTo>
                        <a:pt x="188087" y="148203"/>
                        <a:pt x="188087" y="149155"/>
                        <a:pt x="188658" y="149536"/>
                      </a:cubicBezTo>
                      <a:close/>
                      <a:moveTo>
                        <a:pt x="163417" y="183160"/>
                      </a:moveTo>
                      <a:cubicBezTo>
                        <a:pt x="164143" y="183490"/>
                        <a:pt x="164977" y="183490"/>
                        <a:pt x="165703" y="183160"/>
                      </a:cubicBezTo>
                      <a:lnTo>
                        <a:pt x="179991" y="174873"/>
                      </a:lnTo>
                      <a:cubicBezTo>
                        <a:pt x="180562" y="174873"/>
                        <a:pt x="180562" y="173920"/>
                        <a:pt x="179991" y="173539"/>
                      </a:cubicBezTo>
                      <a:lnTo>
                        <a:pt x="163513" y="164014"/>
                      </a:lnTo>
                      <a:cubicBezTo>
                        <a:pt x="162800" y="163624"/>
                        <a:pt x="161939" y="163624"/>
                        <a:pt x="161227" y="164014"/>
                      </a:cubicBezTo>
                      <a:lnTo>
                        <a:pt x="146939" y="172206"/>
                      </a:lnTo>
                      <a:cubicBezTo>
                        <a:pt x="146367" y="172206"/>
                        <a:pt x="146367" y="173158"/>
                        <a:pt x="146939" y="173539"/>
                      </a:cubicBezTo>
                      <a:close/>
                      <a:moveTo>
                        <a:pt x="70834" y="236023"/>
                      </a:moveTo>
                      <a:cubicBezTo>
                        <a:pt x="71546" y="236413"/>
                        <a:pt x="72408" y="236413"/>
                        <a:pt x="73120" y="236023"/>
                      </a:cubicBezTo>
                      <a:lnTo>
                        <a:pt x="87408" y="227832"/>
                      </a:lnTo>
                      <a:cubicBezTo>
                        <a:pt x="87979" y="227832"/>
                        <a:pt x="87979" y="226879"/>
                        <a:pt x="87408" y="226498"/>
                      </a:cubicBezTo>
                      <a:lnTo>
                        <a:pt x="70930" y="216973"/>
                      </a:lnTo>
                      <a:cubicBezTo>
                        <a:pt x="70204" y="216643"/>
                        <a:pt x="69370" y="216643"/>
                        <a:pt x="68644" y="216973"/>
                      </a:cubicBezTo>
                      <a:lnTo>
                        <a:pt x="54356" y="225260"/>
                      </a:lnTo>
                      <a:cubicBezTo>
                        <a:pt x="53784" y="225260"/>
                        <a:pt x="53784" y="226213"/>
                        <a:pt x="54356" y="226594"/>
                      </a:cubicBezTo>
                      <a:close/>
                      <a:moveTo>
                        <a:pt x="184182" y="170587"/>
                      </a:moveTo>
                      <a:cubicBezTo>
                        <a:pt x="184894" y="170976"/>
                        <a:pt x="185755" y="170976"/>
                        <a:pt x="186468" y="170587"/>
                      </a:cubicBezTo>
                      <a:lnTo>
                        <a:pt x="200755" y="162395"/>
                      </a:lnTo>
                      <a:cubicBezTo>
                        <a:pt x="201327" y="162395"/>
                        <a:pt x="201327" y="161443"/>
                        <a:pt x="200755" y="161062"/>
                      </a:cubicBezTo>
                      <a:lnTo>
                        <a:pt x="184277" y="151537"/>
                      </a:lnTo>
                      <a:cubicBezTo>
                        <a:pt x="183551" y="151206"/>
                        <a:pt x="182717" y="151206"/>
                        <a:pt x="181991" y="151537"/>
                      </a:cubicBezTo>
                      <a:lnTo>
                        <a:pt x="167704" y="159823"/>
                      </a:lnTo>
                      <a:cubicBezTo>
                        <a:pt x="167132" y="159823"/>
                        <a:pt x="167132" y="160776"/>
                        <a:pt x="167704" y="161157"/>
                      </a:cubicBezTo>
                      <a:close/>
                      <a:moveTo>
                        <a:pt x="142462" y="194685"/>
                      </a:moveTo>
                      <a:cubicBezTo>
                        <a:pt x="143188" y="195015"/>
                        <a:pt x="144022" y="195015"/>
                        <a:pt x="144748" y="194685"/>
                      </a:cubicBezTo>
                      <a:lnTo>
                        <a:pt x="159036" y="186493"/>
                      </a:lnTo>
                      <a:cubicBezTo>
                        <a:pt x="159607" y="186493"/>
                        <a:pt x="159607" y="185541"/>
                        <a:pt x="159036" y="185160"/>
                      </a:cubicBezTo>
                      <a:lnTo>
                        <a:pt x="142558" y="175635"/>
                      </a:lnTo>
                      <a:cubicBezTo>
                        <a:pt x="141831" y="175305"/>
                        <a:pt x="140998" y="175305"/>
                        <a:pt x="140272" y="175635"/>
                      </a:cubicBezTo>
                      <a:lnTo>
                        <a:pt x="125984" y="183921"/>
                      </a:lnTo>
                      <a:cubicBezTo>
                        <a:pt x="125413" y="183921"/>
                        <a:pt x="125413" y="184874"/>
                        <a:pt x="125984" y="185255"/>
                      </a:cubicBezTo>
                      <a:close/>
                      <a:moveTo>
                        <a:pt x="147320" y="314700"/>
                      </a:moveTo>
                      <a:cubicBezTo>
                        <a:pt x="146594" y="314370"/>
                        <a:pt x="145760" y="314370"/>
                        <a:pt x="145034" y="314700"/>
                      </a:cubicBezTo>
                      <a:lnTo>
                        <a:pt x="123126" y="327463"/>
                      </a:lnTo>
                      <a:cubicBezTo>
                        <a:pt x="122460" y="327463"/>
                        <a:pt x="122555" y="328321"/>
                        <a:pt x="123126" y="328702"/>
                      </a:cubicBezTo>
                      <a:lnTo>
                        <a:pt x="139700" y="338227"/>
                      </a:lnTo>
                      <a:cubicBezTo>
                        <a:pt x="140417" y="338599"/>
                        <a:pt x="141270" y="338599"/>
                        <a:pt x="141986" y="338227"/>
                      </a:cubicBezTo>
                      <a:lnTo>
                        <a:pt x="163893" y="325558"/>
                      </a:lnTo>
                      <a:cubicBezTo>
                        <a:pt x="164465" y="325558"/>
                        <a:pt x="164465" y="324606"/>
                        <a:pt x="163893" y="324225"/>
                      </a:cubicBezTo>
                      <a:close/>
                      <a:moveTo>
                        <a:pt x="112554" y="211925"/>
                      </a:moveTo>
                      <a:cubicBezTo>
                        <a:pt x="113266" y="212315"/>
                        <a:pt x="114128" y="212315"/>
                        <a:pt x="114840" y="211925"/>
                      </a:cubicBezTo>
                      <a:lnTo>
                        <a:pt x="129127" y="203734"/>
                      </a:lnTo>
                      <a:cubicBezTo>
                        <a:pt x="129699" y="203734"/>
                        <a:pt x="129699" y="202781"/>
                        <a:pt x="129127" y="202400"/>
                      </a:cubicBezTo>
                      <a:lnTo>
                        <a:pt x="112649" y="192875"/>
                      </a:lnTo>
                      <a:cubicBezTo>
                        <a:pt x="111937" y="192485"/>
                        <a:pt x="111075" y="192485"/>
                        <a:pt x="110363" y="192875"/>
                      </a:cubicBezTo>
                      <a:lnTo>
                        <a:pt x="96075" y="201067"/>
                      </a:lnTo>
                      <a:cubicBezTo>
                        <a:pt x="95504" y="201067"/>
                        <a:pt x="95504" y="202019"/>
                        <a:pt x="96075" y="202400"/>
                      </a:cubicBezTo>
                      <a:close/>
                      <a:moveTo>
                        <a:pt x="91694" y="223927"/>
                      </a:moveTo>
                      <a:cubicBezTo>
                        <a:pt x="92420" y="224257"/>
                        <a:pt x="93254" y="224257"/>
                        <a:pt x="93980" y="223927"/>
                      </a:cubicBezTo>
                      <a:lnTo>
                        <a:pt x="108267" y="215640"/>
                      </a:lnTo>
                      <a:cubicBezTo>
                        <a:pt x="108839" y="215640"/>
                        <a:pt x="108839" y="214687"/>
                        <a:pt x="108267" y="214402"/>
                      </a:cubicBezTo>
                      <a:lnTo>
                        <a:pt x="91789" y="204877"/>
                      </a:lnTo>
                      <a:cubicBezTo>
                        <a:pt x="91073" y="204504"/>
                        <a:pt x="90220" y="204504"/>
                        <a:pt x="89503" y="204877"/>
                      </a:cubicBezTo>
                      <a:lnTo>
                        <a:pt x="75216" y="213163"/>
                      </a:lnTo>
                      <a:cubicBezTo>
                        <a:pt x="74644" y="213163"/>
                        <a:pt x="74644" y="214021"/>
                        <a:pt x="75216" y="214402"/>
                      </a:cubicBezTo>
                      <a:close/>
                      <a:moveTo>
                        <a:pt x="533654" y="91624"/>
                      </a:moveTo>
                      <a:cubicBezTo>
                        <a:pt x="532942" y="91235"/>
                        <a:pt x="532080" y="91235"/>
                        <a:pt x="531368" y="91624"/>
                      </a:cubicBezTo>
                      <a:lnTo>
                        <a:pt x="496221" y="111913"/>
                      </a:lnTo>
                      <a:cubicBezTo>
                        <a:pt x="495649" y="111913"/>
                        <a:pt x="495649" y="112770"/>
                        <a:pt x="496221" y="113151"/>
                      </a:cubicBezTo>
                      <a:lnTo>
                        <a:pt x="512794" y="122676"/>
                      </a:lnTo>
                      <a:cubicBezTo>
                        <a:pt x="513477" y="123048"/>
                        <a:pt x="514302" y="123048"/>
                        <a:pt x="514985" y="122676"/>
                      </a:cubicBezTo>
                      <a:lnTo>
                        <a:pt x="550132" y="102388"/>
                      </a:lnTo>
                      <a:cubicBezTo>
                        <a:pt x="550799" y="102388"/>
                        <a:pt x="550704" y="101435"/>
                        <a:pt x="550132" y="101054"/>
                      </a:cubicBezTo>
                      <a:close/>
                      <a:moveTo>
                        <a:pt x="487553" y="118294"/>
                      </a:moveTo>
                      <a:cubicBezTo>
                        <a:pt x="486837" y="117922"/>
                        <a:pt x="485983" y="117922"/>
                        <a:pt x="485267" y="118294"/>
                      </a:cubicBezTo>
                      <a:lnTo>
                        <a:pt x="470980" y="126581"/>
                      </a:lnTo>
                      <a:cubicBezTo>
                        <a:pt x="470408" y="126581"/>
                        <a:pt x="470408" y="127438"/>
                        <a:pt x="470980" y="127819"/>
                      </a:cubicBezTo>
                      <a:lnTo>
                        <a:pt x="487553" y="137344"/>
                      </a:lnTo>
                      <a:cubicBezTo>
                        <a:pt x="488236" y="137717"/>
                        <a:pt x="489061" y="137717"/>
                        <a:pt x="489744" y="137344"/>
                      </a:cubicBezTo>
                      <a:lnTo>
                        <a:pt x="504031" y="129058"/>
                      </a:lnTo>
                      <a:cubicBezTo>
                        <a:pt x="504698" y="129058"/>
                        <a:pt x="504603" y="128200"/>
                        <a:pt x="504031" y="127819"/>
                      </a:cubicBezTo>
                      <a:close/>
                      <a:moveTo>
                        <a:pt x="205041" y="274504"/>
                      </a:moveTo>
                      <a:lnTo>
                        <a:pt x="219329" y="266313"/>
                      </a:lnTo>
                      <a:cubicBezTo>
                        <a:pt x="219996" y="266313"/>
                        <a:pt x="219900" y="265360"/>
                        <a:pt x="219329" y="264979"/>
                      </a:cubicBezTo>
                      <a:lnTo>
                        <a:pt x="202851" y="255454"/>
                      </a:lnTo>
                      <a:cubicBezTo>
                        <a:pt x="202134" y="255082"/>
                        <a:pt x="201281" y="255082"/>
                        <a:pt x="200565" y="255454"/>
                      </a:cubicBezTo>
                      <a:lnTo>
                        <a:pt x="186373" y="263646"/>
                      </a:lnTo>
                      <a:cubicBezTo>
                        <a:pt x="185706" y="263646"/>
                        <a:pt x="185801" y="264598"/>
                        <a:pt x="186373" y="264979"/>
                      </a:cubicBezTo>
                      <a:lnTo>
                        <a:pt x="202946" y="274504"/>
                      </a:lnTo>
                      <a:cubicBezTo>
                        <a:pt x="203629" y="274877"/>
                        <a:pt x="204454" y="274877"/>
                        <a:pt x="205137" y="274504"/>
                      </a:cubicBezTo>
                      <a:close/>
                      <a:moveTo>
                        <a:pt x="445929" y="142393"/>
                      </a:moveTo>
                      <a:cubicBezTo>
                        <a:pt x="445212" y="142020"/>
                        <a:pt x="444359" y="142020"/>
                        <a:pt x="443643" y="142393"/>
                      </a:cubicBezTo>
                      <a:lnTo>
                        <a:pt x="429450" y="150584"/>
                      </a:lnTo>
                      <a:cubicBezTo>
                        <a:pt x="428784" y="150584"/>
                        <a:pt x="428879" y="151537"/>
                        <a:pt x="429450" y="151918"/>
                      </a:cubicBezTo>
                      <a:lnTo>
                        <a:pt x="446024" y="161443"/>
                      </a:lnTo>
                      <a:cubicBezTo>
                        <a:pt x="446750" y="161773"/>
                        <a:pt x="447584" y="161773"/>
                        <a:pt x="448310" y="161443"/>
                      </a:cubicBezTo>
                      <a:lnTo>
                        <a:pt x="462502" y="153156"/>
                      </a:lnTo>
                      <a:cubicBezTo>
                        <a:pt x="463169" y="153156"/>
                        <a:pt x="463074" y="152203"/>
                        <a:pt x="462502" y="151822"/>
                      </a:cubicBezTo>
                      <a:close/>
                      <a:moveTo>
                        <a:pt x="554609" y="79718"/>
                      </a:moveTo>
                      <a:cubicBezTo>
                        <a:pt x="553883" y="79388"/>
                        <a:pt x="553049" y="79388"/>
                        <a:pt x="552323" y="79718"/>
                      </a:cubicBezTo>
                      <a:lnTo>
                        <a:pt x="538035" y="88005"/>
                      </a:lnTo>
                      <a:cubicBezTo>
                        <a:pt x="537464" y="88005"/>
                        <a:pt x="537464" y="88958"/>
                        <a:pt x="538035" y="89338"/>
                      </a:cubicBezTo>
                      <a:lnTo>
                        <a:pt x="554514" y="98863"/>
                      </a:lnTo>
                      <a:cubicBezTo>
                        <a:pt x="555226" y="99253"/>
                        <a:pt x="556088" y="99253"/>
                        <a:pt x="556800" y="98863"/>
                      </a:cubicBezTo>
                      <a:lnTo>
                        <a:pt x="571087" y="90672"/>
                      </a:lnTo>
                      <a:cubicBezTo>
                        <a:pt x="571659" y="90672"/>
                        <a:pt x="571659" y="89719"/>
                        <a:pt x="571087" y="89338"/>
                      </a:cubicBezTo>
                      <a:close/>
                      <a:moveTo>
                        <a:pt x="591947" y="77146"/>
                      </a:moveTo>
                      <a:lnTo>
                        <a:pt x="551942" y="54001"/>
                      </a:lnTo>
                      <a:cubicBezTo>
                        <a:pt x="551216" y="53670"/>
                        <a:pt x="550382" y="53670"/>
                        <a:pt x="549656" y="54001"/>
                      </a:cubicBezTo>
                      <a:lnTo>
                        <a:pt x="535368" y="62192"/>
                      </a:lnTo>
                      <a:cubicBezTo>
                        <a:pt x="534702" y="62192"/>
                        <a:pt x="534797" y="63145"/>
                        <a:pt x="535368" y="63526"/>
                      </a:cubicBezTo>
                      <a:lnTo>
                        <a:pt x="575374" y="86671"/>
                      </a:lnTo>
                      <a:cubicBezTo>
                        <a:pt x="576100" y="87002"/>
                        <a:pt x="576933" y="87002"/>
                        <a:pt x="577659" y="86671"/>
                      </a:cubicBezTo>
                      <a:lnTo>
                        <a:pt x="591947" y="78385"/>
                      </a:lnTo>
                      <a:cubicBezTo>
                        <a:pt x="592614" y="78004"/>
                        <a:pt x="592614" y="77432"/>
                        <a:pt x="591947" y="77051"/>
                      </a:cubicBezTo>
                      <a:close/>
                      <a:moveTo>
                        <a:pt x="368014" y="187351"/>
                      </a:moveTo>
                      <a:cubicBezTo>
                        <a:pt x="367288" y="187020"/>
                        <a:pt x="366455" y="187020"/>
                        <a:pt x="365728" y="187351"/>
                      </a:cubicBezTo>
                      <a:lnTo>
                        <a:pt x="348202" y="197542"/>
                      </a:lnTo>
                      <a:cubicBezTo>
                        <a:pt x="347631" y="197542"/>
                        <a:pt x="347631" y="198495"/>
                        <a:pt x="348202" y="198876"/>
                      </a:cubicBezTo>
                      <a:lnTo>
                        <a:pt x="364681" y="208401"/>
                      </a:lnTo>
                      <a:cubicBezTo>
                        <a:pt x="365397" y="208773"/>
                        <a:pt x="366250" y="208773"/>
                        <a:pt x="366967" y="208401"/>
                      </a:cubicBezTo>
                      <a:lnTo>
                        <a:pt x="384492" y="198304"/>
                      </a:lnTo>
                      <a:cubicBezTo>
                        <a:pt x="385159" y="198304"/>
                        <a:pt x="385064" y="197352"/>
                        <a:pt x="384492" y="196971"/>
                      </a:cubicBezTo>
                      <a:close/>
                      <a:moveTo>
                        <a:pt x="420688" y="156871"/>
                      </a:moveTo>
                      <a:cubicBezTo>
                        <a:pt x="419971" y="156498"/>
                        <a:pt x="419118" y="156498"/>
                        <a:pt x="418402" y="156871"/>
                      </a:cubicBezTo>
                      <a:lnTo>
                        <a:pt x="396494" y="169539"/>
                      </a:lnTo>
                      <a:cubicBezTo>
                        <a:pt x="395923" y="169539"/>
                        <a:pt x="395923" y="170491"/>
                        <a:pt x="396494" y="170872"/>
                      </a:cubicBezTo>
                      <a:lnTo>
                        <a:pt x="412972" y="180397"/>
                      </a:lnTo>
                      <a:cubicBezTo>
                        <a:pt x="413689" y="180770"/>
                        <a:pt x="414542" y="180770"/>
                        <a:pt x="415258" y="180397"/>
                      </a:cubicBezTo>
                      <a:lnTo>
                        <a:pt x="437166" y="167729"/>
                      </a:lnTo>
                      <a:cubicBezTo>
                        <a:pt x="437833" y="167729"/>
                        <a:pt x="437737" y="166777"/>
                        <a:pt x="437166" y="166396"/>
                      </a:cubicBezTo>
                      <a:close/>
                      <a:moveTo>
                        <a:pt x="319723" y="215164"/>
                      </a:moveTo>
                      <a:cubicBezTo>
                        <a:pt x="318996" y="214834"/>
                        <a:pt x="318163" y="214834"/>
                        <a:pt x="317437" y="215164"/>
                      </a:cubicBezTo>
                      <a:lnTo>
                        <a:pt x="199993" y="282982"/>
                      </a:lnTo>
                      <a:cubicBezTo>
                        <a:pt x="199422" y="282982"/>
                        <a:pt x="199422" y="283934"/>
                        <a:pt x="199993" y="284315"/>
                      </a:cubicBezTo>
                      <a:lnTo>
                        <a:pt x="216472" y="293840"/>
                      </a:lnTo>
                      <a:cubicBezTo>
                        <a:pt x="217184" y="294230"/>
                        <a:pt x="218045" y="294230"/>
                        <a:pt x="218758" y="293840"/>
                      </a:cubicBezTo>
                      <a:lnTo>
                        <a:pt x="336201" y="226022"/>
                      </a:lnTo>
                      <a:cubicBezTo>
                        <a:pt x="336867" y="226022"/>
                        <a:pt x="336772" y="225070"/>
                        <a:pt x="336201" y="224689"/>
                      </a:cubicBezTo>
                      <a:close/>
                      <a:moveTo>
                        <a:pt x="195898" y="286792"/>
                      </a:moveTo>
                      <a:cubicBezTo>
                        <a:pt x="195185" y="286402"/>
                        <a:pt x="194324" y="286402"/>
                        <a:pt x="193612" y="286792"/>
                      </a:cubicBezTo>
                      <a:lnTo>
                        <a:pt x="175609" y="296888"/>
                      </a:lnTo>
                      <a:cubicBezTo>
                        <a:pt x="174942" y="296888"/>
                        <a:pt x="175038" y="297841"/>
                        <a:pt x="175609" y="298221"/>
                      </a:cubicBezTo>
                      <a:lnTo>
                        <a:pt x="192088" y="307746"/>
                      </a:lnTo>
                      <a:cubicBezTo>
                        <a:pt x="192800" y="308136"/>
                        <a:pt x="193661" y="308136"/>
                        <a:pt x="194374" y="307746"/>
                      </a:cubicBezTo>
                      <a:lnTo>
                        <a:pt x="211900" y="297650"/>
                      </a:lnTo>
                      <a:cubicBezTo>
                        <a:pt x="212471" y="297650"/>
                        <a:pt x="212471" y="296698"/>
                        <a:pt x="211900" y="296317"/>
                      </a:cubicBezTo>
                      <a:close/>
                      <a:moveTo>
                        <a:pt x="344107" y="201067"/>
                      </a:moveTo>
                      <a:cubicBezTo>
                        <a:pt x="343394" y="200677"/>
                        <a:pt x="342533" y="200677"/>
                        <a:pt x="341821" y="201067"/>
                      </a:cubicBezTo>
                      <a:lnTo>
                        <a:pt x="324199" y="211163"/>
                      </a:lnTo>
                      <a:cubicBezTo>
                        <a:pt x="323628" y="211163"/>
                        <a:pt x="323628" y="212116"/>
                        <a:pt x="324199" y="212496"/>
                      </a:cubicBezTo>
                      <a:lnTo>
                        <a:pt x="340677" y="222021"/>
                      </a:lnTo>
                      <a:cubicBezTo>
                        <a:pt x="341390" y="222411"/>
                        <a:pt x="342251" y="222411"/>
                        <a:pt x="342963" y="222021"/>
                      </a:cubicBezTo>
                      <a:lnTo>
                        <a:pt x="360585" y="211925"/>
                      </a:lnTo>
                      <a:cubicBezTo>
                        <a:pt x="361156" y="211925"/>
                        <a:pt x="361156" y="210973"/>
                        <a:pt x="360585" y="210592"/>
                      </a:cubicBezTo>
                      <a:close/>
                      <a:moveTo>
                        <a:pt x="171799" y="300603"/>
                      </a:moveTo>
                      <a:cubicBezTo>
                        <a:pt x="171083" y="300230"/>
                        <a:pt x="170230" y="300230"/>
                        <a:pt x="169513" y="300603"/>
                      </a:cubicBezTo>
                      <a:lnTo>
                        <a:pt x="151892" y="310795"/>
                      </a:lnTo>
                      <a:cubicBezTo>
                        <a:pt x="151321" y="310795"/>
                        <a:pt x="151321" y="311652"/>
                        <a:pt x="151892" y="312033"/>
                      </a:cubicBezTo>
                      <a:lnTo>
                        <a:pt x="168370" y="321558"/>
                      </a:lnTo>
                      <a:cubicBezTo>
                        <a:pt x="169087" y="321931"/>
                        <a:pt x="169940" y="321931"/>
                        <a:pt x="170656" y="321558"/>
                      </a:cubicBezTo>
                      <a:lnTo>
                        <a:pt x="188277" y="311366"/>
                      </a:lnTo>
                      <a:cubicBezTo>
                        <a:pt x="188849" y="311366"/>
                        <a:pt x="188849" y="310509"/>
                        <a:pt x="188277" y="310128"/>
                      </a:cubicBezTo>
                      <a:close/>
                      <a:moveTo>
                        <a:pt x="392398" y="173158"/>
                      </a:moveTo>
                      <a:cubicBezTo>
                        <a:pt x="391686" y="172769"/>
                        <a:pt x="390825" y="172769"/>
                        <a:pt x="390112" y="173158"/>
                      </a:cubicBezTo>
                      <a:lnTo>
                        <a:pt x="372491" y="183255"/>
                      </a:lnTo>
                      <a:cubicBezTo>
                        <a:pt x="371919" y="183255"/>
                        <a:pt x="371919" y="184208"/>
                        <a:pt x="372491" y="184588"/>
                      </a:cubicBezTo>
                      <a:lnTo>
                        <a:pt x="388969" y="194113"/>
                      </a:lnTo>
                      <a:cubicBezTo>
                        <a:pt x="389695" y="194444"/>
                        <a:pt x="390529" y="194444"/>
                        <a:pt x="391255" y="194113"/>
                      </a:cubicBezTo>
                      <a:lnTo>
                        <a:pt x="408876" y="183921"/>
                      </a:lnTo>
                      <a:cubicBezTo>
                        <a:pt x="409448" y="183921"/>
                        <a:pt x="409448" y="182969"/>
                        <a:pt x="408876" y="182588"/>
                      </a:cubicBezTo>
                      <a:close/>
                      <a:moveTo>
                        <a:pt x="466979" y="130105"/>
                      </a:moveTo>
                      <a:cubicBezTo>
                        <a:pt x="466267" y="129715"/>
                        <a:pt x="465405" y="129715"/>
                        <a:pt x="464693" y="130105"/>
                      </a:cubicBezTo>
                      <a:lnTo>
                        <a:pt x="450501" y="138297"/>
                      </a:lnTo>
                      <a:cubicBezTo>
                        <a:pt x="449834" y="138297"/>
                        <a:pt x="449929" y="139250"/>
                        <a:pt x="450501" y="139630"/>
                      </a:cubicBezTo>
                      <a:lnTo>
                        <a:pt x="467074" y="149155"/>
                      </a:lnTo>
                      <a:cubicBezTo>
                        <a:pt x="467757" y="149528"/>
                        <a:pt x="468582" y="149528"/>
                        <a:pt x="469265" y="149155"/>
                      </a:cubicBezTo>
                      <a:lnTo>
                        <a:pt x="483552" y="140964"/>
                      </a:lnTo>
                      <a:cubicBezTo>
                        <a:pt x="484219" y="140964"/>
                        <a:pt x="484124" y="140011"/>
                        <a:pt x="483552" y="139630"/>
                      </a:cubicBezTo>
                      <a:close/>
                      <a:moveTo>
                        <a:pt x="512699" y="96958"/>
                      </a:moveTo>
                      <a:lnTo>
                        <a:pt x="526987" y="88671"/>
                      </a:lnTo>
                      <a:cubicBezTo>
                        <a:pt x="527558" y="88671"/>
                        <a:pt x="527558" y="87719"/>
                        <a:pt x="526987" y="87338"/>
                      </a:cubicBezTo>
                      <a:lnTo>
                        <a:pt x="510508" y="77813"/>
                      </a:lnTo>
                      <a:cubicBezTo>
                        <a:pt x="509796" y="77423"/>
                        <a:pt x="508935" y="77423"/>
                        <a:pt x="508222" y="77813"/>
                      </a:cubicBezTo>
                      <a:lnTo>
                        <a:pt x="493935" y="86004"/>
                      </a:lnTo>
                      <a:cubicBezTo>
                        <a:pt x="493363" y="86004"/>
                        <a:pt x="493363" y="86957"/>
                        <a:pt x="493935" y="87338"/>
                      </a:cubicBezTo>
                      <a:lnTo>
                        <a:pt x="510413" y="96863"/>
                      </a:lnTo>
                      <a:cubicBezTo>
                        <a:pt x="511046" y="97233"/>
                        <a:pt x="511800" y="97335"/>
                        <a:pt x="512508" y="97149"/>
                      </a:cubicBezTo>
                      <a:close/>
                      <a:moveTo>
                        <a:pt x="419449" y="96292"/>
                      </a:moveTo>
                      <a:lnTo>
                        <a:pt x="433737" y="88100"/>
                      </a:lnTo>
                      <a:cubicBezTo>
                        <a:pt x="434308" y="88100"/>
                        <a:pt x="434308" y="87148"/>
                        <a:pt x="433737" y="86767"/>
                      </a:cubicBezTo>
                      <a:lnTo>
                        <a:pt x="417258" y="77242"/>
                      </a:lnTo>
                      <a:cubicBezTo>
                        <a:pt x="416546" y="76852"/>
                        <a:pt x="415685" y="76852"/>
                        <a:pt x="414973" y="77242"/>
                      </a:cubicBezTo>
                      <a:lnTo>
                        <a:pt x="400685" y="85433"/>
                      </a:lnTo>
                      <a:cubicBezTo>
                        <a:pt x="400114" y="85433"/>
                        <a:pt x="400114" y="86386"/>
                        <a:pt x="400685" y="86767"/>
                      </a:cubicBezTo>
                      <a:lnTo>
                        <a:pt x="417163" y="96292"/>
                      </a:lnTo>
                      <a:cubicBezTo>
                        <a:pt x="417794" y="96677"/>
                        <a:pt x="418569" y="96747"/>
                        <a:pt x="419259" y="96482"/>
                      </a:cubicBezTo>
                      <a:close/>
                      <a:moveTo>
                        <a:pt x="371824" y="178016"/>
                      </a:moveTo>
                      <a:lnTo>
                        <a:pt x="413544" y="153918"/>
                      </a:lnTo>
                      <a:cubicBezTo>
                        <a:pt x="414115" y="153918"/>
                        <a:pt x="414115" y="153061"/>
                        <a:pt x="413544" y="152679"/>
                      </a:cubicBezTo>
                      <a:lnTo>
                        <a:pt x="397066" y="143154"/>
                      </a:lnTo>
                      <a:cubicBezTo>
                        <a:pt x="396349" y="142782"/>
                        <a:pt x="395496" y="142782"/>
                        <a:pt x="394780" y="143154"/>
                      </a:cubicBezTo>
                      <a:lnTo>
                        <a:pt x="353060" y="167253"/>
                      </a:lnTo>
                      <a:cubicBezTo>
                        <a:pt x="352489" y="167253"/>
                        <a:pt x="352489" y="168205"/>
                        <a:pt x="353060" y="168586"/>
                      </a:cubicBezTo>
                      <a:lnTo>
                        <a:pt x="369538" y="178111"/>
                      </a:lnTo>
                      <a:cubicBezTo>
                        <a:pt x="370281" y="178604"/>
                        <a:pt x="371236" y="178641"/>
                        <a:pt x="372015" y="178207"/>
                      </a:cubicBezTo>
                      <a:close/>
                      <a:moveTo>
                        <a:pt x="489172" y="108960"/>
                      </a:moveTo>
                      <a:cubicBezTo>
                        <a:pt x="489899" y="109290"/>
                        <a:pt x="490732" y="109290"/>
                        <a:pt x="491458" y="108960"/>
                      </a:cubicBezTo>
                      <a:lnTo>
                        <a:pt x="505746" y="100768"/>
                      </a:lnTo>
                      <a:cubicBezTo>
                        <a:pt x="506317" y="100768"/>
                        <a:pt x="506317" y="99816"/>
                        <a:pt x="505746" y="99435"/>
                      </a:cubicBezTo>
                      <a:lnTo>
                        <a:pt x="489267" y="89910"/>
                      </a:lnTo>
                      <a:cubicBezTo>
                        <a:pt x="488541" y="89580"/>
                        <a:pt x="487708" y="89580"/>
                        <a:pt x="486982" y="89910"/>
                      </a:cubicBezTo>
                      <a:lnTo>
                        <a:pt x="472694" y="98196"/>
                      </a:lnTo>
                      <a:cubicBezTo>
                        <a:pt x="472123" y="98196"/>
                        <a:pt x="472123" y="99149"/>
                        <a:pt x="472694" y="99530"/>
                      </a:cubicBezTo>
                      <a:close/>
                      <a:moveTo>
                        <a:pt x="467932" y="95339"/>
                      </a:moveTo>
                      <a:lnTo>
                        <a:pt x="482124" y="87148"/>
                      </a:lnTo>
                      <a:cubicBezTo>
                        <a:pt x="482791" y="87148"/>
                        <a:pt x="482695" y="86195"/>
                        <a:pt x="482124" y="85814"/>
                      </a:cubicBezTo>
                      <a:lnTo>
                        <a:pt x="465646" y="76289"/>
                      </a:lnTo>
                      <a:cubicBezTo>
                        <a:pt x="464920" y="75959"/>
                        <a:pt x="464086" y="75959"/>
                        <a:pt x="463360" y="76289"/>
                      </a:cubicBezTo>
                      <a:lnTo>
                        <a:pt x="449167" y="84576"/>
                      </a:lnTo>
                      <a:cubicBezTo>
                        <a:pt x="448500" y="84576"/>
                        <a:pt x="448596" y="85528"/>
                        <a:pt x="449167" y="85909"/>
                      </a:cubicBezTo>
                      <a:lnTo>
                        <a:pt x="465741" y="95434"/>
                      </a:lnTo>
                      <a:cubicBezTo>
                        <a:pt x="466460" y="95890"/>
                        <a:pt x="467368" y="95926"/>
                        <a:pt x="468122" y="95530"/>
                      </a:cubicBezTo>
                      <a:close/>
                      <a:moveTo>
                        <a:pt x="351155" y="190018"/>
                      </a:moveTo>
                      <a:lnTo>
                        <a:pt x="365442" y="181731"/>
                      </a:lnTo>
                      <a:cubicBezTo>
                        <a:pt x="366014" y="181731"/>
                        <a:pt x="366014" y="180778"/>
                        <a:pt x="365442" y="180397"/>
                      </a:cubicBezTo>
                      <a:lnTo>
                        <a:pt x="348964" y="170872"/>
                      </a:lnTo>
                      <a:cubicBezTo>
                        <a:pt x="348252" y="170482"/>
                        <a:pt x="347391" y="170482"/>
                        <a:pt x="346678" y="170872"/>
                      </a:cubicBezTo>
                      <a:lnTo>
                        <a:pt x="332391" y="179064"/>
                      </a:lnTo>
                      <a:cubicBezTo>
                        <a:pt x="331819" y="179064"/>
                        <a:pt x="331819" y="180016"/>
                        <a:pt x="332391" y="180397"/>
                      </a:cubicBezTo>
                      <a:lnTo>
                        <a:pt x="348869" y="189922"/>
                      </a:lnTo>
                      <a:cubicBezTo>
                        <a:pt x="349582" y="190283"/>
                        <a:pt x="350415" y="190318"/>
                        <a:pt x="351155" y="190018"/>
                      </a:cubicBezTo>
                      <a:close/>
                      <a:moveTo>
                        <a:pt x="443262" y="135439"/>
                      </a:moveTo>
                      <a:cubicBezTo>
                        <a:pt x="443974" y="135829"/>
                        <a:pt x="444836" y="135829"/>
                        <a:pt x="445548" y="135439"/>
                      </a:cubicBezTo>
                      <a:lnTo>
                        <a:pt x="459835" y="127248"/>
                      </a:lnTo>
                      <a:cubicBezTo>
                        <a:pt x="460407" y="127248"/>
                        <a:pt x="460407" y="126295"/>
                        <a:pt x="459835" y="125914"/>
                      </a:cubicBezTo>
                      <a:lnTo>
                        <a:pt x="443357" y="116389"/>
                      </a:lnTo>
                      <a:cubicBezTo>
                        <a:pt x="442645" y="115999"/>
                        <a:pt x="441783" y="115999"/>
                        <a:pt x="441071" y="116389"/>
                      </a:cubicBezTo>
                      <a:lnTo>
                        <a:pt x="426783" y="124581"/>
                      </a:lnTo>
                      <a:cubicBezTo>
                        <a:pt x="426212" y="124581"/>
                        <a:pt x="426212" y="125533"/>
                        <a:pt x="426783" y="125914"/>
                      </a:cubicBezTo>
                      <a:close/>
                      <a:moveTo>
                        <a:pt x="246856" y="250216"/>
                      </a:moveTo>
                      <a:lnTo>
                        <a:pt x="261144" y="241929"/>
                      </a:lnTo>
                      <a:cubicBezTo>
                        <a:pt x="261810" y="241929"/>
                        <a:pt x="261715" y="240976"/>
                        <a:pt x="261144" y="240595"/>
                      </a:cubicBezTo>
                      <a:lnTo>
                        <a:pt x="244666" y="231070"/>
                      </a:lnTo>
                      <a:cubicBezTo>
                        <a:pt x="243949" y="230698"/>
                        <a:pt x="243096" y="230698"/>
                        <a:pt x="242380" y="231070"/>
                      </a:cubicBezTo>
                      <a:lnTo>
                        <a:pt x="228092" y="239262"/>
                      </a:lnTo>
                      <a:cubicBezTo>
                        <a:pt x="227521" y="239262"/>
                        <a:pt x="227521" y="240214"/>
                        <a:pt x="228092" y="240595"/>
                      </a:cubicBezTo>
                      <a:lnTo>
                        <a:pt x="244570" y="250120"/>
                      </a:lnTo>
                      <a:cubicBezTo>
                        <a:pt x="245240" y="250576"/>
                        <a:pt x="246075" y="250716"/>
                        <a:pt x="246856" y="250501"/>
                      </a:cubicBezTo>
                      <a:close/>
                      <a:moveTo>
                        <a:pt x="267716" y="238119"/>
                      </a:moveTo>
                      <a:lnTo>
                        <a:pt x="282004" y="229927"/>
                      </a:lnTo>
                      <a:cubicBezTo>
                        <a:pt x="282575" y="229927"/>
                        <a:pt x="282575" y="228975"/>
                        <a:pt x="282004" y="228594"/>
                      </a:cubicBezTo>
                      <a:lnTo>
                        <a:pt x="265525" y="219069"/>
                      </a:lnTo>
                      <a:cubicBezTo>
                        <a:pt x="264799" y="218739"/>
                        <a:pt x="263966" y="218739"/>
                        <a:pt x="263239" y="219069"/>
                      </a:cubicBezTo>
                      <a:lnTo>
                        <a:pt x="248952" y="227356"/>
                      </a:lnTo>
                      <a:cubicBezTo>
                        <a:pt x="248380" y="227356"/>
                        <a:pt x="248380" y="228308"/>
                        <a:pt x="248952" y="228689"/>
                      </a:cubicBezTo>
                      <a:lnTo>
                        <a:pt x="265430" y="238214"/>
                      </a:lnTo>
                      <a:cubicBezTo>
                        <a:pt x="266109" y="238665"/>
                        <a:pt x="266971" y="238736"/>
                        <a:pt x="267716" y="238404"/>
                      </a:cubicBezTo>
                      <a:close/>
                      <a:moveTo>
                        <a:pt x="225997" y="262217"/>
                      </a:moveTo>
                      <a:lnTo>
                        <a:pt x="240284" y="253930"/>
                      </a:lnTo>
                      <a:cubicBezTo>
                        <a:pt x="240951" y="253930"/>
                        <a:pt x="240856" y="253073"/>
                        <a:pt x="240284" y="252692"/>
                      </a:cubicBezTo>
                      <a:lnTo>
                        <a:pt x="223806" y="243167"/>
                      </a:lnTo>
                      <a:cubicBezTo>
                        <a:pt x="223080" y="242837"/>
                        <a:pt x="222246" y="242837"/>
                        <a:pt x="221520" y="243167"/>
                      </a:cubicBezTo>
                      <a:lnTo>
                        <a:pt x="207232" y="251454"/>
                      </a:lnTo>
                      <a:cubicBezTo>
                        <a:pt x="206661" y="251454"/>
                        <a:pt x="206661" y="252406"/>
                        <a:pt x="207232" y="252692"/>
                      </a:cubicBezTo>
                      <a:lnTo>
                        <a:pt x="223806" y="262217"/>
                      </a:lnTo>
                      <a:cubicBezTo>
                        <a:pt x="224456" y="262637"/>
                        <a:pt x="225260" y="262742"/>
                        <a:pt x="225997" y="262503"/>
                      </a:cubicBezTo>
                      <a:close/>
                      <a:moveTo>
                        <a:pt x="309435" y="214021"/>
                      </a:moveTo>
                      <a:lnTo>
                        <a:pt x="323723" y="205829"/>
                      </a:lnTo>
                      <a:cubicBezTo>
                        <a:pt x="324294" y="205829"/>
                        <a:pt x="324294" y="204877"/>
                        <a:pt x="323723" y="204496"/>
                      </a:cubicBezTo>
                      <a:lnTo>
                        <a:pt x="307245" y="194971"/>
                      </a:lnTo>
                      <a:cubicBezTo>
                        <a:pt x="306533" y="194581"/>
                        <a:pt x="305671" y="194581"/>
                        <a:pt x="304959" y="194971"/>
                      </a:cubicBezTo>
                      <a:lnTo>
                        <a:pt x="290671" y="203162"/>
                      </a:lnTo>
                      <a:cubicBezTo>
                        <a:pt x="290100" y="203162"/>
                        <a:pt x="290100" y="204115"/>
                        <a:pt x="290671" y="204496"/>
                      </a:cubicBezTo>
                      <a:lnTo>
                        <a:pt x="307150" y="214021"/>
                      </a:lnTo>
                      <a:cubicBezTo>
                        <a:pt x="307812" y="214502"/>
                        <a:pt x="308675" y="214611"/>
                        <a:pt x="309435" y="214306"/>
                      </a:cubicBezTo>
                      <a:close/>
                      <a:moveTo>
                        <a:pt x="288576" y="226117"/>
                      </a:moveTo>
                      <a:lnTo>
                        <a:pt x="302863" y="217831"/>
                      </a:lnTo>
                      <a:cubicBezTo>
                        <a:pt x="303435" y="217831"/>
                        <a:pt x="303435" y="216878"/>
                        <a:pt x="302863" y="216497"/>
                      </a:cubicBezTo>
                      <a:lnTo>
                        <a:pt x="286385" y="206972"/>
                      </a:lnTo>
                      <a:cubicBezTo>
                        <a:pt x="285659" y="206642"/>
                        <a:pt x="284825" y="206642"/>
                        <a:pt x="284099" y="206972"/>
                      </a:cubicBezTo>
                      <a:lnTo>
                        <a:pt x="269812" y="215164"/>
                      </a:lnTo>
                      <a:cubicBezTo>
                        <a:pt x="269240" y="215164"/>
                        <a:pt x="269240" y="216116"/>
                        <a:pt x="269812" y="216497"/>
                      </a:cubicBezTo>
                      <a:lnTo>
                        <a:pt x="286290" y="226022"/>
                      </a:lnTo>
                      <a:cubicBezTo>
                        <a:pt x="286959" y="226478"/>
                        <a:pt x="287795" y="226617"/>
                        <a:pt x="288576" y="226403"/>
                      </a:cubicBezTo>
                      <a:close/>
                      <a:moveTo>
                        <a:pt x="330295" y="202019"/>
                      </a:moveTo>
                      <a:lnTo>
                        <a:pt x="344583" y="193733"/>
                      </a:lnTo>
                      <a:cubicBezTo>
                        <a:pt x="345154" y="193733"/>
                        <a:pt x="345154" y="192875"/>
                        <a:pt x="344583" y="192494"/>
                      </a:cubicBezTo>
                      <a:lnTo>
                        <a:pt x="328105" y="182969"/>
                      </a:lnTo>
                      <a:cubicBezTo>
                        <a:pt x="327388" y="182597"/>
                        <a:pt x="326535" y="182597"/>
                        <a:pt x="325819" y="182969"/>
                      </a:cubicBezTo>
                      <a:lnTo>
                        <a:pt x="311531" y="191256"/>
                      </a:lnTo>
                      <a:cubicBezTo>
                        <a:pt x="310959" y="191256"/>
                        <a:pt x="310959" y="192208"/>
                        <a:pt x="311531" y="192494"/>
                      </a:cubicBezTo>
                      <a:lnTo>
                        <a:pt x="328009" y="202019"/>
                      </a:lnTo>
                      <a:cubicBezTo>
                        <a:pt x="328678" y="202485"/>
                        <a:pt x="329533" y="202592"/>
                        <a:pt x="330295" y="202305"/>
                      </a:cubicBezTo>
                      <a:close/>
                      <a:moveTo>
                        <a:pt x="425545" y="23902"/>
                      </a:moveTo>
                      <a:cubicBezTo>
                        <a:pt x="426271" y="24232"/>
                        <a:pt x="427105" y="24232"/>
                        <a:pt x="427831" y="23902"/>
                      </a:cubicBezTo>
                      <a:lnTo>
                        <a:pt x="442024" y="15615"/>
                      </a:lnTo>
                      <a:cubicBezTo>
                        <a:pt x="442690" y="15615"/>
                        <a:pt x="442595" y="14662"/>
                        <a:pt x="442024" y="14281"/>
                      </a:cubicBezTo>
                      <a:lnTo>
                        <a:pt x="437547" y="11805"/>
                      </a:lnTo>
                      <a:cubicBezTo>
                        <a:pt x="436864" y="11432"/>
                        <a:pt x="436039" y="11432"/>
                        <a:pt x="435356" y="11805"/>
                      </a:cubicBezTo>
                      <a:lnTo>
                        <a:pt x="421068" y="20092"/>
                      </a:lnTo>
                      <a:cubicBezTo>
                        <a:pt x="420402" y="20092"/>
                        <a:pt x="420497" y="20949"/>
                        <a:pt x="421068" y="21330"/>
                      </a:cubicBezTo>
                      <a:close/>
                      <a:moveTo>
                        <a:pt x="322961" y="90577"/>
                      </a:moveTo>
                      <a:cubicBezTo>
                        <a:pt x="323644" y="90949"/>
                        <a:pt x="324469" y="90949"/>
                        <a:pt x="325152" y="90577"/>
                      </a:cubicBezTo>
                      <a:lnTo>
                        <a:pt x="339439" y="82290"/>
                      </a:lnTo>
                      <a:cubicBezTo>
                        <a:pt x="340106" y="82290"/>
                        <a:pt x="340011" y="81337"/>
                        <a:pt x="339439" y="81052"/>
                      </a:cubicBezTo>
                      <a:lnTo>
                        <a:pt x="322961" y="71527"/>
                      </a:lnTo>
                      <a:cubicBezTo>
                        <a:pt x="322245" y="71154"/>
                        <a:pt x="321391" y="71154"/>
                        <a:pt x="320675" y="71527"/>
                      </a:cubicBezTo>
                      <a:lnTo>
                        <a:pt x="306388" y="79813"/>
                      </a:lnTo>
                      <a:cubicBezTo>
                        <a:pt x="305816" y="79813"/>
                        <a:pt x="305816" y="80671"/>
                        <a:pt x="306388" y="81052"/>
                      </a:cubicBezTo>
                      <a:close/>
                      <a:moveTo>
                        <a:pt x="364585" y="66574"/>
                      </a:moveTo>
                      <a:cubicBezTo>
                        <a:pt x="365311" y="66904"/>
                        <a:pt x="366145" y="66904"/>
                        <a:pt x="366871" y="66574"/>
                      </a:cubicBezTo>
                      <a:lnTo>
                        <a:pt x="381159" y="58382"/>
                      </a:lnTo>
                      <a:cubicBezTo>
                        <a:pt x="381730" y="58382"/>
                        <a:pt x="381730" y="57429"/>
                        <a:pt x="381159" y="57049"/>
                      </a:cubicBezTo>
                      <a:lnTo>
                        <a:pt x="364681" y="47524"/>
                      </a:lnTo>
                      <a:cubicBezTo>
                        <a:pt x="363954" y="47193"/>
                        <a:pt x="363121" y="47193"/>
                        <a:pt x="362395" y="47524"/>
                      </a:cubicBezTo>
                      <a:lnTo>
                        <a:pt x="348107" y="55810"/>
                      </a:lnTo>
                      <a:cubicBezTo>
                        <a:pt x="347535" y="55810"/>
                        <a:pt x="347535" y="56763"/>
                        <a:pt x="348107" y="57144"/>
                      </a:cubicBezTo>
                      <a:close/>
                      <a:moveTo>
                        <a:pt x="297434" y="105340"/>
                      </a:moveTo>
                      <a:cubicBezTo>
                        <a:pt x="298146" y="105730"/>
                        <a:pt x="299008" y="105730"/>
                        <a:pt x="299720" y="105340"/>
                      </a:cubicBezTo>
                      <a:lnTo>
                        <a:pt x="314008" y="97149"/>
                      </a:lnTo>
                      <a:cubicBezTo>
                        <a:pt x="314579" y="97149"/>
                        <a:pt x="314579" y="96196"/>
                        <a:pt x="314008" y="95815"/>
                      </a:cubicBezTo>
                      <a:lnTo>
                        <a:pt x="297529" y="86290"/>
                      </a:lnTo>
                      <a:cubicBezTo>
                        <a:pt x="296803" y="85960"/>
                        <a:pt x="295969" y="85960"/>
                        <a:pt x="295243" y="86290"/>
                      </a:cubicBezTo>
                      <a:lnTo>
                        <a:pt x="280956" y="94577"/>
                      </a:lnTo>
                      <a:cubicBezTo>
                        <a:pt x="280384" y="94577"/>
                        <a:pt x="280384" y="95529"/>
                        <a:pt x="280956" y="95911"/>
                      </a:cubicBezTo>
                      <a:close/>
                      <a:moveTo>
                        <a:pt x="343725" y="78575"/>
                      </a:moveTo>
                      <a:cubicBezTo>
                        <a:pt x="344438" y="78965"/>
                        <a:pt x="345299" y="78965"/>
                        <a:pt x="346011" y="78575"/>
                      </a:cubicBezTo>
                      <a:lnTo>
                        <a:pt x="360299" y="70384"/>
                      </a:lnTo>
                      <a:cubicBezTo>
                        <a:pt x="360966" y="70384"/>
                        <a:pt x="360871" y="69431"/>
                        <a:pt x="360299" y="69050"/>
                      </a:cubicBezTo>
                      <a:lnTo>
                        <a:pt x="343821" y="59525"/>
                      </a:lnTo>
                      <a:cubicBezTo>
                        <a:pt x="343104" y="59152"/>
                        <a:pt x="342251" y="59152"/>
                        <a:pt x="341535" y="59525"/>
                      </a:cubicBezTo>
                      <a:lnTo>
                        <a:pt x="327247" y="67717"/>
                      </a:lnTo>
                      <a:cubicBezTo>
                        <a:pt x="326676" y="67717"/>
                        <a:pt x="326676" y="68669"/>
                        <a:pt x="327247" y="69050"/>
                      </a:cubicBezTo>
                      <a:close/>
                      <a:moveTo>
                        <a:pt x="255715" y="129343"/>
                      </a:moveTo>
                      <a:cubicBezTo>
                        <a:pt x="256431" y="129716"/>
                        <a:pt x="257284" y="129716"/>
                        <a:pt x="258000" y="129343"/>
                      </a:cubicBezTo>
                      <a:lnTo>
                        <a:pt x="272288" y="121152"/>
                      </a:lnTo>
                      <a:cubicBezTo>
                        <a:pt x="272859" y="121152"/>
                        <a:pt x="272859" y="120199"/>
                        <a:pt x="272288" y="119818"/>
                      </a:cubicBezTo>
                      <a:lnTo>
                        <a:pt x="255810" y="110293"/>
                      </a:lnTo>
                      <a:cubicBezTo>
                        <a:pt x="255084" y="109963"/>
                        <a:pt x="254250" y="109963"/>
                        <a:pt x="253524" y="110293"/>
                      </a:cubicBezTo>
                      <a:lnTo>
                        <a:pt x="239236" y="118580"/>
                      </a:lnTo>
                      <a:cubicBezTo>
                        <a:pt x="238665" y="118580"/>
                        <a:pt x="238665" y="119533"/>
                        <a:pt x="239236" y="119818"/>
                      </a:cubicBezTo>
                      <a:close/>
                      <a:moveTo>
                        <a:pt x="276574" y="117342"/>
                      </a:moveTo>
                      <a:cubicBezTo>
                        <a:pt x="277300" y="117672"/>
                        <a:pt x="278134" y="117672"/>
                        <a:pt x="278860" y="117342"/>
                      </a:cubicBezTo>
                      <a:lnTo>
                        <a:pt x="293148" y="109055"/>
                      </a:lnTo>
                      <a:cubicBezTo>
                        <a:pt x="293719" y="109055"/>
                        <a:pt x="293719" y="108103"/>
                        <a:pt x="293148" y="107721"/>
                      </a:cubicBezTo>
                      <a:lnTo>
                        <a:pt x="276669" y="98196"/>
                      </a:lnTo>
                      <a:cubicBezTo>
                        <a:pt x="275957" y="97807"/>
                        <a:pt x="275096" y="97807"/>
                        <a:pt x="274383" y="98196"/>
                      </a:cubicBezTo>
                      <a:lnTo>
                        <a:pt x="260096" y="106388"/>
                      </a:lnTo>
                      <a:cubicBezTo>
                        <a:pt x="259525" y="106388"/>
                        <a:pt x="259525" y="107341"/>
                        <a:pt x="260096" y="107721"/>
                      </a:cubicBezTo>
                      <a:close/>
                      <a:moveTo>
                        <a:pt x="383826" y="48476"/>
                      </a:moveTo>
                      <a:cubicBezTo>
                        <a:pt x="384538" y="48866"/>
                        <a:pt x="385399" y="48866"/>
                        <a:pt x="386112" y="48476"/>
                      </a:cubicBezTo>
                      <a:lnTo>
                        <a:pt x="400399" y="40285"/>
                      </a:lnTo>
                      <a:cubicBezTo>
                        <a:pt x="400971" y="40285"/>
                        <a:pt x="400971" y="39332"/>
                        <a:pt x="400399" y="38951"/>
                      </a:cubicBezTo>
                      <a:lnTo>
                        <a:pt x="396018" y="36379"/>
                      </a:lnTo>
                      <a:cubicBezTo>
                        <a:pt x="395306" y="35990"/>
                        <a:pt x="394444" y="35990"/>
                        <a:pt x="393732" y="36379"/>
                      </a:cubicBezTo>
                      <a:lnTo>
                        <a:pt x="379444" y="44571"/>
                      </a:lnTo>
                      <a:cubicBezTo>
                        <a:pt x="378873" y="44571"/>
                        <a:pt x="378873" y="45523"/>
                        <a:pt x="379444" y="45904"/>
                      </a:cubicBezTo>
                      <a:close/>
                      <a:moveTo>
                        <a:pt x="446405" y="12376"/>
                      </a:moveTo>
                      <a:cubicBezTo>
                        <a:pt x="447121" y="12749"/>
                        <a:pt x="447975" y="12749"/>
                        <a:pt x="448691" y="12376"/>
                      </a:cubicBezTo>
                      <a:lnTo>
                        <a:pt x="462883" y="4185"/>
                      </a:lnTo>
                      <a:cubicBezTo>
                        <a:pt x="463550" y="4185"/>
                        <a:pt x="463455" y="3233"/>
                        <a:pt x="462883" y="2851"/>
                      </a:cubicBezTo>
                      <a:lnTo>
                        <a:pt x="458407" y="279"/>
                      </a:lnTo>
                      <a:cubicBezTo>
                        <a:pt x="457724" y="-93"/>
                        <a:pt x="456899" y="-93"/>
                        <a:pt x="456216" y="279"/>
                      </a:cubicBezTo>
                      <a:lnTo>
                        <a:pt x="441928" y="8471"/>
                      </a:lnTo>
                      <a:cubicBezTo>
                        <a:pt x="441262" y="8471"/>
                        <a:pt x="441357" y="9424"/>
                        <a:pt x="441928" y="9804"/>
                      </a:cubicBezTo>
                      <a:close/>
                      <a:moveTo>
                        <a:pt x="481076" y="32379"/>
                      </a:moveTo>
                      <a:cubicBezTo>
                        <a:pt x="481759" y="32752"/>
                        <a:pt x="482584" y="32752"/>
                        <a:pt x="483267" y="32379"/>
                      </a:cubicBezTo>
                      <a:lnTo>
                        <a:pt x="497554" y="24187"/>
                      </a:lnTo>
                      <a:cubicBezTo>
                        <a:pt x="498221" y="24187"/>
                        <a:pt x="498126" y="23235"/>
                        <a:pt x="497554" y="22854"/>
                      </a:cubicBezTo>
                      <a:lnTo>
                        <a:pt x="481076" y="13329"/>
                      </a:lnTo>
                      <a:cubicBezTo>
                        <a:pt x="480350" y="12999"/>
                        <a:pt x="479516" y="12999"/>
                        <a:pt x="478790" y="13329"/>
                      </a:cubicBezTo>
                      <a:lnTo>
                        <a:pt x="464502" y="21616"/>
                      </a:lnTo>
                      <a:cubicBezTo>
                        <a:pt x="463931" y="21616"/>
                        <a:pt x="463931" y="22568"/>
                        <a:pt x="464502" y="22949"/>
                      </a:cubicBezTo>
                      <a:close/>
                      <a:moveTo>
                        <a:pt x="533178" y="85243"/>
                      </a:moveTo>
                      <a:lnTo>
                        <a:pt x="547465" y="77051"/>
                      </a:lnTo>
                      <a:cubicBezTo>
                        <a:pt x="548037" y="77051"/>
                        <a:pt x="548037" y="76099"/>
                        <a:pt x="547465" y="75718"/>
                      </a:cubicBezTo>
                      <a:lnTo>
                        <a:pt x="530987" y="66193"/>
                      </a:lnTo>
                      <a:cubicBezTo>
                        <a:pt x="530261" y="65862"/>
                        <a:pt x="529427" y="65862"/>
                        <a:pt x="528701" y="66193"/>
                      </a:cubicBezTo>
                      <a:lnTo>
                        <a:pt x="514414" y="74479"/>
                      </a:lnTo>
                      <a:cubicBezTo>
                        <a:pt x="513842" y="74479"/>
                        <a:pt x="513842" y="75432"/>
                        <a:pt x="514414" y="75813"/>
                      </a:cubicBezTo>
                      <a:lnTo>
                        <a:pt x="530892" y="85338"/>
                      </a:lnTo>
                      <a:cubicBezTo>
                        <a:pt x="531670" y="85772"/>
                        <a:pt x="532626" y="85735"/>
                        <a:pt x="533368" y="85243"/>
                      </a:cubicBezTo>
                      <a:close/>
                      <a:moveTo>
                        <a:pt x="404685" y="36379"/>
                      </a:moveTo>
                      <a:cubicBezTo>
                        <a:pt x="405402" y="36752"/>
                        <a:pt x="406255" y="36752"/>
                        <a:pt x="406971" y="36379"/>
                      </a:cubicBezTo>
                      <a:lnTo>
                        <a:pt x="421259" y="28093"/>
                      </a:lnTo>
                      <a:cubicBezTo>
                        <a:pt x="421831" y="28093"/>
                        <a:pt x="421735" y="27235"/>
                        <a:pt x="421259" y="26854"/>
                      </a:cubicBezTo>
                      <a:lnTo>
                        <a:pt x="416877" y="24283"/>
                      </a:lnTo>
                      <a:cubicBezTo>
                        <a:pt x="416165" y="23893"/>
                        <a:pt x="415304" y="23893"/>
                        <a:pt x="414592" y="24283"/>
                      </a:cubicBezTo>
                      <a:lnTo>
                        <a:pt x="400304" y="32474"/>
                      </a:lnTo>
                      <a:cubicBezTo>
                        <a:pt x="399637" y="32474"/>
                        <a:pt x="399733" y="33427"/>
                        <a:pt x="400304" y="33808"/>
                      </a:cubicBezTo>
                      <a:close/>
                      <a:moveTo>
                        <a:pt x="234855" y="141154"/>
                      </a:moveTo>
                      <a:cubicBezTo>
                        <a:pt x="235567" y="141544"/>
                        <a:pt x="236429" y="141544"/>
                        <a:pt x="237141" y="141154"/>
                      </a:cubicBezTo>
                      <a:lnTo>
                        <a:pt x="251809" y="132868"/>
                      </a:lnTo>
                      <a:cubicBezTo>
                        <a:pt x="252381" y="132868"/>
                        <a:pt x="252381" y="131915"/>
                        <a:pt x="251809" y="131534"/>
                      </a:cubicBezTo>
                      <a:lnTo>
                        <a:pt x="235331" y="122009"/>
                      </a:lnTo>
                      <a:cubicBezTo>
                        <a:pt x="234619" y="121619"/>
                        <a:pt x="233757" y="121619"/>
                        <a:pt x="233045" y="122009"/>
                      </a:cubicBezTo>
                      <a:lnTo>
                        <a:pt x="218758" y="130201"/>
                      </a:lnTo>
                      <a:cubicBezTo>
                        <a:pt x="218186" y="130201"/>
                        <a:pt x="218186" y="131153"/>
                        <a:pt x="218758" y="131534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0" name="Freeform: Shape 439">
                  <a:extLst>
                    <a:ext uri="{FF2B5EF4-FFF2-40B4-BE49-F238E27FC236}">
                      <a16:creationId xmlns:a16="http://schemas.microsoft.com/office/drawing/2014/main" id="{48802A70-741B-FC16-E88D-07712E1DCF68}"/>
                    </a:ext>
                  </a:extLst>
                </p:cNvPr>
                <p:cNvSpPr/>
                <p:nvPr/>
              </p:nvSpPr>
              <p:spPr>
                <a:xfrm>
                  <a:off x="5815012" y="3507820"/>
                  <a:ext cx="244941" cy="140613"/>
                </a:xfrm>
                <a:custGeom>
                  <a:avLst/>
                  <a:gdLst>
                    <a:gd name="csX0" fmla="*/ 4763 w 244941"/>
                    <a:gd name="csY0" fmla="*/ 83105 h 140613"/>
                    <a:gd name="csX1" fmla="*/ 145637 w 244941"/>
                    <a:gd name="csY1" fmla="*/ 1856 h 140613"/>
                    <a:gd name="csX2" fmla="*/ 160972 w 244941"/>
                    <a:gd name="csY2" fmla="*/ 1856 h 140613"/>
                    <a:gd name="csX3" fmla="*/ 241745 w 244941"/>
                    <a:gd name="csY3" fmla="*/ 48433 h 140613"/>
                    <a:gd name="csX4" fmla="*/ 244702 w 244941"/>
                    <a:gd name="csY4" fmla="*/ 54334 h 140613"/>
                    <a:gd name="csX5" fmla="*/ 241745 w 244941"/>
                    <a:gd name="csY5" fmla="*/ 57292 h 140613"/>
                    <a:gd name="csX6" fmla="*/ 100013 w 244941"/>
                    <a:gd name="csY6" fmla="*/ 138826 h 140613"/>
                    <a:gd name="csX7" fmla="*/ 84677 w 244941"/>
                    <a:gd name="csY7" fmla="*/ 138826 h 140613"/>
                    <a:gd name="csX8" fmla="*/ 4763 w 244941"/>
                    <a:gd name="csY8" fmla="*/ 92630 h 140613"/>
                    <a:gd name="csX9" fmla="*/ 0 w 244941"/>
                    <a:gd name="csY9" fmla="*/ 87867 h 140613"/>
                    <a:gd name="csX10" fmla="*/ 4763 w 244941"/>
                    <a:gd name="csY10" fmla="*/ 83105 h 1406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44941" h="140613">
                      <a:moveTo>
                        <a:pt x="4763" y="83105"/>
                      </a:moveTo>
                      <a:lnTo>
                        <a:pt x="145637" y="1856"/>
                      </a:lnTo>
                      <a:cubicBezTo>
                        <a:pt x="150450" y="-619"/>
                        <a:pt x="156161" y="-619"/>
                        <a:pt x="160972" y="1856"/>
                      </a:cubicBezTo>
                      <a:lnTo>
                        <a:pt x="241745" y="48433"/>
                      </a:lnTo>
                      <a:cubicBezTo>
                        <a:pt x="244191" y="49246"/>
                        <a:pt x="245515" y="51888"/>
                        <a:pt x="244702" y="54334"/>
                      </a:cubicBezTo>
                      <a:cubicBezTo>
                        <a:pt x="244238" y="55731"/>
                        <a:pt x="243142" y="56827"/>
                        <a:pt x="241745" y="57292"/>
                      </a:cubicBezTo>
                      <a:lnTo>
                        <a:pt x="100013" y="138826"/>
                      </a:lnTo>
                      <a:cubicBezTo>
                        <a:pt x="95179" y="141210"/>
                        <a:pt x="89511" y="141210"/>
                        <a:pt x="84677" y="138826"/>
                      </a:cubicBezTo>
                      <a:lnTo>
                        <a:pt x="4763" y="92630"/>
                      </a:lnTo>
                      <a:cubicBezTo>
                        <a:pt x="2132" y="92630"/>
                        <a:pt x="0" y="90497"/>
                        <a:pt x="0" y="87867"/>
                      </a:cubicBezTo>
                      <a:cubicBezTo>
                        <a:pt x="0" y="85237"/>
                        <a:pt x="2132" y="83105"/>
                        <a:pt x="4763" y="8310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41" name="Graphic 5">
                <a:extLst>
                  <a:ext uri="{FF2B5EF4-FFF2-40B4-BE49-F238E27FC236}">
                    <a16:creationId xmlns:a16="http://schemas.microsoft.com/office/drawing/2014/main" id="{C6B05CEE-4DFB-5DCA-6F25-3B6954651157}"/>
                  </a:ext>
                </a:extLst>
              </p:cNvPr>
              <p:cNvGrpSpPr/>
              <p:nvPr/>
            </p:nvGrpSpPr>
            <p:grpSpPr>
              <a:xfrm>
                <a:off x="4389120" y="3527012"/>
                <a:ext cx="365759" cy="685514"/>
                <a:chOff x="4389120" y="3527012"/>
                <a:chExt cx="365759" cy="685514"/>
              </a:xfrm>
            </p:grpSpPr>
            <p:sp>
              <p:nvSpPr>
                <p:cNvPr id="442" name="Freeform: Shape 441">
                  <a:extLst>
                    <a:ext uri="{FF2B5EF4-FFF2-40B4-BE49-F238E27FC236}">
                      <a16:creationId xmlns:a16="http://schemas.microsoft.com/office/drawing/2014/main" id="{49683149-B35F-8F27-A838-2731B5B5D341}"/>
                    </a:ext>
                  </a:extLst>
                </p:cNvPr>
                <p:cNvSpPr/>
                <p:nvPr/>
              </p:nvSpPr>
              <p:spPr>
                <a:xfrm>
                  <a:off x="4389120" y="3527012"/>
                  <a:ext cx="365759" cy="685514"/>
                </a:xfrm>
                <a:custGeom>
                  <a:avLst/>
                  <a:gdLst>
                    <a:gd name="csX0" fmla="*/ 338328 w 365759"/>
                    <a:gd name="csY0" fmla="*/ 0 h 685514"/>
                    <a:gd name="csX1" fmla="*/ 365760 w 365759"/>
                    <a:gd name="csY1" fmla="*/ 0 h 685514"/>
                    <a:gd name="csX2" fmla="*/ 365760 w 365759"/>
                    <a:gd name="csY2" fmla="*/ 685514 h 685514"/>
                    <a:gd name="csX3" fmla="*/ 338328 w 365759"/>
                    <a:gd name="csY3" fmla="*/ 685514 h 685514"/>
                    <a:gd name="csX4" fmla="*/ 27432 w 365759"/>
                    <a:gd name="csY4" fmla="*/ 685514 h 685514"/>
                    <a:gd name="csX5" fmla="*/ 0 w 365759"/>
                    <a:gd name="csY5" fmla="*/ 685514 h 685514"/>
                    <a:gd name="csX6" fmla="*/ 0 w 365759"/>
                    <a:gd name="csY6" fmla="*/ 0 h 685514"/>
                    <a:gd name="csX7" fmla="*/ 27432 w 365759"/>
                    <a:gd name="csY7" fmla="*/ 0 h 6855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65759" h="685514">
                      <a:moveTo>
                        <a:pt x="338328" y="0"/>
                      </a:moveTo>
                      <a:cubicBezTo>
                        <a:pt x="353478" y="0"/>
                        <a:pt x="365760" y="0"/>
                        <a:pt x="365760" y="0"/>
                      </a:cubicBezTo>
                      <a:lnTo>
                        <a:pt x="365760" y="685514"/>
                      </a:lnTo>
                      <a:cubicBezTo>
                        <a:pt x="365760" y="685514"/>
                        <a:pt x="353478" y="685514"/>
                        <a:pt x="338328" y="685514"/>
                      </a:cubicBezTo>
                      <a:lnTo>
                        <a:pt x="27432" y="685514"/>
                      </a:lnTo>
                      <a:cubicBezTo>
                        <a:pt x="12282" y="685514"/>
                        <a:pt x="0" y="685514"/>
                        <a:pt x="0" y="685514"/>
                      </a:cubicBezTo>
                      <a:lnTo>
                        <a:pt x="0" y="0"/>
                      </a:lnTo>
                      <a:cubicBezTo>
                        <a:pt x="0" y="0"/>
                        <a:pt x="12282" y="0"/>
                        <a:pt x="27432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80D12127-FE4F-5F0B-0D00-61EB7FB53543}"/>
                    </a:ext>
                  </a:extLst>
                </p:cNvPr>
                <p:cNvSpPr/>
                <p:nvPr/>
              </p:nvSpPr>
              <p:spPr>
                <a:xfrm>
                  <a:off x="4399502" y="3569208"/>
                  <a:ext cx="344900" cy="601122"/>
                </a:xfrm>
                <a:custGeom>
                  <a:avLst/>
                  <a:gdLst>
                    <a:gd name="csX0" fmla="*/ 326898 w 344900"/>
                    <a:gd name="csY0" fmla="*/ 0 h 601122"/>
                    <a:gd name="csX1" fmla="*/ 344900 w 344900"/>
                    <a:gd name="csY1" fmla="*/ 0 h 601122"/>
                    <a:gd name="csX2" fmla="*/ 344900 w 344900"/>
                    <a:gd name="csY2" fmla="*/ 601123 h 601122"/>
                    <a:gd name="csX3" fmla="*/ 326898 w 344900"/>
                    <a:gd name="csY3" fmla="*/ 601123 h 601122"/>
                    <a:gd name="csX4" fmla="*/ 18002 w 344900"/>
                    <a:gd name="csY4" fmla="*/ 601123 h 601122"/>
                    <a:gd name="csX5" fmla="*/ 0 w 344900"/>
                    <a:gd name="csY5" fmla="*/ 601123 h 601122"/>
                    <a:gd name="csX6" fmla="*/ 0 w 344900"/>
                    <a:gd name="csY6" fmla="*/ 0 h 601122"/>
                    <a:gd name="csX7" fmla="*/ 18002 w 344900"/>
                    <a:gd name="csY7" fmla="*/ 0 h 6011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44900" h="601122">
                      <a:moveTo>
                        <a:pt x="326898" y="0"/>
                      </a:moveTo>
                      <a:cubicBezTo>
                        <a:pt x="336840" y="0"/>
                        <a:pt x="344900" y="0"/>
                        <a:pt x="344900" y="0"/>
                      </a:cubicBezTo>
                      <a:lnTo>
                        <a:pt x="344900" y="601123"/>
                      </a:lnTo>
                      <a:cubicBezTo>
                        <a:pt x="344900" y="601123"/>
                        <a:pt x="336840" y="601123"/>
                        <a:pt x="326898" y="601123"/>
                      </a:cubicBezTo>
                      <a:lnTo>
                        <a:pt x="18002" y="601123"/>
                      </a:lnTo>
                      <a:cubicBezTo>
                        <a:pt x="8060" y="601123"/>
                        <a:pt x="0" y="601123"/>
                        <a:pt x="0" y="601123"/>
                      </a:cubicBezTo>
                      <a:lnTo>
                        <a:pt x="0" y="0"/>
                      </a:lnTo>
                      <a:cubicBezTo>
                        <a:pt x="0" y="0"/>
                        <a:pt x="8060" y="0"/>
                        <a:pt x="18002" y="0"/>
                      </a:cubicBezTo>
                      <a:close/>
                    </a:path>
                  </a:pathLst>
                </a:custGeom>
                <a:solidFill>
                  <a:srgbClr val="353535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9AE61A16-57D3-90BB-BDDC-8F796D8A4DB1}"/>
                    </a:ext>
                  </a:extLst>
                </p:cNvPr>
                <p:cNvSpPr/>
                <p:nvPr/>
              </p:nvSpPr>
              <p:spPr>
                <a:xfrm>
                  <a:off x="4461286" y="3747622"/>
                  <a:ext cx="221932" cy="221912"/>
                </a:xfrm>
                <a:custGeom>
                  <a:avLst/>
                  <a:gdLst>
                    <a:gd name="csX0" fmla="*/ 190629 w 221932"/>
                    <a:gd name="csY0" fmla="*/ 33802 h 221912"/>
                    <a:gd name="csX1" fmla="*/ 189200 w 221932"/>
                    <a:gd name="csY1" fmla="*/ 32278 h 221912"/>
                    <a:gd name="csX2" fmla="*/ 189200 w 221932"/>
                    <a:gd name="csY2" fmla="*/ 32278 h 221912"/>
                    <a:gd name="csX3" fmla="*/ 35085 w 221932"/>
                    <a:gd name="csY3" fmla="*/ 29993 h 221912"/>
                    <a:gd name="csX4" fmla="*/ 33371 w 221932"/>
                    <a:gd name="csY4" fmla="*/ 31612 h 221912"/>
                    <a:gd name="csX5" fmla="*/ 32514 w 221932"/>
                    <a:gd name="csY5" fmla="*/ 32469 h 221912"/>
                    <a:gd name="csX6" fmla="*/ 32489 w 221932"/>
                    <a:gd name="csY6" fmla="*/ 189399 h 221912"/>
                    <a:gd name="csX7" fmla="*/ 189419 w 221932"/>
                    <a:gd name="csY7" fmla="*/ 189424 h 221912"/>
                    <a:gd name="csX8" fmla="*/ 190915 w 221932"/>
                    <a:gd name="csY8" fmla="*/ 33993 h 221912"/>
                    <a:gd name="csX9" fmla="*/ 128049 w 221932"/>
                    <a:gd name="csY9" fmla="*/ 218016 h 221912"/>
                    <a:gd name="csX10" fmla="*/ 115858 w 221932"/>
                    <a:gd name="csY10" fmla="*/ 219350 h 221912"/>
                    <a:gd name="csX11" fmla="*/ 105570 w 221932"/>
                    <a:gd name="csY11" fmla="*/ 219350 h 221912"/>
                    <a:gd name="csX12" fmla="*/ 93378 w 221932"/>
                    <a:gd name="csY12" fmla="*/ 218016 h 221912"/>
                    <a:gd name="csX13" fmla="*/ 2034 w 221932"/>
                    <a:gd name="csY13" fmla="*/ 111907 h 221912"/>
                    <a:gd name="csX14" fmla="*/ 2034 w 221932"/>
                    <a:gd name="csY14" fmla="*/ 109621 h 221912"/>
                    <a:gd name="csX15" fmla="*/ 34800 w 221932"/>
                    <a:gd name="csY15" fmla="*/ 33421 h 221912"/>
                    <a:gd name="csX16" fmla="*/ 36514 w 221932"/>
                    <a:gd name="csY16" fmla="*/ 31802 h 221912"/>
                    <a:gd name="csX17" fmla="*/ 93664 w 221932"/>
                    <a:gd name="csY17" fmla="*/ 3799 h 221912"/>
                    <a:gd name="csX18" fmla="*/ 105856 w 221932"/>
                    <a:gd name="csY18" fmla="*/ 2560 h 221912"/>
                    <a:gd name="csX19" fmla="*/ 116143 w 221932"/>
                    <a:gd name="csY19" fmla="*/ 2560 h 221912"/>
                    <a:gd name="csX20" fmla="*/ 128335 w 221932"/>
                    <a:gd name="csY20" fmla="*/ 3799 h 221912"/>
                    <a:gd name="csX21" fmla="*/ 187485 w 221932"/>
                    <a:gd name="csY21" fmla="*/ 33993 h 221912"/>
                    <a:gd name="csX22" fmla="*/ 189200 w 221932"/>
                    <a:gd name="csY22" fmla="*/ 35708 h 221912"/>
                    <a:gd name="csX23" fmla="*/ 219680 w 221932"/>
                    <a:gd name="csY23" fmla="*/ 109907 h 221912"/>
                    <a:gd name="csX24" fmla="*/ 219680 w 221932"/>
                    <a:gd name="csY24" fmla="*/ 112193 h 221912"/>
                    <a:gd name="csX25" fmla="*/ 128049 w 221932"/>
                    <a:gd name="csY25" fmla="*/ 217540 h 2219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221932" h="221912">
                      <a:moveTo>
                        <a:pt x="190629" y="33802"/>
                      </a:moveTo>
                      <a:lnTo>
                        <a:pt x="189200" y="32278"/>
                      </a:lnTo>
                      <a:lnTo>
                        <a:pt x="189200" y="32278"/>
                      </a:lnTo>
                      <a:cubicBezTo>
                        <a:pt x="146824" y="-9857"/>
                        <a:pt x="78692" y="-10867"/>
                        <a:pt x="35085" y="29993"/>
                      </a:cubicBezTo>
                      <a:lnTo>
                        <a:pt x="33371" y="31612"/>
                      </a:lnTo>
                      <a:lnTo>
                        <a:pt x="32514" y="32469"/>
                      </a:lnTo>
                      <a:cubicBezTo>
                        <a:pt x="-10828" y="75797"/>
                        <a:pt x="-10839" y="146057"/>
                        <a:pt x="32489" y="189399"/>
                      </a:cubicBezTo>
                      <a:cubicBezTo>
                        <a:pt x="75817" y="232741"/>
                        <a:pt x="146077" y="232752"/>
                        <a:pt x="189419" y="189424"/>
                      </a:cubicBezTo>
                      <a:cubicBezTo>
                        <a:pt x="232182" y="146674"/>
                        <a:pt x="232847" y="77557"/>
                        <a:pt x="190915" y="33993"/>
                      </a:cubicBezTo>
                      <a:close/>
                      <a:moveTo>
                        <a:pt x="128049" y="218016"/>
                      </a:moveTo>
                      <a:cubicBezTo>
                        <a:pt x="124015" y="218700"/>
                        <a:pt x="119944" y="219146"/>
                        <a:pt x="115858" y="219350"/>
                      </a:cubicBezTo>
                      <a:lnTo>
                        <a:pt x="105570" y="219350"/>
                      </a:lnTo>
                      <a:cubicBezTo>
                        <a:pt x="101484" y="219146"/>
                        <a:pt x="97413" y="218701"/>
                        <a:pt x="93378" y="218016"/>
                      </a:cubicBezTo>
                      <a:cubicBezTo>
                        <a:pt x="41189" y="209547"/>
                        <a:pt x="2647" y="164776"/>
                        <a:pt x="2034" y="111907"/>
                      </a:cubicBezTo>
                      <a:lnTo>
                        <a:pt x="2034" y="109621"/>
                      </a:lnTo>
                      <a:cubicBezTo>
                        <a:pt x="2473" y="80893"/>
                        <a:pt x="14251" y="53503"/>
                        <a:pt x="34800" y="33421"/>
                      </a:cubicBezTo>
                      <a:lnTo>
                        <a:pt x="36514" y="31802"/>
                      </a:lnTo>
                      <a:cubicBezTo>
                        <a:pt x="52330" y="16955"/>
                        <a:pt x="72240" y="7199"/>
                        <a:pt x="93664" y="3799"/>
                      </a:cubicBezTo>
                      <a:cubicBezTo>
                        <a:pt x="97700" y="3146"/>
                        <a:pt x="101771" y="2732"/>
                        <a:pt x="105856" y="2560"/>
                      </a:cubicBezTo>
                      <a:lnTo>
                        <a:pt x="116143" y="2560"/>
                      </a:lnTo>
                      <a:cubicBezTo>
                        <a:pt x="120228" y="2732"/>
                        <a:pt x="124299" y="3146"/>
                        <a:pt x="128335" y="3799"/>
                      </a:cubicBezTo>
                      <a:cubicBezTo>
                        <a:pt x="150726" y="7427"/>
                        <a:pt x="171413" y="17987"/>
                        <a:pt x="187485" y="33993"/>
                      </a:cubicBezTo>
                      <a:lnTo>
                        <a:pt x="189200" y="35708"/>
                      </a:lnTo>
                      <a:cubicBezTo>
                        <a:pt x="208433" y="55660"/>
                        <a:pt x="219334" y="82196"/>
                        <a:pt x="219680" y="109907"/>
                      </a:cubicBezTo>
                      <a:lnTo>
                        <a:pt x="219680" y="112193"/>
                      </a:lnTo>
                      <a:cubicBezTo>
                        <a:pt x="218676" y="164865"/>
                        <a:pt x="180073" y="209246"/>
                        <a:pt x="128049" y="2175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B5294793-2185-3921-A548-1D98D568A509}"/>
                    </a:ext>
                  </a:extLst>
                </p:cNvPr>
                <p:cNvSpPr/>
                <p:nvPr/>
              </p:nvSpPr>
              <p:spPr>
                <a:xfrm>
                  <a:off x="4456034" y="3741909"/>
                  <a:ext cx="231950" cy="232015"/>
                </a:xfrm>
                <a:custGeom>
                  <a:avLst/>
                  <a:gdLst>
                    <a:gd name="csX0" fmla="*/ 115966 w 231950"/>
                    <a:gd name="csY0" fmla="*/ 232016 h 232015"/>
                    <a:gd name="csX1" fmla="*/ 0 w 231950"/>
                    <a:gd name="csY1" fmla="*/ 115953 h 232015"/>
                    <a:gd name="csX2" fmla="*/ 33955 w 231950"/>
                    <a:gd name="csY2" fmla="*/ 33991 h 232015"/>
                    <a:gd name="csX3" fmla="*/ 34908 w 231950"/>
                    <a:gd name="csY3" fmla="*/ 33134 h 232015"/>
                    <a:gd name="csX4" fmla="*/ 36718 w 231950"/>
                    <a:gd name="csY4" fmla="*/ 31324 h 232015"/>
                    <a:gd name="csX5" fmla="*/ 197690 w 231950"/>
                    <a:gd name="csY5" fmla="*/ 33706 h 232015"/>
                    <a:gd name="csX6" fmla="*/ 197690 w 231950"/>
                    <a:gd name="csY6" fmla="*/ 33706 h 232015"/>
                    <a:gd name="csX7" fmla="*/ 199214 w 231950"/>
                    <a:gd name="csY7" fmla="*/ 35229 h 232015"/>
                    <a:gd name="csX8" fmla="*/ 199214 w 231950"/>
                    <a:gd name="csY8" fmla="*/ 35229 h 232015"/>
                    <a:gd name="csX9" fmla="*/ 196708 w 231950"/>
                    <a:gd name="csY9" fmla="*/ 199279 h 232015"/>
                    <a:gd name="csX10" fmla="*/ 115966 w 231950"/>
                    <a:gd name="csY10" fmla="*/ 232016 h 232015"/>
                    <a:gd name="csX11" fmla="*/ 115966 w 231950"/>
                    <a:gd name="csY11" fmla="*/ 12369 h 232015"/>
                    <a:gd name="csX12" fmla="*/ 111108 w 231950"/>
                    <a:gd name="csY12" fmla="*/ 12369 h 232015"/>
                    <a:gd name="csX13" fmla="*/ 99392 w 231950"/>
                    <a:gd name="csY13" fmla="*/ 13512 h 232015"/>
                    <a:gd name="csX14" fmla="*/ 45195 w 231950"/>
                    <a:gd name="csY14" fmla="*/ 40182 h 232015"/>
                    <a:gd name="csX15" fmla="*/ 43576 w 231950"/>
                    <a:gd name="csY15" fmla="*/ 41802 h 232015"/>
                    <a:gd name="csX16" fmla="*/ 12334 w 231950"/>
                    <a:gd name="csY16" fmla="*/ 114763 h 232015"/>
                    <a:gd name="csX17" fmla="*/ 12334 w 231950"/>
                    <a:gd name="csY17" fmla="*/ 116954 h 232015"/>
                    <a:gd name="csX18" fmla="*/ 99392 w 231950"/>
                    <a:gd name="csY18" fmla="*/ 218109 h 232015"/>
                    <a:gd name="csX19" fmla="*/ 111108 w 231950"/>
                    <a:gd name="csY19" fmla="*/ 219348 h 232015"/>
                    <a:gd name="csX20" fmla="*/ 120633 w 231950"/>
                    <a:gd name="csY20" fmla="*/ 219348 h 232015"/>
                    <a:gd name="csX21" fmla="*/ 132349 w 231950"/>
                    <a:gd name="csY21" fmla="*/ 218109 h 232015"/>
                    <a:gd name="csX22" fmla="*/ 132349 w 231950"/>
                    <a:gd name="csY22" fmla="*/ 218109 h 232015"/>
                    <a:gd name="csX23" fmla="*/ 219407 w 231950"/>
                    <a:gd name="csY23" fmla="*/ 116954 h 232015"/>
                    <a:gd name="csX24" fmla="*/ 219407 w 231950"/>
                    <a:gd name="csY24" fmla="*/ 114668 h 232015"/>
                    <a:gd name="csX25" fmla="*/ 190356 w 231950"/>
                    <a:gd name="csY25" fmla="*/ 43992 h 232015"/>
                    <a:gd name="csX26" fmla="*/ 188737 w 231950"/>
                    <a:gd name="csY26" fmla="*/ 42373 h 232015"/>
                    <a:gd name="csX27" fmla="*/ 132349 w 231950"/>
                    <a:gd name="csY27" fmla="*/ 13798 h 232015"/>
                    <a:gd name="csX28" fmla="*/ 120633 w 231950"/>
                    <a:gd name="csY28" fmla="*/ 12655 h 2320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231950" h="232015">
                      <a:moveTo>
                        <a:pt x="115966" y="232016"/>
                      </a:moveTo>
                      <a:cubicBezTo>
                        <a:pt x="51893" y="231989"/>
                        <a:pt x="-27" y="180026"/>
                        <a:pt x="0" y="115953"/>
                      </a:cubicBezTo>
                      <a:cubicBezTo>
                        <a:pt x="13" y="85213"/>
                        <a:pt x="12225" y="55734"/>
                        <a:pt x="33955" y="33991"/>
                      </a:cubicBezTo>
                      <a:lnTo>
                        <a:pt x="34908" y="33134"/>
                      </a:lnTo>
                      <a:lnTo>
                        <a:pt x="36718" y="31324"/>
                      </a:lnTo>
                      <a:cubicBezTo>
                        <a:pt x="82266" y="-11348"/>
                        <a:pt x="153424" y="-10295"/>
                        <a:pt x="197690" y="33706"/>
                      </a:cubicBezTo>
                      <a:lnTo>
                        <a:pt x="197690" y="33706"/>
                      </a:lnTo>
                      <a:lnTo>
                        <a:pt x="199214" y="35229"/>
                      </a:lnTo>
                      <a:lnTo>
                        <a:pt x="199214" y="35229"/>
                      </a:lnTo>
                      <a:cubicBezTo>
                        <a:pt x="243823" y="81222"/>
                        <a:pt x="242701" y="154670"/>
                        <a:pt x="196708" y="199279"/>
                      </a:cubicBezTo>
                      <a:cubicBezTo>
                        <a:pt x="175069" y="220267"/>
                        <a:pt x="146111" y="232008"/>
                        <a:pt x="115966" y="232016"/>
                      </a:cubicBezTo>
                      <a:close/>
                      <a:moveTo>
                        <a:pt x="115966" y="12369"/>
                      </a:moveTo>
                      <a:lnTo>
                        <a:pt x="111108" y="12369"/>
                      </a:lnTo>
                      <a:cubicBezTo>
                        <a:pt x="107183" y="12514"/>
                        <a:pt x="103271" y="12896"/>
                        <a:pt x="99392" y="13512"/>
                      </a:cubicBezTo>
                      <a:cubicBezTo>
                        <a:pt x="79076" y="16812"/>
                        <a:pt x="60205" y="26098"/>
                        <a:pt x="45195" y="40182"/>
                      </a:cubicBezTo>
                      <a:lnTo>
                        <a:pt x="43576" y="41802"/>
                      </a:lnTo>
                      <a:cubicBezTo>
                        <a:pt x="23812" y="60958"/>
                        <a:pt x="12558" y="87240"/>
                        <a:pt x="12334" y="114763"/>
                      </a:cubicBezTo>
                      <a:lnTo>
                        <a:pt x="12334" y="116954"/>
                      </a:lnTo>
                      <a:cubicBezTo>
                        <a:pt x="12773" y="167402"/>
                        <a:pt x="49572" y="210160"/>
                        <a:pt x="99392" y="218109"/>
                      </a:cubicBezTo>
                      <a:cubicBezTo>
                        <a:pt x="103269" y="218757"/>
                        <a:pt x="107181" y="219171"/>
                        <a:pt x="111108" y="219348"/>
                      </a:cubicBezTo>
                      <a:cubicBezTo>
                        <a:pt x="114280" y="219531"/>
                        <a:pt x="117461" y="219531"/>
                        <a:pt x="120633" y="219348"/>
                      </a:cubicBezTo>
                      <a:cubicBezTo>
                        <a:pt x="124560" y="219171"/>
                        <a:pt x="128472" y="218757"/>
                        <a:pt x="132349" y="218109"/>
                      </a:cubicBezTo>
                      <a:lnTo>
                        <a:pt x="132349" y="218109"/>
                      </a:lnTo>
                      <a:cubicBezTo>
                        <a:pt x="182169" y="210160"/>
                        <a:pt x="218968" y="167402"/>
                        <a:pt x="219407" y="116954"/>
                      </a:cubicBezTo>
                      <a:lnTo>
                        <a:pt x="219407" y="114668"/>
                      </a:lnTo>
                      <a:cubicBezTo>
                        <a:pt x="219157" y="88253"/>
                        <a:pt x="208755" y="62947"/>
                        <a:pt x="190356" y="43992"/>
                      </a:cubicBezTo>
                      <a:lnTo>
                        <a:pt x="188737" y="42373"/>
                      </a:lnTo>
                      <a:cubicBezTo>
                        <a:pt x="173433" y="27128"/>
                        <a:pt x="153692" y="17125"/>
                        <a:pt x="132349" y="13798"/>
                      </a:cubicBezTo>
                      <a:cubicBezTo>
                        <a:pt x="128470" y="13181"/>
                        <a:pt x="124558" y="12800"/>
                        <a:pt x="120633" y="12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A2213762-BCA5-63EA-9852-93C107D66F4B}"/>
                    </a:ext>
                  </a:extLst>
                </p:cNvPr>
                <p:cNvSpPr/>
                <p:nvPr/>
              </p:nvSpPr>
              <p:spPr>
                <a:xfrm>
                  <a:off x="4490942" y="3773138"/>
                  <a:ext cx="164591" cy="41624"/>
                </a:xfrm>
                <a:custGeom>
                  <a:avLst/>
                  <a:gdLst>
                    <a:gd name="csX0" fmla="*/ 162877 w 164591"/>
                    <a:gd name="csY0" fmla="*/ 6001 h 41624"/>
                    <a:gd name="csX1" fmla="*/ 161353 w 164591"/>
                    <a:gd name="csY1" fmla="*/ 4477 h 41624"/>
                    <a:gd name="csX2" fmla="*/ 161353 w 164591"/>
                    <a:gd name="csY2" fmla="*/ 4477 h 41624"/>
                    <a:gd name="csX3" fmla="*/ 159544 w 164591"/>
                    <a:gd name="csY3" fmla="*/ 2667 h 41624"/>
                    <a:gd name="csX4" fmla="*/ 157829 w 164591"/>
                    <a:gd name="csY4" fmla="*/ 4477 h 41624"/>
                    <a:gd name="csX5" fmla="*/ 156115 w 164591"/>
                    <a:gd name="csY5" fmla="*/ 6096 h 41624"/>
                    <a:gd name="csX6" fmla="*/ 135826 w 164591"/>
                    <a:gd name="csY6" fmla="*/ 20955 h 41624"/>
                    <a:gd name="csX7" fmla="*/ 133826 w 164591"/>
                    <a:gd name="csY7" fmla="*/ 22098 h 41624"/>
                    <a:gd name="csX8" fmla="*/ 101727 w 164591"/>
                    <a:gd name="csY8" fmla="*/ 33147 h 41624"/>
                    <a:gd name="csX9" fmla="*/ 99441 w 164591"/>
                    <a:gd name="csY9" fmla="*/ 33147 h 41624"/>
                    <a:gd name="csX10" fmla="*/ 83629 w 164591"/>
                    <a:gd name="csY10" fmla="*/ 34385 h 41624"/>
                    <a:gd name="csX11" fmla="*/ 63436 w 164591"/>
                    <a:gd name="csY11" fmla="*/ 32385 h 41624"/>
                    <a:gd name="csX12" fmla="*/ 61150 w 164591"/>
                    <a:gd name="csY12" fmla="*/ 31909 h 41624"/>
                    <a:gd name="csX13" fmla="*/ 29813 w 164591"/>
                    <a:gd name="csY13" fmla="*/ 19621 h 41624"/>
                    <a:gd name="csX14" fmla="*/ 27908 w 164591"/>
                    <a:gd name="csY14" fmla="*/ 18479 h 41624"/>
                    <a:gd name="csX15" fmla="*/ 8858 w 164591"/>
                    <a:gd name="csY15" fmla="*/ 3524 h 41624"/>
                    <a:gd name="csX16" fmla="*/ 7239 w 164591"/>
                    <a:gd name="csY16" fmla="*/ 1810 h 41624"/>
                    <a:gd name="csX17" fmla="*/ 5525 w 164591"/>
                    <a:gd name="csY17" fmla="*/ 0 h 41624"/>
                    <a:gd name="csX18" fmla="*/ 3619 w 164591"/>
                    <a:gd name="csY18" fmla="*/ 1714 h 41624"/>
                    <a:gd name="csX19" fmla="*/ 1905 w 164591"/>
                    <a:gd name="csY19" fmla="*/ 3429 h 41624"/>
                    <a:gd name="csX20" fmla="*/ 0 w 164591"/>
                    <a:gd name="csY20" fmla="*/ 5239 h 41624"/>
                    <a:gd name="csX21" fmla="*/ 1810 w 164591"/>
                    <a:gd name="csY21" fmla="*/ 7048 h 41624"/>
                    <a:gd name="csX22" fmla="*/ 3334 w 164591"/>
                    <a:gd name="csY22" fmla="*/ 8572 h 41624"/>
                    <a:gd name="csX23" fmla="*/ 3334 w 164591"/>
                    <a:gd name="csY23" fmla="*/ 8572 h 41624"/>
                    <a:gd name="csX24" fmla="*/ 23908 w 164591"/>
                    <a:gd name="csY24" fmla="*/ 24860 h 41624"/>
                    <a:gd name="csX25" fmla="*/ 26003 w 164591"/>
                    <a:gd name="csY25" fmla="*/ 26098 h 41624"/>
                    <a:gd name="csX26" fmla="*/ 59531 w 164591"/>
                    <a:gd name="csY26" fmla="*/ 39148 h 41624"/>
                    <a:gd name="csX27" fmla="*/ 61913 w 164591"/>
                    <a:gd name="csY27" fmla="*/ 39624 h 41624"/>
                    <a:gd name="csX28" fmla="*/ 83344 w 164591"/>
                    <a:gd name="csY28" fmla="*/ 41624 h 41624"/>
                    <a:gd name="csX29" fmla="*/ 100203 w 164591"/>
                    <a:gd name="csY29" fmla="*/ 40386 h 41624"/>
                    <a:gd name="csX30" fmla="*/ 102489 w 164591"/>
                    <a:gd name="csY30" fmla="*/ 40386 h 41624"/>
                    <a:gd name="csX31" fmla="*/ 136874 w 164591"/>
                    <a:gd name="csY31" fmla="*/ 28670 h 41624"/>
                    <a:gd name="csX32" fmla="*/ 138970 w 164591"/>
                    <a:gd name="csY32" fmla="*/ 27527 h 41624"/>
                    <a:gd name="csX33" fmla="*/ 160972 w 164591"/>
                    <a:gd name="csY33" fmla="*/ 11334 h 41624"/>
                    <a:gd name="csX34" fmla="*/ 162782 w 164591"/>
                    <a:gd name="csY34" fmla="*/ 9620 h 41624"/>
                    <a:gd name="csX35" fmla="*/ 164592 w 164591"/>
                    <a:gd name="csY35" fmla="*/ 7906 h 41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164591" h="41624">
                      <a:moveTo>
                        <a:pt x="162877" y="6001"/>
                      </a:moveTo>
                      <a:lnTo>
                        <a:pt x="161353" y="4477"/>
                      </a:lnTo>
                      <a:lnTo>
                        <a:pt x="161353" y="4477"/>
                      </a:lnTo>
                      <a:lnTo>
                        <a:pt x="159544" y="2667"/>
                      </a:lnTo>
                      <a:lnTo>
                        <a:pt x="157829" y="4477"/>
                      </a:lnTo>
                      <a:lnTo>
                        <a:pt x="156115" y="6096"/>
                      </a:lnTo>
                      <a:cubicBezTo>
                        <a:pt x="149961" y="11831"/>
                        <a:pt x="143151" y="16818"/>
                        <a:pt x="135826" y="20955"/>
                      </a:cubicBezTo>
                      <a:lnTo>
                        <a:pt x="133826" y="22098"/>
                      </a:lnTo>
                      <a:cubicBezTo>
                        <a:pt x="123798" y="27502"/>
                        <a:pt x="112956" y="31234"/>
                        <a:pt x="101727" y="33147"/>
                      </a:cubicBezTo>
                      <a:lnTo>
                        <a:pt x="99441" y="33147"/>
                      </a:lnTo>
                      <a:cubicBezTo>
                        <a:pt x="94208" y="33945"/>
                        <a:pt x="88923" y="34359"/>
                        <a:pt x="83629" y="34385"/>
                      </a:cubicBezTo>
                      <a:cubicBezTo>
                        <a:pt x="76849" y="34390"/>
                        <a:pt x="70084" y="33720"/>
                        <a:pt x="63436" y="32385"/>
                      </a:cubicBezTo>
                      <a:lnTo>
                        <a:pt x="61150" y="31909"/>
                      </a:lnTo>
                      <a:cubicBezTo>
                        <a:pt x="50111" y="29529"/>
                        <a:pt x="39529" y="25380"/>
                        <a:pt x="29813" y="19621"/>
                      </a:cubicBezTo>
                      <a:lnTo>
                        <a:pt x="27908" y="18479"/>
                      </a:lnTo>
                      <a:cubicBezTo>
                        <a:pt x="21032" y="14203"/>
                        <a:pt x="14644" y="9189"/>
                        <a:pt x="8858" y="3524"/>
                      </a:cubicBezTo>
                      <a:lnTo>
                        <a:pt x="7239" y="1810"/>
                      </a:lnTo>
                      <a:lnTo>
                        <a:pt x="5525" y="0"/>
                      </a:lnTo>
                      <a:lnTo>
                        <a:pt x="3619" y="1714"/>
                      </a:lnTo>
                      <a:lnTo>
                        <a:pt x="1905" y="3429"/>
                      </a:lnTo>
                      <a:lnTo>
                        <a:pt x="0" y="5239"/>
                      </a:lnTo>
                      <a:lnTo>
                        <a:pt x="1810" y="7048"/>
                      </a:lnTo>
                      <a:lnTo>
                        <a:pt x="3334" y="8572"/>
                      </a:lnTo>
                      <a:lnTo>
                        <a:pt x="3334" y="8572"/>
                      </a:lnTo>
                      <a:cubicBezTo>
                        <a:pt x="9530" y="14788"/>
                        <a:pt x="16436" y="20255"/>
                        <a:pt x="23908" y="24860"/>
                      </a:cubicBezTo>
                      <a:lnTo>
                        <a:pt x="26003" y="26098"/>
                      </a:lnTo>
                      <a:cubicBezTo>
                        <a:pt x="36388" y="32257"/>
                        <a:pt x="47715" y="36665"/>
                        <a:pt x="59531" y="39148"/>
                      </a:cubicBezTo>
                      <a:lnTo>
                        <a:pt x="61913" y="39624"/>
                      </a:lnTo>
                      <a:cubicBezTo>
                        <a:pt x="68978" y="40959"/>
                        <a:pt x="76153" y="41629"/>
                        <a:pt x="83344" y="41624"/>
                      </a:cubicBezTo>
                      <a:cubicBezTo>
                        <a:pt x="88987" y="41645"/>
                        <a:pt x="94623" y="41231"/>
                        <a:pt x="100203" y="40386"/>
                      </a:cubicBezTo>
                      <a:lnTo>
                        <a:pt x="102489" y="40386"/>
                      </a:lnTo>
                      <a:cubicBezTo>
                        <a:pt x="114522" y="38418"/>
                        <a:pt x="126143" y="34459"/>
                        <a:pt x="136874" y="28670"/>
                      </a:cubicBezTo>
                      <a:lnTo>
                        <a:pt x="138970" y="27527"/>
                      </a:lnTo>
                      <a:cubicBezTo>
                        <a:pt x="146925" y="23029"/>
                        <a:pt x="154312" y="17592"/>
                        <a:pt x="160972" y="11334"/>
                      </a:cubicBezTo>
                      <a:lnTo>
                        <a:pt x="162782" y="9620"/>
                      </a:lnTo>
                      <a:lnTo>
                        <a:pt x="164592" y="79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4E4C759B-F1D7-E5B5-7C90-1C63B6F6C6ED}"/>
                    </a:ext>
                  </a:extLst>
                </p:cNvPr>
                <p:cNvSpPr/>
                <p:nvPr/>
              </p:nvSpPr>
              <p:spPr>
                <a:xfrm>
                  <a:off x="4491037" y="3901058"/>
                  <a:ext cx="164591" cy="41624"/>
                </a:xfrm>
                <a:custGeom>
                  <a:avLst/>
                  <a:gdLst>
                    <a:gd name="csX0" fmla="*/ 162687 w 164591"/>
                    <a:gd name="csY0" fmla="*/ 32004 h 41624"/>
                    <a:gd name="csX1" fmla="*/ 160972 w 164591"/>
                    <a:gd name="csY1" fmla="*/ 30385 h 41624"/>
                    <a:gd name="csX2" fmla="*/ 138874 w 164591"/>
                    <a:gd name="csY2" fmla="*/ 14097 h 41624"/>
                    <a:gd name="csX3" fmla="*/ 136779 w 164591"/>
                    <a:gd name="csY3" fmla="*/ 12954 h 41624"/>
                    <a:gd name="csX4" fmla="*/ 102489 w 164591"/>
                    <a:gd name="csY4" fmla="*/ 1238 h 41624"/>
                    <a:gd name="csX5" fmla="*/ 100108 w 164591"/>
                    <a:gd name="csY5" fmla="*/ 1238 h 41624"/>
                    <a:gd name="csX6" fmla="*/ 83248 w 164591"/>
                    <a:gd name="csY6" fmla="*/ 0 h 41624"/>
                    <a:gd name="csX7" fmla="*/ 61817 w 164591"/>
                    <a:gd name="csY7" fmla="*/ 2096 h 41624"/>
                    <a:gd name="csX8" fmla="*/ 59436 w 164591"/>
                    <a:gd name="csY8" fmla="*/ 2572 h 41624"/>
                    <a:gd name="csX9" fmla="*/ 25908 w 164591"/>
                    <a:gd name="csY9" fmla="*/ 15526 h 41624"/>
                    <a:gd name="csX10" fmla="*/ 23813 w 164591"/>
                    <a:gd name="csY10" fmla="*/ 16764 h 41624"/>
                    <a:gd name="csX11" fmla="*/ 3238 w 164591"/>
                    <a:gd name="csY11" fmla="*/ 33052 h 41624"/>
                    <a:gd name="csX12" fmla="*/ 3238 w 164591"/>
                    <a:gd name="csY12" fmla="*/ 33052 h 41624"/>
                    <a:gd name="csX13" fmla="*/ 1810 w 164591"/>
                    <a:gd name="csY13" fmla="*/ 34480 h 41624"/>
                    <a:gd name="csX14" fmla="*/ 0 w 164591"/>
                    <a:gd name="csY14" fmla="*/ 36386 h 41624"/>
                    <a:gd name="csX15" fmla="*/ 1905 w 164591"/>
                    <a:gd name="csY15" fmla="*/ 38195 h 41624"/>
                    <a:gd name="csX16" fmla="*/ 3620 w 164591"/>
                    <a:gd name="csY16" fmla="*/ 39814 h 41624"/>
                    <a:gd name="csX17" fmla="*/ 5525 w 164591"/>
                    <a:gd name="csY17" fmla="*/ 41624 h 41624"/>
                    <a:gd name="csX18" fmla="*/ 7239 w 164591"/>
                    <a:gd name="csY18" fmla="*/ 39719 h 41624"/>
                    <a:gd name="csX19" fmla="*/ 8858 w 164591"/>
                    <a:gd name="csY19" fmla="*/ 38100 h 41624"/>
                    <a:gd name="csX20" fmla="*/ 27908 w 164591"/>
                    <a:gd name="csY20" fmla="*/ 23146 h 41624"/>
                    <a:gd name="csX21" fmla="*/ 29813 w 164591"/>
                    <a:gd name="csY21" fmla="*/ 21907 h 41624"/>
                    <a:gd name="csX22" fmla="*/ 61150 w 164591"/>
                    <a:gd name="csY22" fmla="*/ 9620 h 41624"/>
                    <a:gd name="csX23" fmla="*/ 63437 w 164591"/>
                    <a:gd name="csY23" fmla="*/ 9144 h 41624"/>
                    <a:gd name="csX24" fmla="*/ 83629 w 164591"/>
                    <a:gd name="csY24" fmla="*/ 7239 h 41624"/>
                    <a:gd name="csX25" fmla="*/ 99441 w 164591"/>
                    <a:gd name="csY25" fmla="*/ 8382 h 41624"/>
                    <a:gd name="csX26" fmla="*/ 101727 w 164591"/>
                    <a:gd name="csY26" fmla="*/ 8382 h 41624"/>
                    <a:gd name="csX27" fmla="*/ 133826 w 164591"/>
                    <a:gd name="csY27" fmla="*/ 19526 h 41624"/>
                    <a:gd name="csX28" fmla="*/ 135826 w 164591"/>
                    <a:gd name="csY28" fmla="*/ 20574 h 41624"/>
                    <a:gd name="csX29" fmla="*/ 156115 w 164591"/>
                    <a:gd name="csY29" fmla="*/ 35528 h 41624"/>
                    <a:gd name="csX30" fmla="*/ 157829 w 164591"/>
                    <a:gd name="csY30" fmla="*/ 37147 h 41624"/>
                    <a:gd name="csX31" fmla="*/ 159544 w 164591"/>
                    <a:gd name="csY31" fmla="*/ 38862 h 41624"/>
                    <a:gd name="csX32" fmla="*/ 161354 w 164591"/>
                    <a:gd name="csY32" fmla="*/ 37147 h 41624"/>
                    <a:gd name="csX33" fmla="*/ 161354 w 164591"/>
                    <a:gd name="csY33" fmla="*/ 37147 h 41624"/>
                    <a:gd name="csX34" fmla="*/ 162878 w 164591"/>
                    <a:gd name="csY34" fmla="*/ 35623 h 41624"/>
                    <a:gd name="csX35" fmla="*/ 164592 w 164591"/>
                    <a:gd name="csY35" fmla="*/ 33814 h 41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164591" h="41624">
                      <a:moveTo>
                        <a:pt x="162687" y="32004"/>
                      </a:moveTo>
                      <a:lnTo>
                        <a:pt x="160972" y="30385"/>
                      </a:lnTo>
                      <a:cubicBezTo>
                        <a:pt x="154265" y="24115"/>
                        <a:pt x="146849" y="18648"/>
                        <a:pt x="138874" y="14097"/>
                      </a:cubicBezTo>
                      <a:lnTo>
                        <a:pt x="136779" y="12954"/>
                      </a:lnTo>
                      <a:cubicBezTo>
                        <a:pt x="126057" y="7221"/>
                        <a:pt x="114477" y="3265"/>
                        <a:pt x="102489" y="1238"/>
                      </a:cubicBezTo>
                      <a:lnTo>
                        <a:pt x="100108" y="1238"/>
                      </a:lnTo>
                      <a:cubicBezTo>
                        <a:pt x="94523" y="440"/>
                        <a:pt x="88890" y="26"/>
                        <a:pt x="83248" y="0"/>
                      </a:cubicBezTo>
                      <a:cubicBezTo>
                        <a:pt x="76055" y="32"/>
                        <a:pt x="68880" y="734"/>
                        <a:pt x="61817" y="2096"/>
                      </a:cubicBezTo>
                      <a:lnTo>
                        <a:pt x="59436" y="2572"/>
                      </a:lnTo>
                      <a:cubicBezTo>
                        <a:pt x="47638" y="5063"/>
                        <a:pt x="36317" y="9437"/>
                        <a:pt x="25908" y="15526"/>
                      </a:cubicBezTo>
                      <a:lnTo>
                        <a:pt x="23813" y="16764"/>
                      </a:lnTo>
                      <a:cubicBezTo>
                        <a:pt x="16363" y="21400"/>
                        <a:pt x="9461" y="26864"/>
                        <a:pt x="3238" y="33052"/>
                      </a:cubicBezTo>
                      <a:lnTo>
                        <a:pt x="3238" y="33052"/>
                      </a:lnTo>
                      <a:lnTo>
                        <a:pt x="1810" y="34480"/>
                      </a:lnTo>
                      <a:lnTo>
                        <a:pt x="0" y="36386"/>
                      </a:lnTo>
                      <a:lnTo>
                        <a:pt x="1905" y="38195"/>
                      </a:lnTo>
                      <a:lnTo>
                        <a:pt x="3620" y="39814"/>
                      </a:lnTo>
                      <a:lnTo>
                        <a:pt x="5525" y="41624"/>
                      </a:lnTo>
                      <a:lnTo>
                        <a:pt x="7239" y="39719"/>
                      </a:lnTo>
                      <a:lnTo>
                        <a:pt x="8858" y="38100"/>
                      </a:lnTo>
                      <a:cubicBezTo>
                        <a:pt x="14594" y="32379"/>
                        <a:pt x="20989" y="27359"/>
                        <a:pt x="27908" y="23146"/>
                      </a:cubicBezTo>
                      <a:lnTo>
                        <a:pt x="29813" y="21907"/>
                      </a:lnTo>
                      <a:cubicBezTo>
                        <a:pt x="39544" y="16182"/>
                        <a:pt x="50121" y="12035"/>
                        <a:pt x="61150" y="9620"/>
                      </a:cubicBezTo>
                      <a:lnTo>
                        <a:pt x="63437" y="9144"/>
                      </a:lnTo>
                      <a:cubicBezTo>
                        <a:pt x="70094" y="7888"/>
                        <a:pt x="76854" y="7250"/>
                        <a:pt x="83629" y="7239"/>
                      </a:cubicBezTo>
                      <a:cubicBezTo>
                        <a:pt x="88921" y="7233"/>
                        <a:pt x="94205" y="7616"/>
                        <a:pt x="99441" y="8382"/>
                      </a:cubicBezTo>
                      <a:lnTo>
                        <a:pt x="101727" y="8382"/>
                      </a:lnTo>
                      <a:cubicBezTo>
                        <a:pt x="112962" y="10326"/>
                        <a:pt x="123804" y="14090"/>
                        <a:pt x="133826" y="19526"/>
                      </a:cubicBezTo>
                      <a:lnTo>
                        <a:pt x="135826" y="20574"/>
                      </a:lnTo>
                      <a:cubicBezTo>
                        <a:pt x="143153" y="24744"/>
                        <a:pt x="149963" y="29764"/>
                        <a:pt x="156115" y="35528"/>
                      </a:cubicBezTo>
                      <a:lnTo>
                        <a:pt x="157829" y="37147"/>
                      </a:lnTo>
                      <a:lnTo>
                        <a:pt x="159544" y="38862"/>
                      </a:lnTo>
                      <a:lnTo>
                        <a:pt x="161354" y="37147"/>
                      </a:lnTo>
                      <a:lnTo>
                        <a:pt x="161354" y="37147"/>
                      </a:lnTo>
                      <a:lnTo>
                        <a:pt x="162878" y="35623"/>
                      </a:lnTo>
                      <a:lnTo>
                        <a:pt x="164592" y="338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28547BD8-BCE3-F6A3-BB24-0FF144A4FF52}"/>
                    </a:ext>
                  </a:extLst>
                </p:cNvPr>
                <p:cNvSpPr/>
                <p:nvPr/>
              </p:nvSpPr>
              <p:spPr>
                <a:xfrm>
                  <a:off x="4513229" y="3744372"/>
                  <a:ext cx="117540" cy="227076"/>
                </a:xfrm>
                <a:custGeom>
                  <a:avLst/>
                  <a:gdLst>
                    <a:gd name="csX0" fmla="*/ 100776 w 117540"/>
                    <a:gd name="csY0" fmla="*/ 34004 h 227076"/>
                    <a:gd name="csX1" fmla="*/ 58770 w 117540"/>
                    <a:gd name="csY1" fmla="*/ 0 h 227076"/>
                    <a:gd name="csX2" fmla="*/ 16765 w 117540"/>
                    <a:gd name="csY2" fmla="*/ 34004 h 227076"/>
                    <a:gd name="csX3" fmla="*/ 16765 w 117540"/>
                    <a:gd name="csY3" fmla="*/ 193167 h 227076"/>
                    <a:gd name="csX4" fmla="*/ 58770 w 117540"/>
                    <a:gd name="csY4" fmla="*/ 227076 h 227076"/>
                    <a:gd name="csX5" fmla="*/ 100776 w 117540"/>
                    <a:gd name="csY5" fmla="*/ 193167 h 227076"/>
                    <a:gd name="csX6" fmla="*/ 100776 w 117540"/>
                    <a:gd name="csY6" fmla="*/ 34005 h 227076"/>
                    <a:gd name="csX7" fmla="*/ 58770 w 117540"/>
                    <a:gd name="csY7" fmla="*/ 219647 h 227076"/>
                    <a:gd name="csX8" fmla="*/ 22004 w 117540"/>
                    <a:gd name="csY8" fmla="*/ 189071 h 227076"/>
                    <a:gd name="csX9" fmla="*/ 22004 w 117540"/>
                    <a:gd name="csY9" fmla="*/ 38100 h 227076"/>
                    <a:gd name="csX10" fmla="*/ 58770 w 117540"/>
                    <a:gd name="csY10" fmla="*/ 7525 h 227076"/>
                    <a:gd name="csX11" fmla="*/ 95537 w 117540"/>
                    <a:gd name="csY11" fmla="*/ 38100 h 227076"/>
                    <a:gd name="csX12" fmla="*/ 95537 w 117540"/>
                    <a:gd name="csY12" fmla="*/ 189071 h 227076"/>
                    <a:gd name="csX13" fmla="*/ 58770 w 117540"/>
                    <a:gd name="csY13" fmla="*/ 219647 h 227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17540" h="227076">
                      <a:moveTo>
                        <a:pt x="100776" y="34004"/>
                      </a:moveTo>
                      <a:cubicBezTo>
                        <a:pt x="89727" y="12097"/>
                        <a:pt x="74772" y="0"/>
                        <a:pt x="58770" y="0"/>
                      </a:cubicBezTo>
                      <a:cubicBezTo>
                        <a:pt x="42768" y="0"/>
                        <a:pt x="27814" y="12097"/>
                        <a:pt x="16765" y="34004"/>
                      </a:cubicBezTo>
                      <a:cubicBezTo>
                        <a:pt x="-5588" y="84704"/>
                        <a:pt x="-5588" y="142467"/>
                        <a:pt x="16765" y="193167"/>
                      </a:cubicBezTo>
                      <a:cubicBezTo>
                        <a:pt x="27814" y="215075"/>
                        <a:pt x="42768" y="227076"/>
                        <a:pt x="58770" y="227076"/>
                      </a:cubicBezTo>
                      <a:cubicBezTo>
                        <a:pt x="74772" y="227076"/>
                        <a:pt x="89727" y="215075"/>
                        <a:pt x="100776" y="193167"/>
                      </a:cubicBezTo>
                      <a:cubicBezTo>
                        <a:pt x="123129" y="142467"/>
                        <a:pt x="123129" y="84704"/>
                        <a:pt x="100776" y="34005"/>
                      </a:cubicBezTo>
                      <a:close/>
                      <a:moveTo>
                        <a:pt x="58770" y="219647"/>
                      </a:moveTo>
                      <a:cubicBezTo>
                        <a:pt x="44959" y="219647"/>
                        <a:pt x="31910" y="208788"/>
                        <a:pt x="22004" y="189071"/>
                      </a:cubicBezTo>
                      <a:cubicBezTo>
                        <a:pt x="1052" y="140928"/>
                        <a:pt x="1052" y="86243"/>
                        <a:pt x="22004" y="38100"/>
                      </a:cubicBezTo>
                      <a:cubicBezTo>
                        <a:pt x="31529" y="18383"/>
                        <a:pt x="44959" y="7525"/>
                        <a:pt x="58770" y="7525"/>
                      </a:cubicBezTo>
                      <a:cubicBezTo>
                        <a:pt x="72582" y="7525"/>
                        <a:pt x="85631" y="18383"/>
                        <a:pt x="95537" y="38100"/>
                      </a:cubicBezTo>
                      <a:cubicBezTo>
                        <a:pt x="116488" y="86243"/>
                        <a:pt x="116488" y="140928"/>
                        <a:pt x="95537" y="189071"/>
                      </a:cubicBezTo>
                      <a:cubicBezTo>
                        <a:pt x="85631" y="208502"/>
                        <a:pt x="72582" y="219647"/>
                        <a:pt x="58770" y="2196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74282B3A-1A92-4577-2E64-49C8A83B86C6}"/>
                    </a:ext>
                  </a:extLst>
                </p:cNvPr>
                <p:cNvSpPr/>
                <p:nvPr/>
              </p:nvSpPr>
              <p:spPr>
                <a:xfrm>
                  <a:off x="4458703" y="3854100"/>
                  <a:ext cx="226593" cy="8096"/>
                </a:xfrm>
                <a:custGeom>
                  <a:avLst/>
                  <a:gdLst>
                    <a:gd name="csX0" fmla="*/ 223120 w 226593"/>
                    <a:gd name="csY0" fmla="*/ 0 h 8096"/>
                    <a:gd name="csX1" fmla="*/ 3474 w 226593"/>
                    <a:gd name="csY1" fmla="*/ 0 h 8096"/>
                    <a:gd name="csX2" fmla="*/ 48 w 226593"/>
                    <a:gd name="csY2" fmla="*/ 4671 h 8096"/>
                    <a:gd name="csX3" fmla="*/ 3474 w 226593"/>
                    <a:gd name="csY3" fmla="*/ 8096 h 8096"/>
                    <a:gd name="csX4" fmla="*/ 223120 w 226593"/>
                    <a:gd name="csY4" fmla="*/ 8096 h 8096"/>
                    <a:gd name="csX5" fmla="*/ 226545 w 226593"/>
                    <a:gd name="csY5" fmla="*/ 3425 h 8096"/>
                    <a:gd name="csX6" fmla="*/ 223120 w 226593"/>
                    <a:gd name="csY6" fmla="*/ 0 h 80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26593" h="8096">
                      <a:moveTo>
                        <a:pt x="223120" y="0"/>
                      </a:moveTo>
                      <a:lnTo>
                        <a:pt x="3474" y="0"/>
                      </a:lnTo>
                      <a:cubicBezTo>
                        <a:pt x="1238" y="344"/>
                        <a:pt x="-296" y="2435"/>
                        <a:pt x="48" y="4671"/>
                      </a:cubicBezTo>
                      <a:cubicBezTo>
                        <a:pt x="320" y="6438"/>
                        <a:pt x="1707" y="7825"/>
                        <a:pt x="3474" y="8096"/>
                      </a:cubicBezTo>
                      <a:lnTo>
                        <a:pt x="223120" y="8096"/>
                      </a:lnTo>
                      <a:cubicBezTo>
                        <a:pt x="225356" y="7752"/>
                        <a:pt x="226889" y="5661"/>
                        <a:pt x="226545" y="3425"/>
                      </a:cubicBezTo>
                      <a:cubicBezTo>
                        <a:pt x="226274" y="1658"/>
                        <a:pt x="224887" y="272"/>
                        <a:pt x="2231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278A8A24-BA4C-6225-E30D-A231C6FAB98C}"/>
                    </a:ext>
                  </a:extLst>
                </p:cNvPr>
                <p:cNvSpPr/>
                <p:nvPr/>
              </p:nvSpPr>
              <p:spPr>
                <a:xfrm>
                  <a:off x="4567904" y="3744562"/>
                  <a:ext cx="8000" cy="227077"/>
                </a:xfrm>
                <a:custGeom>
                  <a:avLst/>
                  <a:gdLst>
                    <a:gd name="csX0" fmla="*/ 8001 w 8000"/>
                    <a:gd name="csY0" fmla="*/ 223361 h 227077"/>
                    <a:gd name="csX1" fmla="*/ 8001 w 8000"/>
                    <a:gd name="csY1" fmla="*/ 3715 h 227077"/>
                    <a:gd name="csX2" fmla="*/ 4000 w 8000"/>
                    <a:gd name="csY2" fmla="*/ 0 h 227077"/>
                    <a:gd name="csX3" fmla="*/ 0 w 8000"/>
                    <a:gd name="csY3" fmla="*/ 3715 h 227077"/>
                    <a:gd name="csX4" fmla="*/ 0 w 8000"/>
                    <a:gd name="csY4" fmla="*/ 223361 h 227077"/>
                    <a:gd name="csX5" fmla="*/ 4000 w 8000"/>
                    <a:gd name="csY5" fmla="*/ 227076 h 227077"/>
                    <a:gd name="csX6" fmla="*/ 8001 w 8000"/>
                    <a:gd name="csY6" fmla="*/ 223361 h 2270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8000" h="227077">
                      <a:moveTo>
                        <a:pt x="8001" y="223361"/>
                      </a:moveTo>
                      <a:lnTo>
                        <a:pt x="8001" y="3715"/>
                      </a:lnTo>
                      <a:cubicBezTo>
                        <a:pt x="7851" y="1618"/>
                        <a:pt x="6103" y="-5"/>
                        <a:pt x="4000" y="0"/>
                      </a:cubicBezTo>
                      <a:cubicBezTo>
                        <a:pt x="1898" y="-5"/>
                        <a:pt x="150" y="1618"/>
                        <a:pt x="0" y="3715"/>
                      </a:cubicBezTo>
                      <a:lnTo>
                        <a:pt x="0" y="223361"/>
                      </a:lnTo>
                      <a:cubicBezTo>
                        <a:pt x="150" y="225458"/>
                        <a:pt x="1898" y="227082"/>
                        <a:pt x="4000" y="227076"/>
                      </a:cubicBezTo>
                      <a:cubicBezTo>
                        <a:pt x="6122" y="227131"/>
                        <a:pt x="7898" y="225481"/>
                        <a:pt x="8001" y="2233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0A0113F0-9B6E-951A-D0EC-1BA40C490BEA}"/>
                    </a:ext>
                  </a:extLst>
                </p:cNvPr>
                <p:cNvSpPr/>
                <p:nvPr/>
              </p:nvSpPr>
              <p:spPr>
                <a:xfrm>
                  <a:off x="4542662" y="3537964"/>
                  <a:ext cx="65341" cy="10863"/>
                </a:xfrm>
                <a:custGeom>
                  <a:avLst/>
                  <a:gdLst>
                    <a:gd name="csX0" fmla="*/ 5810 w 65341"/>
                    <a:gd name="csY0" fmla="*/ 1 h 10863"/>
                    <a:gd name="csX1" fmla="*/ 59531 w 65341"/>
                    <a:gd name="csY1" fmla="*/ 1 h 10863"/>
                    <a:gd name="csX2" fmla="*/ 65342 w 65341"/>
                    <a:gd name="csY2" fmla="*/ 5431 h 10863"/>
                    <a:gd name="csX3" fmla="*/ 59538 w 65341"/>
                    <a:gd name="csY3" fmla="*/ 10860 h 10863"/>
                    <a:gd name="csX4" fmla="*/ 59531 w 65341"/>
                    <a:gd name="csY4" fmla="*/ 10860 h 10863"/>
                    <a:gd name="csX5" fmla="*/ 5810 w 65341"/>
                    <a:gd name="csY5" fmla="*/ 10860 h 10863"/>
                    <a:gd name="csX6" fmla="*/ 0 w 65341"/>
                    <a:gd name="csY6" fmla="*/ 5437 h 10863"/>
                    <a:gd name="csX7" fmla="*/ 0 w 65341"/>
                    <a:gd name="csY7" fmla="*/ 5430 h 10863"/>
                    <a:gd name="csX8" fmla="*/ 5810 w 65341"/>
                    <a:gd name="csY8" fmla="*/ 1 h 10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65341" h="10863">
                      <a:moveTo>
                        <a:pt x="5810" y="1"/>
                      </a:moveTo>
                      <a:lnTo>
                        <a:pt x="59531" y="1"/>
                      </a:lnTo>
                      <a:cubicBezTo>
                        <a:pt x="62616" y="-54"/>
                        <a:pt x="65188" y="2349"/>
                        <a:pt x="65342" y="5431"/>
                      </a:cubicBezTo>
                      <a:cubicBezTo>
                        <a:pt x="65238" y="8532"/>
                        <a:pt x="62640" y="10963"/>
                        <a:pt x="59538" y="10860"/>
                      </a:cubicBezTo>
                      <a:cubicBezTo>
                        <a:pt x="59535" y="10860"/>
                        <a:pt x="59533" y="10860"/>
                        <a:pt x="59531" y="10860"/>
                      </a:cubicBezTo>
                      <a:lnTo>
                        <a:pt x="5810" y="10860"/>
                      </a:lnTo>
                      <a:cubicBezTo>
                        <a:pt x="2708" y="10967"/>
                        <a:pt x="107" y="8538"/>
                        <a:pt x="0" y="5437"/>
                      </a:cubicBezTo>
                      <a:cubicBezTo>
                        <a:pt x="0" y="5435"/>
                        <a:pt x="0" y="5432"/>
                        <a:pt x="0" y="5430"/>
                      </a:cubicBezTo>
                      <a:cubicBezTo>
                        <a:pt x="154" y="2349"/>
                        <a:pt x="2726" y="-54"/>
                        <a:pt x="581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CA7B4E68-B889-95AE-38F3-330F3A985814}"/>
                    </a:ext>
                  </a:extLst>
                </p:cNvPr>
                <p:cNvSpPr/>
                <p:nvPr/>
              </p:nvSpPr>
              <p:spPr>
                <a:xfrm>
                  <a:off x="4635150" y="3537965"/>
                  <a:ext cx="10859" cy="10859"/>
                </a:xfrm>
                <a:custGeom>
                  <a:avLst/>
                  <a:gdLst>
                    <a:gd name="csX0" fmla="*/ 5429 w 10859"/>
                    <a:gd name="csY0" fmla="*/ 1 h 10859"/>
                    <a:gd name="csX1" fmla="*/ 10859 w 10859"/>
                    <a:gd name="csY1" fmla="*/ 5238 h 10859"/>
                    <a:gd name="csX2" fmla="*/ 10859 w 10859"/>
                    <a:gd name="csY2" fmla="*/ 5430 h 10859"/>
                    <a:gd name="csX3" fmla="*/ 5429 w 10859"/>
                    <a:gd name="csY3" fmla="*/ 10859 h 10859"/>
                    <a:gd name="csX4" fmla="*/ 0 w 10859"/>
                    <a:gd name="csY4" fmla="*/ 5430 h 10859"/>
                    <a:gd name="csX5" fmla="*/ 5429 w 10859"/>
                    <a:gd name="csY5" fmla="*/ 1 h 108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0859" h="10859">
                      <a:moveTo>
                        <a:pt x="5429" y="1"/>
                      </a:moveTo>
                      <a:cubicBezTo>
                        <a:pt x="8375" y="-52"/>
                        <a:pt x="10805" y="2293"/>
                        <a:pt x="10859" y="5238"/>
                      </a:cubicBezTo>
                      <a:cubicBezTo>
                        <a:pt x="10860" y="5302"/>
                        <a:pt x="10860" y="5366"/>
                        <a:pt x="10859" y="5430"/>
                      </a:cubicBezTo>
                      <a:cubicBezTo>
                        <a:pt x="10859" y="8428"/>
                        <a:pt x="8428" y="10859"/>
                        <a:pt x="5429" y="10859"/>
                      </a:cubicBezTo>
                      <a:cubicBezTo>
                        <a:pt x="2452" y="10808"/>
                        <a:pt x="51" y="8407"/>
                        <a:pt x="0" y="5430"/>
                      </a:cubicBezTo>
                      <a:cubicBezTo>
                        <a:pt x="0" y="2432"/>
                        <a:pt x="2431" y="1"/>
                        <a:pt x="542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06203CDC-45AB-0B87-67EF-5BC6ADA2E1E5}"/>
                    </a:ext>
                  </a:extLst>
                </p:cNvPr>
                <p:cNvSpPr/>
                <p:nvPr/>
              </p:nvSpPr>
              <p:spPr>
                <a:xfrm>
                  <a:off x="4656963" y="3537966"/>
                  <a:ext cx="10858" cy="10858"/>
                </a:xfrm>
                <a:custGeom>
                  <a:avLst/>
                  <a:gdLst>
                    <a:gd name="csX0" fmla="*/ 10858 w 10858"/>
                    <a:gd name="csY0" fmla="*/ 5429 h 10858"/>
                    <a:gd name="csX1" fmla="*/ 5429 w 10858"/>
                    <a:gd name="csY1" fmla="*/ 10859 h 10858"/>
                    <a:gd name="csX2" fmla="*/ 0 w 10858"/>
                    <a:gd name="csY2" fmla="*/ 5429 h 10858"/>
                    <a:gd name="csX3" fmla="*/ 5429 w 10858"/>
                    <a:gd name="csY3" fmla="*/ 0 h 10858"/>
                    <a:gd name="csX4" fmla="*/ 10858 w 10858"/>
                    <a:gd name="csY4" fmla="*/ 5429 h 108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858" h="10858">
                      <a:moveTo>
                        <a:pt x="10858" y="5429"/>
                      </a:moveTo>
                      <a:cubicBezTo>
                        <a:pt x="10858" y="8428"/>
                        <a:pt x="8428" y="10859"/>
                        <a:pt x="5429" y="10859"/>
                      </a:cubicBezTo>
                      <a:cubicBezTo>
                        <a:pt x="2431" y="10859"/>
                        <a:pt x="0" y="8428"/>
                        <a:pt x="0" y="5429"/>
                      </a:cubicBezTo>
                      <a:cubicBezTo>
                        <a:pt x="0" y="2431"/>
                        <a:pt x="2431" y="0"/>
                        <a:pt x="5429" y="0"/>
                      </a:cubicBezTo>
                      <a:cubicBezTo>
                        <a:pt x="8428" y="0"/>
                        <a:pt x="10858" y="2431"/>
                        <a:pt x="10858" y="542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4" name="Freeform: Shape 453">
                  <a:extLst>
                    <a:ext uri="{FF2B5EF4-FFF2-40B4-BE49-F238E27FC236}">
                      <a16:creationId xmlns:a16="http://schemas.microsoft.com/office/drawing/2014/main" id="{14B313E6-E352-6B05-DDF8-57A019DBC18D}"/>
                    </a:ext>
                  </a:extLst>
                </p:cNvPr>
                <p:cNvSpPr/>
                <p:nvPr/>
              </p:nvSpPr>
              <p:spPr>
                <a:xfrm>
                  <a:off x="4482846" y="3537966"/>
                  <a:ext cx="10858" cy="10858"/>
                </a:xfrm>
                <a:custGeom>
                  <a:avLst/>
                  <a:gdLst>
                    <a:gd name="csX0" fmla="*/ 10858 w 10858"/>
                    <a:gd name="csY0" fmla="*/ 5429 h 10858"/>
                    <a:gd name="csX1" fmla="*/ 5429 w 10858"/>
                    <a:gd name="csY1" fmla="*/ 10859 h 10858"/>
                    <a:gd name="csX2" fmla="*/ 0 w 10858"/>
                    <a:gd name="csY2" fmla="*/ 5429 h 10858"/>
                    <a:gd name="csX3" fmla="*/ 5429 w 10858"/>
                    <a:gd name="csY3" fmla="*/ 0 h 10858"/>
                    <a:gd name="csX4" fmla="*/ 10858 w 10858"/>
                    <a:gd name="csY4" fmla="*/ 5429 h 108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858" h="10858">
                      <a:moveTo>
                        <a:pt x="10858" y="5429"/>
                      </a:moveTo>
                      <a:cubicBezTo>
                        <a:pt x="10858" y="8428"/>
                        <a:pt x="8428" y="10859"/>
                        <a:pt x="5429" y="10859"/>
                      </a:cubicBezTo>
                      <a:cubicBezTo>
                        <a:pt x="2431" y="10859"/>
                        <a:pt x="0" y="8428"/>
                        <a:pt x="0" y="5429"/>
                      </a:cubicBezTo>
                      <a:cubicBezTo>
                        <a:pt x="0" y="2431"/>
                        <a:pt x="2431" y="0"/>
                        <a:pt x="5429" y="0"/>
                      </a:cubicBezTo>
                      <a:cubicBezTo>
                        <a:pt x="8428" y="0"/>
                        <a:pt x="10858" y="2431"/>
                        <a:pt x="10858" y="542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2EFC68A3-7068-C32E-D391-7BA63F71F449}"/>
                    </a:ext>
                  </a:extLst>
                </p:cNvPr>
                <p:cNvSpPr/>
                <p:nvPr/>
              </p:nvSpPr>
              <p:spPr>
                <a:xfrm>
                  <a:off x="4504657" y="3537965"/>
                  <a:ext cx="10859" cy="10859"/>
                </a:xfrm>
                <a:custGeom>
                  <a:avLst/>
                  <a:gdLst>
                    <a:gd name="csX0" fmla="*/ 5430 w 10859"/>
                    <a:gd name="csY0" fmla="*/ 1 h 10859"/>
                    <a:gd name="csX1" fmla="*/ 10860 w 10859"/>
                    <a:gd name="csY1" fmla="*/ 5430 h 10859"/>
                    <a:gd name="csX2" fmla="*/ 5430 w 10859"/>
                    <a:gd name="csY2" fmla="*/ 10860 h 10859"/>
                    <a:gd name="csX3" fmla="*/ 1 w 10859"/>
                    <a:gd name="csY3" fmla="*/ 5430 h 10859"/>
                    <a:gd name="csX4" fmla="*/ 5238 w 10859"/>
                    <a:gd name="csY4" fmla="*/ 1 h 10859"/>
                    <a:gd name="csX5" fmla="*/ 5430 w 10859"/>
                    <a:gd name="csY5" fmla="*/ 1 h 108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0859" h="10859">
                      <a:moveTo>
                        <a:pt x="5430" y="1"/>
                      </a:moveTo>
                      <a:cubicBezTo>
                        <a:pt x="8429" y="1"/>
                        <a:pt x="10860" y="2432"/>
                        <a:pt x="10860" y="5430"/>
                      </a:cubicBezTo>
                      <a:cubicBezTo>
                        <a:pt x="10809" y="8407"/>
                        <a:pt x="8407" y="10809"/>
                        <a:pt x="5430" y="10860"/>
                      </a:cubicBezTo>
                      <a:cubicBezTo>
                        <a:pt x="2432" y="10860"/>
                        <a:pt x="1" y="8429"/>
                        <a:pt x="1" y="5430"/>
                      </a:cubicBezTo>
                      <a:cubicBezTo>
                        <a:pt x="-52" y="2485"/>
                        <a:pt x="2292" y="54"/>
                        <a:pt x="5238" y="1"/>
                      </a:cubicBezTo>
                      <a:cubicBezTo>
                        <a:pt x="5302" y="0"/>
                        <a:pt x="5366" y="0"/>
                        <a:pt x="543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</p:sp>
          </p:grpSp>
          <p:grpSp>
            <p:nvGrpSpPr>
              <p:cNvPr id="456" name="Graphic 5">
                <a:extLst>
                  <a:ext uri="{FF2B5EF4-FFF2-40B4-BE49-F238E27FC236}">
                    <a16:creationId xmlns:a16="http://schemas.microsoft.com/office/drawing/2014/main" id="{375D1836-D183-1981-91AF-6163A7EE85C3}"/>
                  </a:ext>
                </a:extLst>
              </p:cNvPr>
              <p:cNvGrpSpPr/>
              <p:nvPr/>
            </p:nvGrpSpPr>
            <p:grpSpPr>
              <a:xfrm>
                <a:off x="2870983" y="2661175"/>
                <a:ext cx="1004548" cy="1279460"/>
                <a:chOff x="2870983" y="2661175"/>
                <a:chExt cx="1004548" cy="1279460"/>
              </a:xfrm>
            </p:grpSpPr>
            <p:grpSp>
              <p:nvGrpSpPr>
                <p:cNvPr id="457" name="Graphic 5">
                  <a:extLst>
                    <a:ext uri="{FF2B5EF4-FFF2-40B4-BE49-F238E27FC236}">
                      <a16:creationId xmlns:a16="http://schemas.microsoft.com/office/drawing/2014/main" id="{BD9EBB5F-BB17-6B28-6541-B461FDD927FB}"/>
                    </a:ext>
                  </a:extLst>
                </p:cNvPr>
                <p:cNvGrpSpPr/>
                <p:nvPr/>
              </p:nvGrpSpPr>
              <p:grpSpPr>
                <a:xfrm>
                  <a:off x="3101624" y="2661175"/>
                  <a:ext cx="773907" cy="1034690"/>
                  <a:chOff x="3101624" y="2661175"/>
                  <a:chExt cx="773907" cy="1034690"/>
                </a:xfrm>
              </p:grpSpPr>
              <p:sp>
                <p:nvSpPr>
                  <p:cNvPr id="458" name="Freeform: Shape 457">
                    <a:extLst>
                      <a:ext uri="{FF2B5EF4-FFF2-40B4-BE49-F238E27FC236}">
                        <a16:creationId xmlns:a16="http://schemas.microsoft.com/office/drawing/2014/main" id="{6EDCB2EE-AEAB-8420-06E1-0A4F20958B94}"/>
                      </a:ext>
                    </a:extLst>
                  </p:cNvPr>
                  <p:cNvSpPr/>
                  <p:nvPr/>
                </p:nvSpPr>
                <p:spPr>
                  <a:xfrm>
                    <a:off x="3279362" y="3340322"/>
                    <a:ext cx="304990" cy="318612"/>
                  </a:xfrm>
                  <a:custGeom>
                    <a:avLst/>
                    <a:gdLst>
                      <a:gd name="csX0" fmla="*/ 122111 w 304990"/>
                      <a:gd name="csY0" fmla="*/ 309086 h 318612"/>
                      <a:gd name="csX1" fmla="*/ 16288 w 304990"/>
                      <a:gd name="csY1" fmla="*/ 247936 h 318612"/>
                      <a:gd name="csX2" fmla="*/ 0 w 304990"/>
                      <a:gd name="csY2" fmla="*/ 225171 h 318612"/>
                      <a:gd name="csX3" fmla="*/ 0 w 304990"/>
                      <a:gd name="csY3" fmla="*/ 210503 h 318612"/>
                      <a:gd name="csX4" fmla="*/ 109728 w 304990"/>
                      <a:gd name="csY4" fmla="*/ 148590 h 318612"/>
                      <a:gd name="csX5" fmla="*/ 120301 w 304990"/>
                      <a:gd name="csY5" fmla="*/ 130397 h 318612"/>
                      <a:gd name="csX6" fmla="*/ 120301 w 304990"/>
                      <a:gd name="csY6" fmla="*/ 0 h 318612"/>
                      <a:gd name="csX7" fmla="*/ 304990 w 304990"/>
                      <a:gd name="csY7" fmla="*/ 106680 h 318612"/>
                      <a:gd name="csX8" fmla="*/ 304990 w 304990"/>
                      <a:gd name="csY8" fmla="*/ 237077 h 318612"/>
                      <a:gd name="csX9" fmla="*/ 294513 w 304990"/>
                      <a:gd name="csY9" fmla="*/ 255365 h 318612"/>
                      <a:gd name="csX10" fmla="*/ 201168 w 304990"/>
                      <a:gd name="csY10" fmla="*/ 309086 h 318612"/>
                      <a:gd name="csX11" fmla="*/ 122111 w 304990"/>
                      <a:gd name="csY11" fmla="*/ 309086 h 3186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304990" h="318612">
                        <a:moveTo>
                          <a:pt x="122111" y="309086"/>
                        </a:moveTo>
                        <a:lnTo>
                          <a:pt x="16288" y="247936"/>
                        </a:lnTo>
                        <a:cubicBezTo>
                          <a:pt x="7131" y="243864"/>
                          <a:pt x="898" y="235152"/>
                          <a:pt x="0" y="225171"/>
                        </a:cubicBezTo>
                        <a:cubicBezTo>
                          <a:pt x="0" y="216979"/>
                          <a:pt x="0" y="210503"/>
                          <a:pt x="0" y="210503"/>
                        </a:cubicBezTo>
                        <a:lnTo>
                          <a:pt x="109728" y="148590"/>
                        </a:lnTo>
                        <a:cubicBezTo>
                          <a:pt x="115953" y="144560"/>
                          <a:pt x="119881" y="137801"/>
                          <a:pt x="120301" y="130397"/>
                        </a:cubicBezTo>
                        <a:lnTo>
                          <a:pt x="120301" y="0"/>
                        </a:lnTo>
                        <a:lnTo>
                          <a:pt x="304990" y="106680"/>
                        </a:lnTo>
                        <a:lnTo>
                          <a:pt x="304990" y="237077"/>
                        </a:lnTo>
                        <a:cubicBezTo>
                          <a:pt x="304622" y="244497"/>
                          <a:pt x="300728" y="251294"/>
                          <a:pt x="294513" y="255365"/>
                        </a:cubicBezTo>
                        <a:lnTo>
                          <a:pt x="201168" y="309086"/>
                        </a:lnTo>
                        <a:cubicBezTo>
                          <a:pt x="176346" y="321788"/>
                          <a:pt x="146932" y="321788"/>
                          <a:pt x="122111" y="309086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59" name="Freeform: Shape 458">
                    <a:extLst>
                      <a:ext uri="{FF2B5EF4-FFF2-40B4-BE49-F238E27FC236}">
                        <a16:creationId xmlns:a16="http://schemas.microsoft.com/office/drawing/2014/main" id="{71933F09-45E5-E15D-556C-870870D02CFE}"/>
                      </a:ext>
                    </a:extLst>
                  </p:cNvPr>
                  <p:cNvSpPr/>
                  <p:nvPr/>
                </p:nvSpPr>
                <p:spPr>
                  <a:xfrm>
                    <a:off x="3539966" y="3426714"/>
                    <a:ext cx="44386" cy="188404"/>
                  </a:xfrm>
                  <a:custGeom>
                    <a:avLst/>
                    <a:gdLst>
                      <a:gd name="csX0" fmla="*/ 0 w 44386"/>
                      <a:gd name="csY0" fmla="*/ 173736 h 188404"/>
                      <a:gd name="csX1" fmla="*/ 0 w 44386"/>
                      <a:gd name="csY1" fmla="*/ 188404 h 188404"/>
                      <a:gd name="csX2" fmla="*/ 33814 w 44386"/>
                      <a:gd name="csY2" fmla="*/ 168878 h 188404"/>
                      <a:gd name="csX3" fmla="*/ 44387 w 44386"/>
                      <a:gd name="csY3" fmla="*/ 150590 h 188404"/>
                      <a:gd name="csX4" fmla="*/ 44387 w 44386"/>
                      <a:gd name="csY4" fmla="*/ 20288 h 188404"/>
                      <a:gd name="csX5" fmla="*/ 9144 w 44386"/>
                      <a:gd name="csY5" fmla="*/ 0 h 188404"/>
                      <a:gd name="csX6" fmla="*/ 6858 w 44386"/>
                      <a:gd name="csY6" fmla="*/ 27241 h 188404"/>
                      <a:gd name="csX7" fmla="*/ 31623 w 44386"/>
                      <a:gd name="csY7" fmla="*/ 41434 h 188404"/>
                      <a:gd name="csX8" fmla="*/ 31623 w 44386"/>
                      <a:gd name="csY8" fmla="*/ 143351 h 188404"/>
                      <a:gd name="csX9" fmla="*/ 21050 w 44386"/>
                      <a:gd name="csY9" fmla="*/ 161544 h 1884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4386" h="188404">
                        <a:moveTo>
                          <a:pt x="0" y="173736"/>
                        </a:moveTo>
                        <a:lnTo>
                          <a:pt x="0" y="188404"/>
                        </a:lnTo>
                        <a:lnTo>
                          <a:pt x="33814" y="168878"/>
                        </a:lnTo>
                        <a:cubicBezTo>
                          <a:pt x="40053" y="164818"/>
                          <a:pt x="43981" y="158024"/>
                          <a:pt x="44387" y="150590"/>
                        </a:cubicBezTo>
                        <a:lnTo>
                          <a:pt x="44387" y="20288"/>
                        </a:lnTo>
                        <a:lnTo>
                          <a:pt x="9144" y="0"/>
                        </a:lnTo>
                        <a:cubicBezTo>
                          <a:pt x="8382" y="8954"/>
                          <a:pt x="7620" y="18193"/>
                          <a:pt x="6858" y="27241"/>
                        </a:cubicBezTo>
                        <a:lnTo>
                          <a:pt x="31623" y="41434"/>
                        </a:lnTo>
                        <a:lnTo>
                          <a:pt x="31623" y="143351"/>
                        </a:lnTo>
                        <a:cubicBezTo>
                          <a:pt x="31218" y="150759"/>
                          <a:pt x="27287" y="157525"/>
                          <a:pt x="21050" y="16154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3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0" name="Freeform: Shape 459">
                    <a:extLst>
                      <a:ext uri="{FF2B5EF4-FFF2-40B4-BE49-F238E27FC236}">
                        <a16:creationId xmlns:a16="http://schemas.microsoft.com/office/drawing/2014/main" id="{EEC468F4-A28A-544D-650E-A1159F9BD02B}"/>
                      </a:ext>
                    </a:extLst>
                  </p:cNvPr>
                  <p:cNvSpPr/>
                  <p:nvPr/>
                </p:nvSpPr>
                <p:spPr>
                  <a:xfrm>
                    <a:off x="3279290" y="3361467"/>
                    <a:ext cx="292584" cy="282704"/>
                  </a:xfrm>
                  <a:custGeom>
                    <a:avLst/>
                    <a:gdLst>
                      <a:gd name="csX0" fmla="*/ 292584 w 292584"/>
                      <a:gd name="csY0" fmla="*/ 208597 h 282704"/>
                      <a:gd name="csX1" fmla="*/ 282011 w 292584"/>
                      <a:gd name="csY1" fmla="*/ 226886 h 282704"/>
                      <a:gd name="csX2" fmla="*/ 201430 w 292584"/>
                      <a:gd name="csY2" fmla="*/ 273272 h 282704"/>
                      <a:gd name="csX3" fmla="*/ 122468 w 292584"/>
                      <a:gd name="csY3" fmla="*/ 273272 h 282704"/>
                      <a:gd name="csX4" fmla="*/ 16359 w 292584"/>
                      <a:gd name="csY4" fmla="*/ 212122 h 282704"/>
                      <a:gd name="csX5" fmla="*/ 16359 w 292584"/>
                      <a:gd name="csY5" fmla="*/ 166592 h 282704"/>
                      <a:gd name="csX6" fmla="*/ 97036 w 292584"/>
                      <a:gd name="csY6" fmla="*/ 120110 h 282704"/>
                      <a:gd name="csX7" fmla="*/ 107513 w 292584"/>
                      <a:gd name="csY7" fmla="*/ 101917 h 282704"/>
                      <a:gd name="csX8" fmla="*/ 107513 w 292584"/>
                      <a:gd name="csY8" fmla="*/ 0 h 282704"/>
                      <a:gd name="csX9" fmla="*/ 292584 w 292584"/>
                      <a:gd name="csY9" fmla="*/ 106775 h 2827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292584" h="282704">
                        <a:moveTo>
                          <a:pt x="292584" y="208597"/>
                        </a:moveTo>
                        <a:cubicBezTo>
                          <a:pt x="292164" y="216026"/>
                          <a:pt x="288240" y="222814"/>
                          <a:pt x="282011" y="226886"/>
                        </a:cubicBezTo>
                        <a:lnTo>
                          <a:pt x="201430" y="273272"/>
                        </a:lnTo>
                        <a:cubicBezTo>
                          <a:pt x="176611" y="285849"/>
                          <a:pt x="147286" y="285849"/>
                          <a:pt x="122468" y="273272"/>
                        </a:cubicBezTo>
                        <a:lnTo>
                          <a:pt x="16359" y="212122"/>
                        </a:lnTo>
                        <a:cubicBezTo>
                          <a:pt x="-5453" y="199549"/>
                          <a:pt x="-5453" y="179165"/>
                          <a:pt x="16359" y="166592"/>
                        </a:cubicBezTo>
                        <a:lnTo>
                          <a:pt x="97036" y="120110"/>
                        </a:lnTo>
                        <a:cubicBezTo>
                          <a:pt x="103236" y="116070"/>
                          <a:pt x="107130" y="109308"/>
                          <a:pt x="107513" y="101917"/>
                        </a:cubicBezTo>
                        <a:lnTo>
                          <a:pt x="107513" y="0"/>
                        </a:lnTo>
                        <a:lnTo>
                          <a:pt x="292584" y="106775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1" name="Freeform: Shape 460">
                    <a:extLst>
                      <a:ext uri="{FF2B5EF4-FFF2-40B4-BE49-F238E27FC236}">
                        <a16:creationId xmlns:a16="http://schemas.microsoft.com/office/drawing/2014/main" id="{B7BD1A81-DC53-C462-B764-6B2CAE162616}"/>
                      </a:ext>
                    </a:extLst>
                  </p:cNvPr>
                  <p:cNvSpPr/>
                  <p:nvPr/>
                </p:nvSpPr>
                <p:spPr>
                  <a:xfrm>
                    <a:off x="3354800" y="3361467"/>
                    <a:ext cx="217074" cy="238982"/>
                  </a:xfrm>
                  <a:custGeom>
                    <a:avLst/>
                    <a:gdLst>
                      <a:gd name="csX0" fmla="*/ 0 w 217074"/>
                      <a:gd name="csY0" fmla="*/ 132493 h 238982"/>
                      <a:gd name="csX1" fmla="*/ 0 w 217074"/>
                      <a:gd name="csY1" fmla="*/ 132493 h 238982"/>
                      <a:gd name="csX2" fmla="*/ 21527 w 217074"/>
                      <a:gd name="csY2" fmla="*/ 120110 h 238982"/>
                      <a:gd name="csX3" fmla="*/ 32004 w 217074"/>
                      <a:gd name="csY3" fmla="*/ 101917 h 238982"/>
                      <a:gd name="csX4" fmla="*/ 32004 w 217074"/>
                      <a:gd name="csY4" fmla="*/ 0 h 238982"/>
                      <a:gd name="csX5" fmla="*/ 217075 w 217074"/>
                      <a:gd name="csY5" fmla="*/ 106775 h 238982"/>
                      <a:gd name="csX6" fmla="*/ 217075 w 217074"/>
                      <a:gd name="csY6" fmla="*/ 208597 h 238982"/>
                      <a:gd name="csX7" fmla="*/ 206502 w 217074"/>
                      <a:gd name="csY7" fmla="*/ 226886 h 238982"/>
                      <a:gd name="csX8" fmla="*/ 185166 w 217074"/>
                      <a:gd name="csY8" fmla="*/ 238982 h 2389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217074" h="238982">
                        <a:moveTo>
                          <a:pt x="0" y="132493"/>
                        </a:moveTo>
                        <a:lnTo>
                          <a:pt x="0" y="132493"/>
                        </a:lnTo>
                        <a:lnTo>
                          <a:pt x="21527" y="120110"/>
                        </a:lnTo>
                        <a:cubicBezTo>
                          <a:pt x="27727" y="116070"/>
                          <a:pt x="31621" y="109308"/>
                          <a:pt x="32004" y="101917"/>
                        </a:cubicBezTo>
                        <a:lnTo>
                          <a:pt x="32004" y="0"/>
                        </a:lnTo>
                        <a:lnTo>
                          <a:pt x="217075" y="106775"/>
                        </a:lnTo>
                        <a:lnTo>
                          <a:pt x="217075" y="208597"/>
                        </a:lnTo>
                        <a:cubicBezTo>
                          <a:pt x="216654" y="216026"/>
                          <a:pt x="212730" y="222814"/>
                          <a:pt x="206502" y="226886"/>
                        </a:cubicBezTo>
                        <a:lnTo>
                          <a:pt x="185166" y="23898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2" name="Freeform: Shape 461">
                    <a:extLst>
                      <a:ext uri="{FF2B5EF4-FFF2-40B4-BE49-F238E27FC236}">
                        <a16:creationId xmlns:a16="http://schemas.microsoft.com/office/drawing/2014/main" id="{3EC3B146-E34B-DC26-DB8F-33E4957307AF}"/>
                      </a:ext>
                    </a:extLst>
                  </p:cNvPr>
                  <p:cNvSpPr/>
                  <p:nvPr/>
                </p:nvSpPr>
                <p:spPr>
                  <a:xfrm>
                    <a:off x="3279362" y="3550824"/>
                    <a:ext cx="160210" cy="108112"/>
                  </a:xfrm>
                  <a:custGeom>
                    <a:avLst/>
                    <a:gdLst>
                      <a:gd name="csX0" fmla="*/ 0 w 160210"/>
                      <a:gd name="csY0" fmla="*/ 0 h 108112"/>
                      <a:gd name="csX1" fmla="*/ 0 w 160210"/>
                      <a:gd name="csY1" fmla="*/ 14669 h 108112"/>
                      <a:gd name="csX2" fmla="*/ 16288 w 160210"/>
                      <a:gd name="csY2" fmla="*/ 37529 h 108112"/>
                      <a:gd name="csX3" fmla="*/ 122111 w 160210"/>
                      <a:gd name="csY3" fmla="*/ 98584 h 108112"/>
                      <a:gd name="csX4" fmla="*/ 160211 w 160210"/>
                      <a:gd name="csY4" fmla="*/ 108109 h 108112"/>
                      <a:gd name="csX5" fmla="*/ 160211 w 160210"/>
                      <a:gd name="csY5" fmla="*/ 93536 h 108112"/>
                      <a:gd name="csX6" fmla="*/ 122111 w 160210"/>
                      <a:gd name="csY6" fmla="*/ 84011 h 108112"/>
                      <a:gd name="csX7" fmla="*/ 16288 w 160210"/>
                      <a:gd name="csY7" fmla="*/ 22765 h 108112"/>
                      <a:gd name="csX8" fmla="*/ 0 w 160210"/>
                      <a:gd name="csY8" fmla="*/ 0 h 1081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60210" h="108112">
                        <a:moveTo>
                          <a:pt x="0" y="0"/>
                        </a:moveTo>
                        <a:lnTo>
                          <a:pt x="0" y="14669"/>
                        </a:lnTo>
                        <a:cubicBezTo>
                          <a:pt x="923" y="24663"/>
                          <a:pt x="7143" y="33392"/>
                          <a:pt x="16288" y="37529"/>
                        </a:cubicBezTo>
                        <a:lnTo>
                          <a:pt x="122111" y="98584"/>
                        </a:lnTo>
                        <a:cubicBezTo>
                          <a:pt x="133792" y="104952"/>
                          <a:pt x="146907" y="108231"/>
                          <a:pt x="160211" y="108109"/>
                        </a:cubicBezTo>
                        <a:lnTo>
                          <a:pt x="160211" y="93536"/>
                        </a:lnTo>
                        <a:cubicBezTo>
                          <a:pt x="146907" y="93657"/>
                          <a:pt x="133792" y="90379"/>
                          <a:pt x="122111" y="84011"/>
                        </a:cubicBezTo>
                        <a:lnTo>
                          <a:pt x="16288" y="22765"/>
                        </a:lnTo>
                        <a:cubicBezTo>
                          <a:pt x="7131" y="18693"/>
                          <a:pt x="898" y="998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3" name="Freeform: Shape 462">
                    <a:extLst>
                      <a:ext uri="{FF2B5EF4-FFF2-40B4-BE49-F238E27FC236}">
                        <a16:creationId xmlns:a16="http://schemas.microsoft.com/office/drawing/2014/main" id="{FE8E1907-9153-80DA-812C-1374F4ADD967}"/>
                      </a:ext>
                    </a:extLst>
                  </p:cNvPr>
                  <p:cNvSpPr/>
                  <p:nvPr/>
                </p:nvSpPr>
                <p:spPr>
                  <a:xfrm>
                    <a:off x="3101625" y="2661175"/>
                    <a:ext cx="773430" cy="1034546"/>
                  </a:xfrm>
                  <a:custGeom>
                    <a:avLst/>
                    <a:gdLst>
                      <a:gd name="csX0" fmla="*/ 0 w 773430"/>
                      <a:gd name="csY0" fmla="*/ 24874 h 1034546"/>
                      <a:gd name="csX1" fmla="*/ 0 w 773430"/>
                      <a:gd name="csY1" fmla="*/ 591802 h 1034546"/>
                      <a:gd name="csX2" fmla="*/ 13144 w 773430"/>
                      <a:gd name="csY2" fmla="*/ 614662 h 1034546"/>
                      <a:gd name="csX3" fmla="*/ 735997 w 773430"/>
                      <a:gd name="csY3" fmla="*/ 1031190 h 1034546"/>
                      <a:gd name="csX4" fmla="*/ 737235 w 773430"/>
                      <a:gd name="csY4" fmla="*/ 1031762 h 1034546"/>
                      <a:gd name="csX5" fmla="*/ 737235 w 773430"/>
                      <a:gd name="csY5" fmla="*/ 1031762 h 1034546"/>
                      <a:gd name="csX6" fmla="*/ 748760 w 773430"/>
                      <a:gd name="csY6" fmla="*/ 1023380 h 1034546"/>
                      <a:gd name="csX7" fmla="*/ 748760 w 773430"/>
                      <a:gd name="csY7" fmla="*/ 1034524 h 1034546"/>
                      <a:gd name="csX8" fmla="*/ 761143 w 773430"/>
                      <a:gd name="csY8" fmla="*/ 1031762 h 1034546"/>
                      <a:gd name="csX9" fmla="*/ 773430 w 773430"/>
                      <a:gd name="csY9" fmla="*/ 1009378 h 1034546"/>
                      <a:gd name="csX10" fmla="*/ 773430 w 773430"/>
                      <a:gd name="csY10" fmla="*/ 442546 h 1034546"/>
                      <a:gd name="csX11" fmla="*/ 760286 w 773430"/>
                      <a:gd name="csY11" fmla="*/ 419781 h 1034546"/>
                      <a:gd name="csX12" fmla="*/ 37910 w 773430"/>
                      <a:gd name="csY12" fmla="*/ 3253 h 1034546"/>
                      <a:gd name="csX13" fmla="*/ 12383 w 773430"/>
                      <a:gd name="csY13" fmla="*/ 2776 h 1034546"/>
                      <a:gd name="csX14" fmla="*/ 191 w 773430"/>
                      <a:gd name="csY14" fmla="*/ 22779 h 1034546"/>
                      <a:gd name="csX15" fmla="*/ 0 w 773430"/>
                      <a:gd name="csY15" fmla="*/ 24874 h 10345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773430" h="1034546">
                        <a:moveTo>
                          <a:pt x="0" y="24874"/>
                        </a:moveTo>
                        <a:lnTo>
                          <a:pt x="0" y="591802"/>
                        </a:lnTo>
                        <a:cubicBezTo>
                          <a:pt x="532" y="601068"/>
                          <a:pt x="5404" y="609541"/>
                          <a:pt x="13144" y="614662"/>
                        </a:cubicBezTo>
                        <a:lnTo>
                          <a:pt x="735997" y="1031190"/>
                        </a:lnTo>
                        <a:lnTo>
                          <a:pt x="737235" y="1031762"/>
                        </a:lnTo>
                        <a:lnTo>
                          <a:pt x="737235" y="1031762"/>
                        </a:lnTo>
                        <a:cubicBezTo>
                          <a:pt x="743712" y="1034620"/>
                          <a:pt x="748760" y="1031095"/>
                          <a:pt x="748760" y="1023380"/>
                        </a:cubicBezTo>
                        <a:lnTo>
                          <a:pt x="748760" y="1034524"/>
                        </a:lnTo>
                        <a:cubicBezTo>
                          <a:pt x="753059" y="1034708"/>
                          <a:pt x="757330" y="1033755"/>
                          <a:pt x="761143" y="1031762"/>
                        </a:cubicBezTo>
                        <a:cubicBezTo>
                          <a:pt x="768530" y="1026647"/>
                          <a:pt x="773081" y="1018356"/>
                          <a:pt x="773430" y="1009378"/>
                        </a:cubicBezTo>
                        <a:lnTo>
                          <a:pt x="773430" y="442546"/>
                        </a:lnTo>
                        <a:cubicBezTo>
                          <a:pt x="772914" y="433300"/>
                          <a:pt x="768034" y="424850"/>
                          <a:pt x="760286" y="419781"/>
                        </a:cubicBezTo>
                        <a:lnTo>
                          <a:pt x="37910" y="3253"/>
                        </a:lnTo>
                        <a:cubicBezTo>
                          <a:pt x="29948" y="-910"/>
                          <a:pt x="20493" y="-1086"/>
                          <a:pt x="12383" y="2776"/>
                        </a:cubicBezTo>
                        <a:cubicBezTo>
                          <a:pt x="5582" y="7333"/>
                          <a:pt x="1124" y="14646"/>
                          <a:pt x="191" y="22779"/>
                        </a:cubicBezTo>
                        <a:cubicBezTo>
                          <a:pt x="87" y="23473"/>
                          <a:pt x="24" y="24173"/>
                          <a:pt x="0" y="24874"/>
                        </a:cubicBezTo>
                        <a:close/>
                      </a:path>
                    </a:pathLst>
                  </a:custGeom>
                  <a:solidFill>
                    <a:srgbClr val="455A64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4" name="Freeform: Shape 463">
                    <a:extLst>
                      <a:ext uri="{FF2B5EF4-FFF2-40B4-BE49-F238E27FC236}">
                        <a16:creationId xmlns:a16="http://schemas.microsoft.com/office/drawing/2014/main" id="{561D63F3-5563-3A6E-856E-A23F41BBC181}"/>
                      </a:ext>
                    </a:extLst>
                  </p:cNvPr>
                  <p:cNvSpPr/>
                  <p:nvPr/>
                </p:nvSpPr>
                <p:spPr>
                  <a:xfrm>
                    <a:off x="3101624" y="2676825"/>
                    <a:ext cx="748761" cy="1017098"/>
                  </a:xfrm>
                  <a:custGeom>
                    <a:avLst/>
                    <a:gdLst>
                      <a:gd name="csX0" fmla="*/ 1 w 748761"/>
                      <a:gd name="csY0" fmla="*/ 9225 h 1017098"/>
                      <a:gd name="csX1" fmla="*/ 1 w 748761"/>
                      <a:gd name="csY1" fmla="*/ 576152 h 1017098"/>
                      <a:gd name="csX2" fmla="*/ 13146 w 748761"/>
                      <a:gd name="csY2" fmla="*/ 599012 h 1017098"/>
                      <a:gd name="csX3" fmla="*/ 735998 w 748761"/>
                      <a:gd name="csY3" fmla="*/ 1015541 h 1017098"/>
                      <a:gd name="csX4" fmla="*/ 737236 w 748761"/>
                      <a:gd name="csY4" fmla="*/ 1016112 h 1017098"/>
                      <a:gd name="csX5" fmla="*/ 737236 w 748761"/>
                      <a:gd name="csY5" fmla="*/ 1016112 h 1017098"/>
                      <a:gd name="csX6" fmla="*/ 748762 w 748761"/>
                      <a:gd name="csY6" fmla="*/ 1007730 h 1017098"/>
                      <a:gd name="csX7" fmla="*/ 748762 w 748761"/>
                      <a:gd name="csY7" fmla="*/ 441183 h 1017098"/>
                      <a:gd name="csX8" fmla="*/ 735617 w 748761"/>
                      <a:gd name="csY8" fmla="*/ 418323 h 1017098"/>
                      <a:gd name="csX9" fmla="*/ 13050 w 748761"/>
                      <a:gd name="csY9" fmla="*/ 1795 h 1017098"/>
                      <a:gd name="csX10" fmla="*/ 96 w 748761"/>
                      <a:gd name="csY10" fmla="*/ 7129 h 1017098"/>
                      <a:gd name="csX11" fmla="*/ 1 w 748761"/>
                      <a:gd name="csY11" fmla="*/ 9225 h 1017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748761" h="1017098">
                        <a:moveTo>
                          <a:pt x="1" y="9225"/>
                        </a:moveTo>
                        <a:lnTo>
                          <a:pt x="1" y="576152"/>
                        </a:lnTo>
                        <a:cubicBezTo>
                          <a:pt x="533" y="585419"/>
                          <a:pt x="5405" y="593891"/>
                          <a:pt x="13146" y="599012"/>
                        </a:cubicBezTo>
                        <a:lnTo>
                          <a:pt x="735998" y="1015541"/>
                        </a:lnTo>
                        <a:lnTo>
                          <a:pt x="737236" y="1016112"/>
                        </a:lnTo>
                        <a:lnTo>
                          <a:pt x="737236" y="1016112"/>
                        </a:lnTo>
                        <a:cubicBezTo>
                          <a:pt x="743713" y="1018970"/>
                          <a:pt x="748762" y="1015446"/>
                          <a:pt x="748762" y="1007730"/>
                        </a:cubicBezTo>
                        <a:lnTo>
                          <a:pt x="748762" y="441183"/>
                        </a:lnTo>
                        <a:cubicBezTo>
                          <a:pt x="748260" y="431908"/>
                          <a:pt x="743381" y="423423"/>
                          <a:pt x="735617" y="418323"/>
                        </a:cubicBezTo>
                        <a:lnTo>
                          <a:pt x="13050" y="1795"/>
                        </a:lnTo>
                        <a:cubicBezTo>
                          <a:pt x="6478" y="-2015"/>
                          <a:pt x="1049" y="461"/>
                          <a:pt x="96" y="7129"/>
                        </a:cubicBezTo>
                        <a:cubicBezTo>
                          <a:pt x="25" y="7825"/>
                          <a:pt x="-7" y="8525"/>
                          <a:pt x="1" y="9225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5" name="Freeform: Shape 464">
                    <a:extLst>
                      <a:ext uri="{FF2B5EF4-FFF2-40B4-BE49-F238E27FC236}">
                        <a16:creationId xmlns:a16="http://schemas.microsoft.com/office/drawing/2014/main" id="{D7B21982-96AF-ACBF-9F93-4BBC8972B81C}"/>
                      </a:ext>
                    </a:extLst>
                  </p:cNvPr>
                  <p:cNvSpPr/>
                  <p:nvPr/>
                </p:nvSpPr>
                <p:spPr>
                  <a:xfrm>
                    <a:off x="3839622" y="3632073"/>
                    <a:ext cx="35813" cy="63793"/>
                  </a:xfrm>
                  <a:custGeom>
                    <a:avLst/>
                    <a:gdLst>
                      <a:gd name="csX0" fmla="*/ 11144 w 35813"/>
                      <a:gd name="csY0" fmla="*/ 52864 h 63793"/>
                      <a:gd name="csX1" fmla="*/ 11144 w 35813"/>
                      <a:gd name="csY1" fmla="*/ 14288 h 63793"/>
                      <a:gd name="csX2" fmla="*/ 35814 w 35813"/>
                      <a:gd name="csY2" fmla="*/ 0 h 63793"/>
                      <a:gd name="csX3" fmla="*/ 35814 w 35813"/>
                      <a:gd name="csY3" fmla="*/ 38576 h 63793"/>
                      <a:gd name="csX4" fmla="*/ 23527 w 35813"/>
                      <a:gd name="csY4" fmla="*/ 60960 h 63793"/>
                      <a:gd name="csX5" fmla="*/ 11144 w 35813"/>
                      <a:gd name="csY5" fmla="*/ 63722 h 63793"/>
                      <a:gd name="csX6" fmla="*/ 8192 w 35813"/>
                      <a:gd name="csY6" fmla="*/ 63722 h 63793"/>
                      <a:gd name="csX7" fmla="*/ 5239 w 35813"/>
                      <a:gd name="csY7" fmla="*/ 63722 h 63793"/>
                      <a:gd name="csX8" fmla="*/ 5239 w 35813"/>
                      <a:gd name="csY8" fmla="*/ 63722 h 63793"/>
                      <a:gd name="csX9" fmla="*/ 2953 w 35813"/>
                      <a:gd name="csY9" fmla="*/ 63151 h 63793"/>
                      <a:gd name="csX10" fmla="*/ 2953 w 35813"/>
                      <a:gd name="csY10" fmla="*/ 63151 h 63793"/>
                      <a:gd name="csX11" fmla="*/ 2191 w 35813"/>
                      <a:gd name="csY11" fmla="*/ 63151 h 63793"/>
                      <a:gd name="csX12" fmla="*/ 0 w 35813"/>
                      <a:gd name="csY12" fmla="*/ 62198 h 63793"/>
                      <a:gd name="csX13" fmla="*/ 11144 w 35813"/>
                      <a:gd name="csY13" fmla="*/ 52864 h 637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35813" h="63793">
                        <a:moveTo>
                          <a:pt x="11144" y="52864"/>
                        </a:moveTo>
                        <a:lnTo>
                          <a:pt x="11144" y="14288"/>
                        </a:lnTo>
                        <a:lnTo>
                          <a:pt x="35814" y="0"/>
                        </a:lnTo>
                        <a:lnTo>
                          <a:pt x="35814" y="38576"/>
                        </a:lnTo>
                        <a:cubicBezTo>
                          <a:pt x="35465" y="47554"/>
                          <a:pt x="30914" y="55845"/>
                          <a:pt x="23527" y="60960"/>
                        </a:cubicBezTo>
                        <a:cubicBezTo>
                          <a:pt x="19714" y="62953"/>
                          <a:pt x="15443" y="63906"/>
                          <a:pt x="11144" y="63722"/>
                        </a:cubicBezTo>
                        <a:cubicBezTo>
                          <a:pt x="10162" y="63817"/>
                          <a:pt x="9173" y="63817"/>
                          <a:pt x="8192" y="63722"/>
                        </a:cubicBezTo>
                        <a:lnTo>
                          <a:pt x="5239" y="63722"/>
                        </a:lnTo>
                        <a:lnTo>
                          <a:pt x="5239" y="63722"/>
                        </a:lnTo>
                        <a:lnTo>
                          <a:pt x="2953" y="63151"/>
                        </a:lnTo>
                        <a:lnTo>
                          <a:pt x="2953" y="63151"/>
                        </a:lnTo>
                        <a:lnTo>
                          <a:pt x="2191" y="63151"/>
                        </a:lnTo>
                        <a:lnTo>
                          <a:pt x="0" y="62198"/>
                        </a:lnTo>
                        <a:cubicBezTo>
                          <a:pt x="6096" y="64103"/>
                          <a:pt x="11144" y="60579"/>
                          <a:pt x="11144" y="52864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6" name="Freeform: Shape 465">
                    <a:extLst>
                      <a:ext uri="{FF2B5EF4-FFF2-40B4-BE49-F238E27FC236}">
                        <a16:creationId xmlns:a16="http://schemas.microsoft.com/office/drawing/2014/main" id="{3F46529A-D292-76DD-68F9-27A3740F165E}"/>
                      </a:ext>
                    </a:extLst>
                  </p:cNvPr>
                  <p:cNvSpPr/>
                  <p:nvPr/>
                </p:nvSpPr>
                <p:spPr>
                  <a:xfrm>
                    <a:off x="3101625" y="3214497"/>
                    <a:ext cx="748760" cy="479616"/>
                  </a:xfrm>
                  <a:custGeom>
                    <a:avLst/>
                    <a:gdLst>
                      <a:gd name="csX0" fmla="*/ 0 w 748760"/>
                      <a:gd name="csY0" fmla="*/ 0 h 479616"/>
                      <a:gd name="csX1" fmla="*/ 0 w 748760"/>
                      <a:gd name="csY1" fmla="*/ 38671 h 479616"/>
                      <a:gd name="csX2" fmla="*/ 13144 w 748760"/>
                      <a:gd name="csY2" fmla="*/ 61531 h 479616"/>
                      <a:gd name="csX3" fmla="*/ 735997 w 748760"/>
                      <a:gd name="csY3" fmla="*/ 478060 h 479616"/>
                      <a:gd name="csX4" fmla="*/ 737235 w 748760"/>
                      <a:gd name="csY4" fmla="*/ 478631 h 479616"/>
                      <a:gd name="csX5" fmla="*/ 737235 w 748760"/>
                      <a:gd name="csY5" fmla="*/ 478631 h 479616"/>
                      <a:gd name="csX6" fmla="*/ 748760 w 748760"/>
                      <a:gd name="csY6" fmla="*/ 470249 h 479616"/>
                      <a:gd name="csX7" fmla="*/ 748760 w 748760"/>
                      <a:gd name="csY7" fmla="*/ 431673 h 4796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748760" h="479616">
                        <a:moveTo>
                          <a:pt x="0" y="0"/>
                        </a:moveTo>
                        <a:lnTo>
                          <a:pt x="0" y="38671"/>
                        </a:lnTo>
                        <a:cubicBezTo>
                          <a:pt x="532" y="47938"/>
                          <a:pt x="5404" y="56410"/>
                          <a:pt x="13144" y="61531"/>
                        </a:cubicBezTo>
                        <a:lnTo>
                          <a:pt x="735997" y="478060"/>
                        </a:lnTo>
                        <a:lnTo>
                          <a:pt x="737235" y="478631"/>
                        </a:lnTo>
                        <a:lnTo>
                          <a:pt x="737235" y="478631"/>
                        </a:lnTo>
                        <a:cubicBezTo>
                          <a:pt x="743712" y="481489"/>
                          <a:pt x="748760" y="477964"/>
                          <a:pt x="748760" y="470249"/>
                        </a:cubicBezTo>
                        <a:lnTo>
                          <a:pt x="748760" y="431673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7" name="Freeform: Shape 466">
                    <a:extLst>
                      <a:ext uri="{FF2B5EF4-FFF2-40B4-BE49-F238E27FC236}">
                        <a16:creationId xmlns:a16="http://schemas.microsoft.com/office/drawing/2014/main" id="{A9CED9B7-5365-D6C0-3C81-92B0AB18B2B6}"/>
                      </a:ext>
                    </a:extLst>
                  </p:cNvPr>
                  <p:cNvSpPr/>
                  <p:nvPr/>
                </p:nvSpPr>
                <p:spPr>
                  <a:xfrm>
                    <a:off x="3846957" y="3090767"/>
                    <a:ext cx="28575" cy="555783"/>
                  </a:xfrm>
                  <a:custGeom>
                    <a:avLst/>
                    <a:gdLst>
                      <a:gd name="csX0" fmla="*/ 0 w 28575"/>
                      <a:gd name="csY0" fmla="*/ 14383 h 555783"/>
                      <a:gd name="csX1" fmla="*/ 3810 w 28575"/>
                      <a:gd name="csY1" fmla="*/ 27336 h 555783"/>
                      <a:gd name="csX2" fmla="*/ 3810 w 28575"/>
                      <a:gd name="csY2" fmla="*/ 555784 h 555783"/>
                      <a:gd name="csX3" fmla="*/ 28575 w 28575"/>
                      <a:gd name="csY3" fmla="*/ 541496 h 555783"/>
                      <a:gd name="csX4" fmla="*/ 28575 w 28575"/>
                      <a:gd name="csY4" fmla="*/ 12954 h 555783"/>
                      <a:gd name="csX5" fmla="*/ 24765 w 28575"/>
                      <a:gd name="csY5" fmla="*/ 0 h 55578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8575" h="555783">
                        <a:moveTo>
                          <a:pt x="0" y="14383"/>
                        </a:moveTo>
                        <a:cubicBezTo>
                          <a:pt x="2360" y="18302"/>
                          <a:pt x="3672" y="22763"/>
                          <a:pt x="3810" y="27336"/>
                        </a:cubicBezTo>
                        <a:lnTo>
                          <a:pt x="3810" y="555784"/>
                        </a:lnTo>
                        <a:lnTo>
                          <a:pt x="28575" y="541496"/>
                        </a:lnTo>
                        <a:lnTo>
                          <a:pt x="28575" y="12954"/>
                        </a:lnTo>
                        <a:cubicBezTo>
                          <a:pt x="28437" y="8381"/>
                          <a:pt x="27125" y="3920"/>
                          <a:pt x="24765" y="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8" name="Freeform: Shape 467">
                    <a:extLst>
                      <a:ext uri="{FF2B5EF4-FFF2-40B4-BE49-F238E27FC236}">
                        <a16:creationId xmlns:a16="http://schemas.microsoft.com/office/drawing/2014/main" id="{4EE5F0E1-E6D4-780F-CB56-597BC2FC7904}"/>
                      </a:ext>
                    </a:extLst>
                  </p:cNvPr>
                  <p:cNvSpPr/>
                  <p:nvPr/>
                </p:nvSpPr>
                <p:spPr>
                  <a:xfrm>
                    <a:off x="3126390" y="2717279"/>
                    <a:ext cx="699706" cy="868653"/>
                  </a:xfrm>
                  <a:custGeom>
                    <a:avLst/>
                    <a:gdLst>
                      <a:gd name="csX0" fmla="*/ 699707 w 699706"/>
                      <a:gd name="csY0" fmla="*/ 863073 h 868653"/>
                      <a:gd name="csX1" fmla="*/ 699707 w 699706"/>
                      <a:gd name="csY1" fmla="*/ 408920 h 868653"/>
                      <a:gd name="csX2" fmla="*/ 691801 w 699706"/>
                      <a:gd name="csY2" fmla="*/ 395204 h 868653"/>
                      <a:gd name="csX3" fmla="*/ 7810 w 699706"/>
                      <a:gd name="csY3" fmla="*/ 1060 h 868653"/>
                      <a:gd name="csX4" fmla="*/ 0 w 699706"/>
                      <a:gd name="csY4" fmla="*/ 5632 h 868653"/>
                      <a:gd name="csX5" fmla="*/ 0 w 699706"/>
                      <a:gd name="csY5" fmla="*/ 459784 h 868653"/>
                      <a:gd name="csX6" fmla="*/ 7906 w 699706"/>
                      <a:gd name="csY6" fmla="*/ 473500 h 868653"/>
                      <a:gd name="csX7" fmla="*/ 691896 w 699706"/>
                      <a:gd name="csY7" fmla="*/ 867549 h 868653"/>
                      <a:gd name="csX8" fmla="*/ 699707 w 699706"/>
                      <a:gd name="csY8" fmla="*/ 863073 h 86865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699706" h="868653">
                        <a:moveTo>
                          <a:pt x="699707" y="863073"/>
                        </a:moveTo>
                        <a:lnTo>
                          <a:pt x="699707" y="408920"/>
                        </a:lnTo>
                        <a:cubicBezTo>
                          <a:pt x="699419" y="403346"/>
                          <a:pt x="696480" y="398247"/>
                          <a:pt x="691801" y="395204"/>
                        </a:cubicBezTo>
                        <a:lnTo>
                          <a:pt x="7810" y="1060"/>
                        </a:lnTo>
                        <a:cubicBezTo>
                          <a:pt x="3524" y="-1417"/>
                          <a:pt x="0" y="584"/>
                          <a:pt x="0" y="5632"/>
                        </a:cubicBezTo>
                        <a:lnTo>
                          <a:pt x="0" y="459784"/>
                        </a:lnTo>
                        <a:cubicBezTo>
                          <a:pt x="287" y="465358"/>
                          <a:pt x="3226" y="470457"/>
                          <a:pt x="7906" y="473500"/>
                        </a:cubicBezTo>
                        <a:lnTo>
                          <a:pt x="691896" y="867549"/>
                        </a:lnTo>
                        <a:cubicBezTo>
                          <a:pt x="696182" y="870121"/>
                          <a:pt x="699707" y="868025"/>
                          <a:pt x="699707" y="863073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9" name="Freeform: Shape 468">
                    <a:extLst>
                      <a:ext uri="{FF2B5EF4-FFF2-40B4-BE49-F238E27FC236}">
                        <a16:creationId xmlns:a16="http://schemas.microsoft.com/office/drawing/2014/main" id="{6337B800-CB1C-F09F-C2A1-834ACACBD3EB}"/>
                      </a:ext>
                    </a:extLst>
                  </p:cNvPr>
                  <p:cNvSpPr/>
                  <p:nvPr/>
                </p:nvSpPr>
                <p:spPr>
                  <a:xfrm>
                    <a:off x="3354228" y="2974173"/>
                    <a:ext cx="243459" cy="354743"/>
                  </a:xfrm>
                  <a:custGeom>
                    <a:avLst/>
                    <a:gdLst>
                      <a:gd name="csX0" fmla="*/ 0 w 243459"/>
                      <a:gd name="csY0" fmla="*/ 107069 h 354743"/>
                      <a:gd name="csX1" fmla="*/ 35719 w 243459"/>
                      <a:gd name="csY1" fmla="*/ 242705 h 354743"/>
                      <a:gd name="csX2" fmla="*/ 122015 w 243459"/>
                      <a:gd name="csY2" fmla="*/ 340051 h 354743"/>
                      <a:gd name="csX3" fmla="*/ 207740 w 243459"/>
                      <a:gd name="csY3" fmla="*/ 342241 h 354743"/>
                      <a:gd name="csX4" fmla="*/ 243459 w 243459"/>
                      <a:gd name="csY4" fmla="*/ 247848 h 354743"/>
                      <a:gd name="csX5" fmla="*/ 208121 w 243459"/>
                      <a:gd name="csY5" fmla="*/ 111927 h 354743"/>
                      <a:gd name="csX6" fmla="*/ 207169 w 243459"/>
                      <a:gd name="csY6" fmla="*/ 110117 h 354743"/>
                      <a:gd name="csX7" fmla="*/ 205264 w 243459"/>
                      <a:gd name="csY7" fmla="*/ 106593 h 354743"/>
                      <a:gd name="csX8" fmla="*/ 122396 w 243459"/>
                      <a:gd name="csY8" fmla="*/ 14772 h 354743"/>
                      <a:gd name="csX9" fmla="*/ 36671 w 243459"/>
                      <a:gd name="csY9" fmla="*/ 12486 h 354743"/>
                      <a:gd name="csX10" fmla="*/ 36671 w 243459"/>
                      <a:gd name="csY10" fmla="*/ 12486 h 354743"/>
                      <a:gd name="csX11" fmla="*/ 35052 w 243459"/>
                      <a:gd name="csY11" fmla="*/ 13724 h 354743"/>
                      <a:gd name="csX12" fmla="*/ 0 w 243459"/>
                      <a:gd name="csY12" fmla="*/ 107069 h 354743"/>
                      <a:gd name="csX13" fmla="*/ 2572 w 243459"/>
                      <a:gd name="csY13" fmla="*/ 110212 h 354743"/>
                      <a:gd name="csX14" fmla="*/ 2572 w 243459"/>
                      <a:gd name="csY14" fmla="*/ 106783 h 354743"/>
                      <a:gd name="csX15" fmla="*/ 36004 w 243459"/>
                      <a:gd name="csY15" fmla="*/ 17438 h 354743"/>
                      <a:gd name="csX16" fmla="*/ 37909 w 243459"/>
                      <a:gd name="csY16" fmla="*/ 16010 h 354743"/>
                      <a:gd name="csX17" fmla="*/ 102965 w 243459"/>
                      <a:gd name="csY17" fmla="*/ 9247 h 354743"/>
                      <a:gd name="csX18" fmla="*/ 116395 w 243459"/>
                      <a:gd name="csY18" fmla="*/ 15153 h 354743"/>
                      <a:gd name="csX19" fmla="*/ 122015 w 243459"/>
                      <a:gd name="csY19" fmla="*/ 18201 h 354743"/>
                      <a:gd name="csX20" fmla="*/ 127635 w 243459"/>
                      <a:gd name="csY20" fmla="*/ 21630 h 354743"/>
                      <a:gd name="csX21" fmla="*/ 141065 w 243459"/>
                      <a:gd name="csY21" fmla="*/ 31155 h 354743"/>
                      <a:gd name="csX22" fmla="*/ 203549 w 243459"/>
                      <a:gd name="csY22" fmla="*/ 108212 h 354743"/>
                      <a:gd name="csX23" fmla="*/ 205454 w 243459"/>
                      <a:gd name="csY23" fmla="*/ 111736 h 354743"/>
                      <a:gd name="csX24" fmla="*/ 241364 w 243459"/>
                      <a:gd name="csY24" fmla="*/ 244610 h 354743"/>
                      <a:gd name="csX25" fmla="*/ 241364 w 243459"/>
                      <a:gd name="csY25" fmla="*/ 248039 h 354743"/>
                      <a:gd name="csX26" fmla="*/ 141065 w 243459"/>
                      <a:gd name="csY26" fmla="*/ 345575 h 354743"/>
                      <a:gd name="csX27" fmla="*/ 127635 w 243459"/>
                      <a:gd name="csY27" fmla="*/ 339669 h 354743"/>
                      <a:gd name="csX28" fmla="*/ 122015 w 243459"/>
                      <a:gd name="csY28" fmla="*/ 336621 h 354743"/>
                      <a:gd name="csX29" fmla="*/ 116395 w 243459"/>
                      <a:gd name="csY29" fmla="*/ 333192 h 354743"/>
                      <a:gd name="csX30" fmla="*/ 102965 w 243459"/>
                      <a:gd name="csY30" fmla="*/ 323667 h 354743"/>
                      <a:gd name="csX31" fmla="*/ 2572 w 243459"/>
                      <a:gd name="csY31" fmla="*/ 110212 h 35474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</a:cxnLst>
                    <a:rect l="l" t="t" r="r" b="b"/>
                    <a:pathLst>
                      <a:path w="243459" h="354743">
                        <a:moveTo>
                          <a:pt x="0" y="107069"/>
                        </a:moveTo>
                        <a:cubicBezTo>
                          <a:pt x="1030" y="154467"/>
                          <a:pt x="13270" y="200947"/>
                          <a:pt x="35719" y="242705"/>
                        </a:cubicBezTo>
                        <a:cubicBezTo>
                          <a:pt x="58769" y="286710"/>
                          <a:pt x="89440" y="321286"/>
                          <a:pt x="122015" y="340051"/>
                        </a:cubicBezTo>
                        <a:cubicBezTo>
                          <a:pt x="154591" y="358815"/>
                          <a:pt x="185166" y="359672"/>
                          <a:pt x="207740" y="342241"/>
                        </a:cubicBezTo>
                        <a:cubicBezTo>
                          <a:pt x="230315" y="324810"/>
                          <a:pt x="243459" y="291282"/>
                          <a:pt x="243459" y="247848"/>
                        </a:cubicBezTo>
                        <a:cubicBezTo>
                          <a:pt x="242591" y="200384"/>
                          <a:pt x="230481" y="153803"/>
                          <a:pt x="208121" y="111927"/>
                        </a:cubicBezTo>
                        <a:cubicBezTo>
                          <a:pt x="208121" y="111355"/>
                          <a:pt x="207454" y="110784"/>
                          <a:pt x="207169" y="110117"/>
                        </a:cubicBezTo>
                        <a:lnTo>
                          <a:pt x="205264" y="106593"/>
                        </a:lnTo>
                        <a:cubicBezTo>
                          <a:pt x="186268" y="69182"/>
                          <a:pt x="157669" y="37493"/>
                          <a:pt x="122396" y="14772"/>
                        </a:cubicBezTo>
                        <a:cubicBezTo>
                          <a:pt x="89916" y="-4278"/>
                          <a:pt x="59341" y="-4755"/>
                          <a:pt x="36671" y="12486"/>
                        </a:cubicBezTo>
                        <a:lnTo>
                          <a:pt x="36671" y="12486"/>
                        </a:lnTo>
                        <a:lnTo>
                          <a:pt x="35052" y="13724"/>
                        </a:lnTo>
                        <a:cubicBezTo>
                          <a:pt x="12097" y="31631"/>
                          <a:pt x="0" y="64302"/>
                          <a:pt x="0" y="107069"/>
                        </a:cubicBezTo>
                        <a:close/>
                        <a:moveTo>
                          <a:pt x="2572" y="110212"/>
                        </a:moveTo>
                        <a:lnTo>
                          <a:pt x="2572" y="106783"/>
                        </a:lnTo>
                        <a:cubicBezTo>
                          <a:pt x="2572" y="64778"/>
                          <a:pt x="15621" y="33822"/>
                          <a:pt x="36004" y="17438"/>
                        </a:cubicBezTo>
                        <a:cubicBezTo>
                          <a:pt x="36592" y="16902"/>
                          <a:pt x="37230" y="16424"/>
                          <a:pt x="37909" y="16010"/>
                        </a:cubicBezTo>
                        <a:cubicBezTo>
                          <a:pt x="56923" y="2543"/>
                          <a:pt x="81588" y="-21"/>
                          <a:pt x="102965" y="9247"/>
                        </a:cubicBezTo>
                        <a:cubicBezTo>
                          <a:pt x="107562" y="10929"/>
                          <a:pt x="112048" y="12902"/>
                          <a:pt x="116395" y="15153"/>
                        </a:cubicBezTo>
                        <a:lnTo>
                          <a:pt x="122015" y="18201"/>
                        </a:lnTo>
                        <a:lnTo>
                          <a:pt x="127635" y="21630"/>
                        </a:lnTo>
                        <a:cubicBezTo>
                          <a:pt x="132274" y="24569"/>
                          <a:pt x="136757" y="27749"/>
                          <a:pt x="141065" y="31155"/>
                        </a:cubicBezTo>
                        <a:cubicBezTo>
                          <a:pt x="166732" y="52507"/>
                          <a:pt x="187961" y="78687"/>
                          <a:pt x="203549" y="108212"/>
                        </a:cubicBezTo>
                        <a:lnTo>
                          <a:pt x="205454" y="111736"/>
                        </a:lnTo>
                        <a:cubicBezTo>
                          <a:pt x="227694" y="152592"/>
                          <a:pt x="239996" y="198113"/>
                          <a:pt x="241364" y="244610"/>
                        </a:cubicBezTo>
                        <a:lnTo>
                          <a:pt x="241364" y="248039"/>
                        </a:lnTo>
                        <a:cubicBezTo>
                          <a:pt x="240792" y="326049"/>
                          <a:pt x="197453" y="366054"/>
                          <a:pt x="141065" y="345575"/>
                        </a:cubicBezTo>
                        <a:cubicBezTo>
                          <a:pt x="136468" y="343893"/>
                          <a:pt x="131982" y="341920"/>
                          <a:pt x="127635" y="339669"/>
                        </a:cubicBezTo>
                        <a:lnTo>
                          <a:pt x="122015" y="336621"/>
                        </a:lnTo>
                        <a:lnTo>
                          <a:pt x="116395" y="333192"/>
                        </a:lnTo>
                        <a:cubicBezTo>
                          <a:pt x="111823" y="330240"/>
                          <a:pt x="106870" y="327001"/>
                          <a:pt x="102965" y="323667"/>
                        </a:cubicBezTo>
                        <a:cubicBezTo>
                          <a:pt x="46196" y="278995"/>
                          <a:pt x="3238" y="188984"/>
                          <a:pt x="2572" y="1102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0" name="Freeform: Shape 469">
                    <a:extLst>
                      <a:ext uri="{FF2B5EF4-FFF2-40B4-BE49-F238E27FC236}">
                        <a16:creationId xmlns:a16="http://schemas.microsoft.com/office/drawing/2014/main" id="{10E814C4-98EA-1FDF-BD81-7D2AE0F5F1D2}"/>
                      </a:ext>
                    </a:extLst>
                  </p:cNvPr>
                  <p:cNvSpPr/>
                  <p:nvPr/>
                </p:nvSpPr>
                <p:spPr>
                  <a:xfrm>
                    <a:off x="3348704" y="2966174"/>
                    <a:ext cx="254698" cy="370680"/>
                  </a:xfrm>
                  <a:custGeom>
                    <a:avLst/>
                    <a:gdLst>
                      <a:gd name="csX0" fmla="*/ 37338 w 254698"/>
                      <a:gd name="csY0" fmla="*/ 253275 h 370680"/>
                      <a:gd name="csX1" fmla="*/ 0 w 254698"/>
                      <a:gd name="csY1" fmla="*/ 111543 h 370680"/>
                      <a:gd name="csX2" fmla="*/ 35719 w 254698"/>
                      <a:gd name="csY2" fmla="*/ 14198 h 370680"/>
                      <a:gd name="csX3" fmla="*/ 35719 w 254698"/>
                      <a:gd name="csY3" fmla="*/ 14198 h 370680"/>
                      <a:gd name="csX4" fmla="*/ 37338 w 254698"/>
                      <a:gd name="csY4" fmla="*/ 12864 h 370680"/>
                      <a:gd name="csX5" fmla="*/ 37338 w 254698"/>
                      <a:gd name="csY5" fmla="*/ 12864 h 370680"/>
                      <a:gd name="csX6" fmla="*/ 127254 w 254698"/>
                      <a:gd name="csY6" fmla="*/ 15341 h 370680"/>
                      <a:gd name="csX7" fmla="*/ 214408 w 254698"/>
                      <a:gd name="csY7" fmla="*/ 111639 h 370680"/>
                      <a:gd name="csX8" fmla="*/ 216408 w 254698"/>
                      <a:gd name="csY8" fmla="*/ 115258 h 370680"/>
                      <a:gd name="csX9" fmla="*/ 217361 w 254698"/>
                      <a:gd name="csY9" fmla="*/ 117163 h 370680"/>
                      <a:gd name="csX10" fmla="*/ 254698 w 254698"/>
                      <a:gd name="csY10" fmla="*/ 258990 h 370680"/>
                      <a:gd name="csX11" fmla="*/ 217361 w 254698"/>
                      <a:gd name="csY11" fmla="*/ 357574 h 370680"/>
                      <a:gd name="csX12" fmla="*/ 127254 w 254698"/>
                      <a:gd name="csY12" fmla="*/ 355383 h 370680"/>
                      <a:gd name="csX13" fmla="*/ 37338 w 254698"/>
                      <a:gd name="csY13" fmla="*/ 253275 h 370680"/>
                      <a:gd name="csX14" fmla="*/ 122111 w 254698"/>
                      <a:gd name="csY14" fmla="*/ 30390 h 370680"/>
                      <a:gd name="csX15" fmla="*/ 109347 w 254698"/>
                      <a:gd name="csY15" fmla="*/ 24771 h 370680"/>
                      <a:gd name="csX16" fmla="*/ 47244 w 254698"/>
                      <a:gd name="csY16" fmla="*/ 31153 h 370680"/>
                      <a:gd name="csX17" fmla="*/ 45529 w 254698"/>
                      <a:gd name="csY17" fmla="*/ 32486 h 370680"/>
                      <a:gd name="csX18" fmla="*/ 13621 w 254698"/>
                      <a:gd name="csY18" fmla="*/ 117734 h 370680"/>
                      <a:gd name="csX19" fmla="*/ 13621 w 254698"/>
                      <a:gd name="csY19" fmla="*/ 121068 h 370680"/>
                      <a:gd name="csX20" fmla="*/ 109347 w 254698"/>
                      <a:gd name="csY20" fmla="*/ 324617 h 370680"/>
                      <a:gd name="csX21" fmla="*/ 109347 w 254698"/>
                      <a:gd name="csY21" fmla="*/ 324617 h 370680"/>
                      <a:gd name="csX22" fmla="*/ 122206 w 254698"/>
                      <a:gd name="csY22" fmla="*/ 334142 h 370680"/>
                      <a:gd name="csX23" fmla="*/ 132874 w 254698"/>
                      <a:gd name="csY23" fmla="*/ 340334 h 370680"/>
                      <a:gd name="csX24" fmla="*/ 145733 w 254698"/>
                      <a:gd name="csY24" fmla="*/ 345953 h 370680"/>
                      <a:gd name="csX25" fmla="*/ 240982 w 254698"/>
                      <a:gd name="csY25" fmla="*/ 252990 h 370680"/>
                      <a:gd name="csX26" fmla="*/ 240982 w 254698"/>
                      <a:gd name="csY26" fmla="*/ 251275 h 370680"/>
                      <a:gd name="csX27" fmla="*/ 240982 w 254698"/>
                      <a:gd name="csY27" fmla="*/ 249656 h 370680"/>
                      <a:gd name="csX28" fmla="*/ 206692 w 254698"/>
                      <a:gd name="csY28" fmla="*/ 122973 h 370680"/>
                      <a:gd name="csX29" fmla="*/ 204883 w 254698"/>
                      <a:gd name="csY29" fmla="*/ 119640 h 370680"/>
                      <a:gd name="csX30" fmla="*/ 145351 w 254698"/>
                      <a:gd name="csY30" fmla="*/ 46107 h 370680"/>
                      <a:gd name="csX31" fmla="*/ 132493 w 254698"/>
                      <a:gd name="csY31" fmla="*/ 36582 h 370680"/>
                      <a:gd name="csX32" fmla="*/ 127159 w 254698"/>
                      <a:gd name="csY32" fmla="*/ 33248 h 3706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254698" h="370680">
                        <a:moveTo>
                          <a:pt x="37338" y="253275"/>
                        </a:moveTo>
                        <a:cubicBezTo>
                          <a:pt x="13857" y="209650"/>
                          <a:pt x="1060" y="161076"/>
                          <a:pt x="0" y="111543"/>
                        </a:cubicBezTo>
                        <a:cubicBezTo>
                          <a:pt x="0" y="67347"/>
                          <a:pt x="12668" y="32772"/>
                          <a:pt x="35719" y="14198"/>
                        </a:cubicBezTo>
                        <a:lnTo>
                          <a:pt x="35719" y="14198"/>
                        </a:lnTo>
                        <a:lnTo>
                          <a:pt x="37338" y="12864"/>
                        </a:lnTo>
                        <a:lnTo>
                          <a:pt x="37338" y="12864"/>
                        </a:lnTo>
                        <a:cubicBezTo>
                          <a:pt x="61436" y="-5138"/>
                          <a:pt x="93345" y="-4185"/>
                          <a:pt x="127254" y="15341"/>
                        </a:cubicBezTo>
                        <a:cubicBezTo>
                          <a:pt x="159734" y="34391"/>
                          <a:pt x="190690" y="68300"/>
                          <a:pt x="214408" y="111639"/>
                        </a:cubicBezTo>
                        <a:lnTo>
                          <a:pt x="216408" y="115258"/>
                        </a:lnTo>
                        <a:lnTo>
                          <a:pt x="217361" y="117163"/>
                        </a:lnTo>
                        <a:cubicBezTo>
                          <a:pt x="240843" y="160823"/>
                          <a:pt x="253639" y="209428"/>
                          <a:pt x="254698" y="258990"/>
                        </a:cubicBezTo>
                        <a:cubicBezTo>
                          <a:pt x="254698" y="304425"/>
                          <a:pt x="241459" y="339381"/>
                          <a:pt x="217361" y="357574"/>
                        </a:cubicBezTo>
                        <a:cubicBezTo>
                          <a:pt x="193262" y="375767"/>
                          <a:pt x="161258" y="375005"/>
                          <a:pt x="127254" y="355383"/>
                        </a:cubicBezTo>
                        <a:cubicBezTo>
                          <a:pt x="93250" y="335762"/>
                          <a:pt x="61246" y="299662"/>
                          <a:pt x="37338" y="253275"/>
                        </a:cubicBezTo>
                        <a:close/>
                        <a:moveTo>
                          <a:pt x="122111" y="30390"/>
                        </a:moveTo>
                        <a:cubicBezTo>
                          <a:pt x="117975" y="28257"/>
                          <a:pt x="113713" y="26380"/>
                          <a:pt x="109347" y="24771"/>
                        </a:cubicBezTo>
                        <a:cubicBezTo>
                          <a:pt x="88962" y="15840"/>
                          <a:pt x="65386" y="18263"/>
                          <a:pt x="47244" y="31153"/>
                        </a:cubicBezTo>
                        <a:lnTo>
                          <a:pt x="45529" y="32486"/>
                        </a:lnTo>
                        <a:cubicBezTo>
                          <a:pt x="25241" y="48869"/>
                          <a:pt x="13906" y="79158"/>
                          <a:pt x="13621" y="117734"/>
                        </a:cubicBezTo>
                        <a:lnTo>
                          <a:pt x="13621" y="121068"/>
                        </a:lnTo>
                        <a:cubicBezTo>
                          <a:pt x="14192" y="195554"/>
                          <a:pt x="54483" y="281088"/>
                          <a:pt x="109347" y="324617"/>
                        </a:cubicBezTo>
                        <a:lnTo>
                          <a:pt x="109347" y="324617"/>
                        </a:lnTo>
                        <a:cubicBezTo>
                          <a:pt x="113454" y="328028"/>
                          <a:pt x="117746" y="331208"/>
                          <a:pt x="122206" y="334142"/>
                        </a:cubicBezTo>
                        <a:cubicBezTo>
                          <a:pt x="125644" y="336403"/>
                          <a:pt x="129205" y="338470"/>
                          <a:pt x="132874" y="340334"/>
                        </a:cubicBezTo>
                        <a:cubicBezTo>
                          <a:pt x="137033" y="342485"/>
                          <a:pt x="141329" y="344362"/>
                          <a:pt x="145733" y="345953"/>
                        </a:cubicBezTo>
                        <a:cubicBezTo>
                          <a:pt x="200597" y="365861"/>
                          <a:pt x="240982" y="326904"/>
                          <a:pt x="240982" y="252990"/>
                        </a:cubicBezTo>
                        <a:cubicBezTo>
                          <a:pt x="241030" y="252419"/>
                          <a:pt x="241030" y="251845"/>
                          <a:pt x="240982" y="251275"/>
                        </a:cubicBezTo>
                        <a:cubicBezTo>
                          <a:pt x="241028" y="250737"/>
                          <a:pt x="241028" y="250195"/>
                          <a:pt x="240982" y="249656"/>
                        </a:cubicBezTo>
                        <a:cubicBezTo>
                          <a:pt x="239716" y="205313"/>
                          <a:pt x="227966" y="161901"/>
                          <a:pt x="206692" y="122973"/>
                        </a:cubicBezTo>
                        <a:cubicBezTo>
                          <a:pt x="206146" y="121832"/>
                          <a:pt x="205542" y="120719"/>
                          <a:pt x="204883" y="119640"/>
                        </a:cubicBezTo>
                        <a:cubicBezTo>
                          <a:pt x="190067" y="91452"/>
                          <a:pt x="169838" y="66464"/>
                          <a:pt x="145351" y="46107"/>
                        </a:cubicBezTo>
                        <a:cubicBezTo>
                          <a:pt x="141033" y="42741"/>
                          <a:pt x="136747" y="39566"/>
                          <a:pt x="132493" y="36582"/>
                        </a:cubicBezTo>
                        <a:lnTo>
                          <a:pt x="127159" y="332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1" name="Freeform: Shape 470">
                    <a:extLst>
                      <a:ext uri="{FF2B5EF4-FFF2-40B4-BE49-F238E27FC236}">
                        <a16:creationId xmlns:a16="http://schemas.microsoft.com/office/drawing/2014/main" id="{93D7941D-CCBC-9F53-1551-D8C45E2CF0C4}"/>
                      </a:ext>
                    </a:extLst>
                  </p:cNvPr>
                  <p:cNvSpPr/>
                  <p:nvPr/>
                </p:nvSpPr>
                <p:spPr>
                  <a:xfrm>
                    <a:off x="3383946" y="2981706"/>
                    <a:ext cx="181260" cy="120670"/>
                  </a:xfrm>
                  <a:custGeom>
                    <a:avLst/>
                    <a:gdLst>
                      <a:gd name="csX0" fmla="*/ 2381 w 181260"/>
                      <a:gd name="csY0" fmla="*/ 2572 h 120670"/>
                      <a:gd name="csX1" fmla="*/ 4001 w 181260"/>
                      <a:gd name="csY1" fmla="*/ 1333 h 120670"/>
                      <a:gd name="csX2" fmla="*/ 4001 w 181260"/>
                      <a:gd name="csY2" fmla="*/ 1333 h 120670"/>
                      <a:gd name="csX3" fmla="*/ 6001 w 181260"/>
                      <a:gd name="csY3" fmla="*/ 0 h 120670"/>
                      <a:gd name="csX4" fmla="*/ 8001 w 181260"/>
                      <a:gd name="csY4" fmla="*/ 3620 h 120670"/>
                      <a:gd name="csX5" fmla="*/ 9811 w 181260"/>
                      <a:gd name="csY5" fmla="*/ 7048 h 120670"/>
                      <a:gd name="csX6" fmla="*/ 32099 w 181260"/>
                      <a:gd name="csY6" fmla="*/ 41815 h 120670"/>
                      <a:gd name="csX7" fmla="*/ 34290 w 181260"/>
                      <a:gd name="csY7" fmla="*/ 44767 h 120670"/>
                      <a:gd name="csX8" fmla="*/ 69628 w 181260"/>
                      <a:gd name="csY8" fmla="*/ 81343 h 120670"/>
                      <a:gd name="csX9" fmla="*/ 72104 w 181260"/>
                      <a:gd name="csY9" fmla="*/ 83344 h 120670"/>
                      <a:gd name="csX10" fmla="*/ 89440 w 181260"/>
                      <a:gd name="csY10" fmla="*/ 95060 h 120670"/>
                      <a:gd name="csX11" fmla="*/ 111728 w 181260"/>
                      <a:gd name="csY11" fmla="*/ 104394 h 120670"/>
                      <a:gd name="csX12" fmla="*/ 114205 w 181260"/>
                      <a:gd name="csY12" fmla="*/ 105156 h 120670"/>
                      <a:gd name="csX13" fmla="*/ 148590 w 181260"/>
                      <a:gd name="csY13" fmla="*/ 106966 h 120670"/>
                      <a:gd name="csX14" fmla="*/ 150781 w 181260"/>
                      <a:gd name="csY14" fmla="*/ 106489 h 120670"/>
                      <a:gd name="csX15" fmla="*/ 171545 w 181260"/>
                      <a:gd name="csY15" fmla="*/ 96964 h 120670"/>
                      <a:gd name="csX16" fmla="*/ 173355 w 181260"/>
                      <a:gd name="csY16" fmla="*/ 95536 h 120670"/>
                      <a:gd name="csX17" fmla="*/ 175260 w 181260"/>
                      <a:gd name="csY17" fmla="*/ 94012 h 120670"/>
                      <a:gd name="csX18" fmla="*/ 177356 w 181260"/>
                      <a:gd name="csY18" fmla="*/ 97726 h 120670"/>
                      <a:gd name="csX19" fmla="*/ 179261 w 181260"/>
                      <a:gd name="csY19" fmla="*/ 101346 h 120670"/>
                      <a:gd name="csX20" fmla="*/ 181261 w 181260"/>
                      <a:gd name="csY20" fmla="*/ 105061 h 120670"/>
                      <a:gd name="csX21" fmla="*/ 179356 w 181260"/>
                      <a:gd name="csY21" fmla="*/ 106680 h 120670"/>
                      <a:gd name="csX22" fmla="*/ 177641 w 181260"/>
                      <a:gd name="csY22" fmla="*/ 108013 h 120670"/>
                      <a:gd name="csX23" fmla="*/ 177641 w 181260"/>
                      <a:gd name="csY23" fmla="*/ 108013 h 120670"/>
                      <a:gd name="csX24" fmla="*/ 154972 w 181260"/>
                      <a:gd name="csY24" fmla="*/ 118777 h 120670"/>
                      <a:gd name="csX25" fmla="*/ 152686 w 181260"/>
                      <a:gd name="csY25" fmla="*/ 119348 h 120670"/>
                      <a:gd name="csX26" fmla="*/ 115824 w 181260"/>
                      <a:gd name="csY26" fmla="*/ 117157 h 120670"/>
                      <a:gd name="csX27" fmla="*/ 113252 w 181260"/>
                      <a:gd name="csY27" fmla="*/ 116300 h 120670"/>
                      <a:gd name="csX28" fmla="*/ 89630 w 181260"/>
                      <a:gd name="csY28" fmla="*/ 105632 h 120670"/>
                      <a:gd name="csX29" fmla="*/ 71152 w 181260"/>
                      <a:gd name="csY29" fmla="*/ 93250 h 120670"/>
                      <a:gd name="csX30" fmla="*/ 68580 w 181260"/>
                      <a:gd name="csY30" fmla="*/ 91154 h 120670"/>
                      <a:gd name="csX31" fmla="*/ 30480 w 181260"/>
                      <a:gd name="csY31" fmla="*/ 52197 h 120670"/>
                      <a:gd name="csX32" fmla="*/ 28099 w 181260"/>
                      <a:gd name="csY32" fmla="*/ 49149 h 120670"/>
                      <a:gd name="csX33" fmla="*/ 3905 w 181260"/>
                      <a:gd name="csY33" fmla="*/ 11049 h 120670"/>
                      <a:gd name="csX34" fmla="*/ 2000 w 181260"/>
                      <a:gd name="csY34" fmla="*/ 7429 h 120670"/>
                      <a:gd name="csX35" fmla="*/ 0 w 181260"/>
                      <a:gd name="csY35" fmla="*/ 3620 h 1206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</a:cxnLst>
                    <a:rect l="l" t="t" r="r" b="b"/>
                    <a:pathLst>
                      <a:path w="181260" h="120670">
                        <a:moveTo>
                          <a:pt x="2381" y="2572"/>
                        </a:moveTo>
                        <a:lnTo>
                          <a:pt x="4001" y="1333"/>
                        </a:lnTo>
                        <a:lnTo>
                          <a:pt x="4001" y="1333"/>
                        </a:lnTo>
                        <a:lnTo>
                          <a:pt x="6001" y="0"/>
                        </a:lnTo>
                        <a:lnTo>
                          <a:pt x="8001" y="3620"/>
                        </a:lnTo>
                        <a:cubicBezTo>
                          <a:pt x="8573" y="4858"/>
                          <a:pt x="9239" y="6001"/>
                          <a:pt x="9811" y="7048"/>
                        </a:cubicBezTo>
                        <a:cubicBezTo>
                          <a:pt x="16402" y="19153"/>
                          <a:pt x="23851" y="30772"/>
                          <a:pt x="32099" y="41815"/>
                        </a:cubicBezTo>
                        <a:lnTo>
                          <a:pt x="34290" y="44767"/>
                        </a:lnTo>
                        <a:cubicBezTo>
                          <a:pt x="44587" y="58309"/>
                          <a:pt x="56448" y="70587"/>
                          <a:pt x="69628" y="81343"/>
                        </a:cubicBezTo>
                        <a:lnTo>
                          <a:pt x="72104" y="83344"/>
                        </a:lnTo>
                        <a:cubicBezTo>
                          <a:pt x="77603" y="87648"/>
                          <a:pt x="83395" y="91563"/>
                          <a:pt x="89440" y="95060"/>
                        </a:cubicBezTo>
                        <a:cubicBezTo>
                          <a:pt x="96510" y="98968"/>
                          <a:pt x="103983" y="102098"/>
                          <a:pt x="111728" y="104394"/>
                        </a:cubicBezTo>
                        <a:lnTo>
                          <a:pt x="114205" y="105156"/>
                        </a:lnTo>
                        <a:cubicBezTo>
                          <a:pt x="125336" y="108616"/>
                          <a:pt x="137157" y="109238"/>
                          <a:pt x="148590" y="106966"/>
                        </a:cubicBezTo>
                        <a:lnTo>
                          <a:pt x="150781" y="106489"/>
                        </a:lnTo>
                        <a:cubicBezTo>
                          <a:pt x="158258" y="104701"/>
                          <a:pt x="165312" y="101465"/>
                          <a:pt x="171545" y="96964"/>
                        </a:cubicBezTo>
                        <a:lnTo>
                          <a:pt x="173355" y="95536"/>
                        </a:lnTo>
                        <a:lnTo>
                          <a:pt x="175260" y="94012"/>
                        </a:lnTo>
                        <a:lnTo>
                          <a:pt x="177356" y="97726"/>
                        </a:lnTo>
                        <a:lnTo>
                          <a:pt x="179261" y="101346"/>
                        </a:lnTo>
                        <a:lnTo>
                          <a:pt x="181261" y="105061"/>
                        </a:lnTo>
                        <a:lnTo>
                          <a:pt x="179356" y="106680"/>
                        </a:lnTo>
                        <a:lnTo>
                          <a:pt x="177641" y="108013"/>
                        </a:lnTo>
                        <a:lnTo>
                          <a:pt x="177641" y="108013"/>
                        </a:lnTo>
                        <a:cubicBezTo>
                          <a:pt x="170896" y="113106"/>
                          <a:pt x="163182" y="116769"/>
                          <a:pt x="154972" y="118777"/>
                        </a:cubicBezTo>
                        <a:cubicBezTo>
                          <a:pt x="154222" y="119012"/>
                          <a:pt x="153458" y="119203"/>
                          <a:pt x="152686" y="119348"/>
                        </a:cubicBezTo>
                        <a:cubicBezTo>
                          <a:pt x="140406" y="121675"/>
                          <a:pt x="127741" y="120922"/>
                          <a:pt x="115824" y="117157"/>
                        </a:cubicBezTo>
                        <a:lnTo>
                          <a:pt x="113252" y="116300"/>
                        </a:lnTo>
                        <a:cubicBezTo>
                          <a:pt x="105023" y="113590"/>
                          <a:pt x="97105" y="110014"/>
                          <a:pt x="89630" y="105632"/>
                        </a:cubicBezTo>
                        <a:cubicBezTo>
                          <a:pt x="83199" y="101926"/>
                          <a:pt x="77025" y="97789"/>
                          <a:pt x="71152" y="93250"/>
                        </a:cubicBezTo>
                        <a:lnTo>
                          <a:pt x="68580" y="91154"/>
                        </a:lnTo>
                        <a:cubicBezTo>
                          <a:pt x="54381" y="79724"/>
                          <a:pt x="41591" y="66647"/>
                          <a:pt x="30480" y="52197"/>
                        </a:cubicBezTo>
                        <a:lnTo>
                          <a:pt x="28099" y="49149"/>
                        </a:lnTo>
                        <a:cubicBezTo>
                          <a:pt x="19124" y="37051"/>
                          <a:pt x="11038" y="24317"/>
                          <a:pt x="3905" y="11049"/>
                        </a:cubicBezTo>
                        <a:cubicBezTo>
                          <a:pt x="3239" y="9906"/>
                          <a:pt x="2667" y="8668"/>
                          <a:pt x="2000" y="7429"/>
                        </a:cubicBezTo>
                        <a:lnTo>
                          <a:pt x="0" y="362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2" name="Freeform: Shape 471">
                    <a:extLst>
                      <a:ext uri="{FF2B5EF4-FFF2-40B4-BE49-F238E27FC236}">
                        <a16:creationId xmlns:a16="http://schemas.microsoft.com/office/drawing/2014/main" id="{0F1380E9-7101-8C83-C9BB-D04D13EC8AE4}"/>
                      </a:ext>
                    </a:extLst>
                  </p:cNvPr>
                  <p:cNvSpPr/>
                  <p:nvPr/>
                </p:nvSpPr>
                <p:spPr>
                  <a:xfrm>
                    <a:off x="3384899" y="3198496"/>
                    <a:ext cx="180784" cy="125443"/>
                  </a:xfrm>
                  <a:custGeom>
                    <a:avLst/>
                    <a:gdLst>
                      <a:gd name="csX0" fmla="*/ 1524 w 180784"/>
                      <a:gd name="csY0" fmla="*/ 11429 h 125443"/>
                      <a:gd name="csX1" fmla="*/ 3429 w 180784"/>
                      <a:gd name="csY1" fmla="*/ 10095 h 125443"/>
                      <a:gd name="csX2" fmla="*/ 27623 w 180784"/>
                      <a:gd name="csY2" fmla="*/ 570 h 125443"/>
                      <a:gd name="csX3" fmla="*/ 30004 w 180784"/>
                      <a:gd name="csY3" fmla="*/ 570 h 125443"/>
                      <a:gd name="csX4" fmla="*/ 68104 w 180784"/>
                      <a:gd name="csY4" fmla="*/ 5237 h 125443"/>
                      <a:gd name="csX5" fmla="*/ 70675 w 180784"/>
                      <a:gd name="csY5" fmla="*/ 6190 h 125443"/>
                      <a:gd name="csX6" fmla="*/ 89154 w 180784"/>
                      <a:gd name="csY6" fmla="*/ 15048 h 125443"/>
                      <a:gd name="csX7" fmla="*/ 112681 w 180784"/>
                      <a:gd name="csY7" fmla="*/ 31622 h 125443"/>
                      <a:gd name="csX8" fmla="*/ 115348 w 180784"/>
                      <a:gd name="csY8" fmla="*/ 33813 h 125443"/>
                      <a:gd name="csX9" fmla="*/ 152209 w 180784"/>
                      <a:gd name="csY9" fmla="*/ 74104 h 125443"/>
                      <a:gd name="csX10" fmla="*/ 154495 w 180784"/>
                      <a:gd name="csY10" fmla="*/ 77342 h 125443"/>
                      <a:gd name="csX11" fmla="*/ 177165 w 180784"/>
                      <a:gd name="csY11" fmla="*/ 114204 h 125443"/>
                      <a:gd name="csX12" fmla="*/ 177165 w 180784"/>
                      <a:gd name="csY12" fmla="*/ 114204 h 125443"/>
                      <a:gd name="csX13" fmla="*/ 178879 w 180784"/>
                      <a:gd name="csY13" fmla="*/ 117442 h 125443"/>
                      <a:gd name="csX14" fmla="*/ 180785 w 180784"/>
                      <a:gd name="csY14" fmla="*/ 121252 h 125443"/>
                      <a:gd name="csX15" fmla="*/ 178784 w 180784"/>
                      <a:gd name="csY15" fmla="*/ 122681 h 125443"/>
                      <a:gd name="csX16" fmla="*/ 176879 w 180784"/>
                      <a:gd name="csY16" fmla="*/ 124014 h 125443"/>
                      <a:gd name="csX17" fmla="*/ 174784 w 180784"/>
                      <a:gd name="csY17" fmla="*/ 125443 h 125443"/>
                      <a:gd name="csX18" fmla="*/ 172879 w 180784"/>
                      <a:gd name="csY18" fmla="*/ 121538 h 125443"/>
                      <a:gd name="csX19" fmla="*/ 171069 w 180784"/>
                      <a:gd name="csY19" fmla="*/ 118109 h 125443"/>
                      <a:gd name="csX20" fmla="*/ 150305 w 180784"/>
                      <a:gd name="csY20" fmla="*/ 84200 h 125443"/>
                      <a:gd name="csX21" fmla="*/ 148114 w 180784"/>
                      <a:gd name="csY21" fmla="*/ 81247 h 125443"/>
                      <a:gd name="csX22" fmla="*/ 113633 w 180784"/>
                      <a:gd name="csY22" fmla="*/ 43147 h 125443"/>
                      <a:gd name="csX23" fmla="*/ 111252 w 180784"/>
                      <a:gd name="csY23" fmla="*/ 41051 h 125443"/>
                      <a:gd name="csX24" fmla="*/ 88964 w 180784"/>
                      <a:gd name="csY24" fmla="*/ 25335 h 125443"/>
                      <a:gd name="csX25" fmla="*/ 71533 w 180784"/>
                      <a:gd name="csY25" fmla="*/ 17049 h 125443"/>
                      <a:gd name="csX26" fmla="*/ 69152 w 180784"/>
                      <a:gd name="csY26" fmla="*/ 16096 h 125443"/>
                      <a:gd name="csX27" fmla="*/ 33814 w 180784"/>
                      <a:gd name="csY27" fmla="*/ 12000 h 125443"/>
                      <a:gd name="csX28" fmla="*/ 31623 w 180784"/>
                      <a:gd name="csY28" fmla="*/ 12000 h 125443"/>
                      <a:gd name="csX29" fmla="*/ 9335 w 180784"/>
                      <a:gd name="csY29" fmla="*/ 20954 h 125443"/>
                      <a:gd name="csX30" fmla="*/ 7525 w 180784"/>
                      <a:gd name="csY30" fmla="*/ 22287 h 125443"/>
                      <a:gd name="csX31" fmla="*/ 5524 w 180784"/>
                      <a:gd name="csY31" fmla="*/ 23716 h 125443"/>
                      <a:gd name="csX32" fmla="*/ 3524 w 180784"/>
                      <a:gd name="csY32" fmla="*/ 20001 h 125443"/>
                      <a:gd name="csX33" fmla="*/ 3524 w 180784"/>
                      <a:gd name="csY33" fmla="*/ 19430 h 125443"/>
                      <a:gd name="csX34" fmla="*/ 1905 w 180784"/>
                      <a:gd name="csY34" fmla="*/ 16287 h 125443"/>
                      <a:gd name="csX35" fmla="*/ 0 w 180784"/>
                      <a:gd name="csY35" fmla="*/ 12476 h 12544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</a:cxnLst>
                    <a:rect l="l" t="t" r="r" b="b"/>
                    <a:pathLst>
                      <a:path w="180784" h="125443">
                        <a:moveTo>
                          <a:pt x="1524" y="11429"/>
                        </a:moveTo>
                        <a:lnTo>
                          <a:pt x="3429" y="10095"/>
                        </a:lnTo>
                        <a:cubicBezTo>
                          <a:pt x="10716" y="5220"/>
                          <a:pt x="18968" y="1971"/>
                          <a:pt x="27623" y="570"/>
                        </a:cubicBezTo>
                        <a:lnTo>
                          <a:pt x="30004" y="570"/>
                        </a:lnTo>
                        <a:cubicBezTo>
                          <a:pt x="42894" y="-973"/>
                          <a:pt x="55967" y="628"/>
                          <a:pt x="68104" y="5237"/>
                        </a:cubicBezTo>
                        <a:lnTo>
                          <a:pt x="70675" y="6190"/>
                        </a:lnTo>
                        <a:cubicBezTo>
                          <a:pt x="77075" y="8614"/>
                          <a:pt x="83257" y="11577"/>
                          <a:pt x="89154" y="15048"/>
                        </a:cubicBezTo>
                        <a:cubicBezTo>
                          <a:pt x="97476" y="19858"/>
                          <a:pt x="105350" y="25404"/>
                          <a:pt x="112681" y="31622"/>
                        </a:cubicBezTo>
                        <a:cubicBezTo>
                          <a:pt x="113620" y="32289"/>
                          <a:pt x="114511" y="33021"/>
                          <a:pt x="115348" y="33813"/>
                        </a:cubicBezTo>
                        <a:cubicBezTo>
                          <a:pt x="129104" y="45822"/>
                          <a:pt x="141468" y="59336"/>
                          <a:pt x="152209" y="74104"/>
                        </a:cubicBezTo>
                        <a:lnTo>
                          <a:pt x="154495" y="77342"/>
                        </a:lnTo>
                        <a:cubicBezTo>
                          <a:pt x="162842" y="89125"/>
                          <a:pt x="170415" y="101438"/>
                          <a:pt x="177165" y="114204"/>
                        </a:cubicBezTo>
                        <a:lnTo>
                          <a:pt x="177165" y="114204"/>
                        </a:lnTo>
                        <a:lnTo>
                          <a:pt x="178879" y="117442"/>
                        </a:lnTo>
                        <a:lnTo>
                          <a:pt x="180785" y="121252"/>
                        </a:lnTo>
                        <a:lnTo>
                          <a:pt x="178784" y="122681"/>
                        </a:lnTo>
                        <a:lnTo>
                          <a:pt x="176879" y="124014"/>
                        </a:lnTo>
                        <a:lnTo>
                          <a:pt x="174784" y="125443"/>
                        </a:lnTo>
                        <a:lnTo>
                          <a:pt x="172879" y="121538"/>
                        </a:lnTo>
                        <a:cubicBezTo>
                          <a:pt x="172307" y="120585"/>
                          <a:pt x="171736" y="119442"/>
                          <a:pt x="171069" y="118109"/>
                        </a:cubicBezTo>
                        <a:cubicBezTo>
                          <a:pt x="164903" y="106361"/>
                          <a:pt x="157966" y="95033"/>
                          <a:pt x="150305" y="84200"/>
                        </a:cubicBezTo>
                        <a:lnTo>
                          <a:pt x="148114" y="81247"/>
                        </a:lnTo>
                        <a:cubicBezTo>
                          <a:pt x="138104" y="67279"/>
                          <a:pt x="126536" y="54497"/>
                          <a:pt x="113633" y="43147"/>
                        </a:cubicBezTo>
                        <a:lnTo>
                          <a:pt x="111252" y="41051"/>
                        </a:lnTo>
                        <a:cubicBezTo>
                          <a:pt x="104278" y="35195"/>
                          <a:pt x="96822" y="29938"/>
                          <a:pt x="88964" y="25335"/>
                        </a:cubicBezTo>
                        <a:cubicBezTo>
                          <a:pt x="83395" y="22091"/>
                          <a:pt x="77564" y="19319"/>
                          <a:pt x="71533" y="17049"/>
                        </a:cubicBezTo>
                        <a:lnTo>
                          <a:pt x="69152" y="16096"/>
                        </a:lnTo>
                        <a:cubicBezTo>
                          <a:pt x="57860" y="11962"/>
                          <a:pt x="45751" y="10558"/>
                          <a:pt x="33814" y="12000"/>
                        </a:cubicBezTo>
                        <a:lnTo>
                          <a:pt x="31623" y="12000"/>
                        </a:lnTo>
                        <a:cubicBezTo>
                          <a:pt x="23659" y="13426"/>
                          <a:pt x="16072" y="16474"/>
                          <a:pt x="9335" y="20954"/>
                        </a:cubicBezTo>
                        <a:lnTo>
                          <a:pt x="7525" y="22287"/>
                        </a:lnTo>
                        <a:lnTo>
                          <a:pt x="5524" y="23716"/>
                        </a:lnTo>
                        <a:lnTo>
                          <a:pt x="3524" y="20001"/>
                        </a:lnTo>
                        <a:lnTo>
                          <a:pt x="3524" y="19430"/>
                        </a:lnTo>
                        <a:lnTo>
                          <a:pt x="1905" y="16287"/>
                        </a:lnTo>
                        <a:lnTo>
                          <a:pt x="0" y="1247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3" name="Freeform: Shape 472">
                    <a:extLst>
                      <a:ext uri="{FF2B5EF4-FFF2-40B4-BE49-F238E27FC236}">
                        <a16:creationId xmlns:a16="http://schemas.microsoft.com/office/drawing/2014/main" id="{458B6E97-548D-A74D-0BA2-6F8DE258E5A3}"/>
                      </a:ext>
                    </a:extLst>
                  </p:cNvPr>
                  <p:cNvSpPr/>
                  <p:nvPr/>
                </p:nvSpPr>
                <p:spPr>
                  <a:xfrm>
                    <a:off x="3411567" y="2981630"/>
                    <a:ext cx="129258" cy="340476"/>
                  </a:xfrm>
                  <a:custGeom>
                    <a:avLst/>
                    <a:gdLst>
                      <a:gd name="csX0" fmla="*/ 1 w 129258"/>
                      <a:gd name="csY0" fmla="*/ 133044 h 340476"/>
                      <a:gd name="csX1" fmla="*/ 18385 w 129258"/>
                      <a:gd name="csY1" fmla="*/ 260298 h 340476"/>
                      <a:gd name="csX2" fmla="*/ 64676 w 129258"/>
                      <a:gd name="csY2" fmla="*/ 336498 h 340476"/>
                      <a:gd name="csX3" fmla="*/ 110872 w 129258"/>
                      <a:gd name="csY3" fmla="*/ 313352 h 340476"/>
                      <a:gd name="csX4" fmla="*/ 129256 w 129258"/>
                      <a:gd name="csY4" fmla="*/ 207435 h 340476"/>
                      <a:gd name="csX5" fmla="*/ 110873 w 129258"/>
                      <a:gd name="csY5" fmla="*/ 80181 h 340476"/>
                      <a:gd name="csX6" fmla="*/ 64676 w 129258"/>
                      <a:gd name="csY6" fmla="*/ 3981 h 340476"/>
                      <a:gd name="csX7" fmla="*/ 18385 w 129258"/>
                      <a:gd name="csY7" fmla="*/ 27031 h 340476"/>
                      <a:gd name="csX8" fmla="*/ 1 w 129258"/>
                      <a:gd name="csY8" fmla="*/ 133044 h 340476"/>
                      <a:gd name="csX9" fmla="*/ 24290 w 129258"/>
                      <a:gd name="csY9" fmla="*/ 256869 h 340476"/>
                      <a:gd name="csX10" fmla="*/ 6955 w 129258"/>
                      <a:gd name="csY10" fmla="*/ 136283 h 340476"/>
                      <a:gd name="csX11" fmla="*/ 24290 w 129258"/>
                      <a:gd name="csY11" fmla="*/ 35699 h 340476"/>
                      <a:gd name="csX12" fmla="*/ 64676 w 129258"/>
                      <a:gd name="csY12" fmla="*/ 14172 h 340476"/>
                      <a:gd name="csX13" fmla="*/ 105062 w 129258"/>
                      <a:gd name="csY13" fmla="*/ 82371 h 340476"/>
                      <a:gd name="csX14" fmla="*/ 122207 w 129258"/>
                      <a:gd name="csY14" fmla="*/ 203339 h 340476"/>
                      <a:gd name="csX15" fmla="*/ 104967 w 129258"/>
                      <a:gd name="csY15" fmla="*/ 303923 h 340476"/>
                      <a:gd name="csX16" fmla="*/ 64581 w 129258"/>
                      <a:gd name="csY16" fmla="*/ 325449 h 340476"/>
                      <a:gd name="csX17" fmla="*/ 24290 w 129258"/>
                      <a:gd name="csY17" fmla="*/ 256869 h 34047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129258" h="340476">
                        <a:moveTo>
                          <a:pt x="1" y="133044"/>
                        </a:moveTo>
                        <a:cubicBezTo>
                          <a:pt x="-109" y="176132"/>
                          <a:pt x="6084" y="219004"/>
                          <a:pt x="18385" y="260298"/>
                        </a:cubicBezTo>
                        <a:cubicBezTo>
                          <a:pt x="30672" y="299446"/>
                          <a:pt x="46960" y="326973"/>
                          <a:pt x="64676" y="336498"/>
                        </a:cubicBezTo>
                        <a:cubicBezTo>
                          <a:pt x="82393" y="346023"/>
                          <a:pt x="98680" y="338499"/>
                          <a:pt x="110872" y="313352"/>
                        </a:cubicBezTo>
                        <a:cubicBezTo>
                          <a:pt x="123064" y="288207"/>
                          <a:pt x="129256" y="251345"/>
                          <a:pt x="129256" y="207435"/>
                        </a:cubicBezTo>
                        <a:cubicBezTo>
                          <a:pt x="129419" y="164343"/>
                          <a:pt x="123225" y="121464"/>
                          <a:pt x="110873" y="80181"/>
                        </a:cubicBezTo>
                        <a:cubicBezTo>
                          <a:pt x="98680" y="41033"/>
                          <a:pt x="82297" y="13506"/>
                          <a:pt x="64676" y="3981"/>
                        </a:cubicBezTo>
                        <a:cubicBezTo>
                          <a:pt x="47055" y="-5544"/>
                          <a:pt x="30672" y="1980"/>
                          <a:pt x="18385" y="27031"/>
                        </a:cubicBezTo>
                        <a:cubicBezTo>
                          <a:pt x="6097" y="52082"/>
                          <a:pt x="1" y="88753"/>
                          <a:pt x="1" y="133044"/>
                        </a:cubicBezTo>
                        <a:close/>
                        <a:moveTo>
                          <a:pt x="24290" y="256869"/>
                        </a:moveTo>
                        <a:cubicBezTo>
                          <a:pt x="12669" y="217733"/>
                          <a:pt x="6829" y="177108"/>
                          <a:pt x="6955" y="136283"/>
                        </a:cubicBezTo>
                        <a:cubicBezTo>
                          <a:pt x="6955" y="94563"/>
                          <a:pt x="13146" y="58749"/>
                          <a:pt x="24290" y="35699"/>
                        </a:cubicBezTo>
                        <a:cubicBezTo>
                          <a:pt x="35434" y="12648"/>
                          <a:pt x="49531" y="5409"/>
                          <a:pt x="64676" y="14172"/>
                        </a:cubicBezTo>
                        <a:cubicBezTo>
                          <a:pt x="79821" y="22935"/>
                          <a:pt x="94109" y="47129"/>
                          <a:pt x="105062" y="82371"/>
                        </a:cubicBezTo>
                        <a:cubicBezTo>
                          <a:pt x="116656" y="121640"/>
                          <a:pt x="122432" y="162395"/>
                          <a:pt x="122207" y="203339"/>
                        </a:cubicBezTo>
                        <a:cubicBezTo>
                          <a:pt x="122207" y="245058"/>
                          <a:pt x="116111" y="280777"/>
                          <a:pt x="104967" y="303923"/>
                        </a:cubicBezTo>
                        <a:cubicBezTo>
                          <a:pt x="93823" y="327068"/>
                          <a:pt x="79726" y="334212"/>
                          <a:pt x="64581" y="325449"/>
                        </a:cubicBezTo>
                        <a:cubicBezTo>
                          <a:pt x="49436" y="316686"/>
                          <a:pt x="35149" y="292493"/>
                          <a:pt x="24290" y="25686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4" name="Freeform: Shape 473">
                    <a:extLst>
                      <a:ext uri="{FF2B5EF4-FFF2-40B4-BE49-F238E27FC236}">
                        <a16:creationId xmlns:a16="http://schemas.microsoft.com/office/drawing/2014/main" id="{D016B9D4-506F-94EF-31D6-E5CC2AEAC40D}"/>
                      </a:ext>
                    </a:extLst>
                  </p:cNvPr>
                  <p:cNvSpPr/>
                  <p:nvPr/>
                </p:nvSpPr>
                <p:spPr>
                  <a:xfrm>
                    <a:off x="3351371" y="3075985"/>
                    <a:ext cx="249650" cy="152145"/>
                  </a:xfrm>
                  <a:custGeom>
                    <a:avLst/>
                    <a:gdLst>
                      <a:gd name="csX0" fmla="*/ 4191 w 249650"/>
                      <a:gd name="csY0" fmla="*/ 589 h 152145"/>
                      <a:gd name="csX1" fmla="*/ 245555 w 249650"/>
                      <a:gd name="csY1" fmla="*/ 139940 h 152145"/>
                      <a:gd name="csX2" fmla="*/ 249650 w 249650"/>
                      <a:gd name="csY2" fmla="*/ 148227 h 152145"/>
                      <a:gd name="csX3" fmla="*/ 245555 w 249650"/>
                      <a:gd name="csY3" fmla="*/ 151751 h 152145"/>
                      <a:gd name="csX4" fmla="*/ 4191 w 249650"/>
                      <a:gd name="csY4" fmla="*/ 12305 h 152145"/>
                      <a:gd name="csX5" fmla="*/ 0 w 249650"/>
                      <a:gd name="csY5" fmla="*/ 4114 h 152145"/>
                      <a:gd name="csX6" fmla="*/ 4191 w 249650"/>
                      <a:gd name="csY6" fmla="*/ 589 h 15214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49650" h="152145">
                        <a:moveTo>
                          <a:pt x="4191" y="589"/>
                        </a:moveTo>
                        <a:lnTo>
                          <a:pt x="245555" y="139940"/>
                        </a:lnTo>
                        <a:cubicBezTo>
                          <a:pt x="248108" y="141937"/>
                          <a:pt x="249615" y="144985"/>
                          <a:pt x="249650" y="148227"/>
                        </a:cubicBezTo>
                        <a:cubicBezTo>
                          <a:pt x="249650" y="151179"/>
                          <a:pt x="247840" y="152989"/>
                          <a:pt x="245555" y="151751"/>
                        </a:cubicBezTo>
                        <a:lnTo>
                          <a:pt x="4191" y="12305"/>
                        </a:lnTo>
                        <a:cubicBezTo>
                          <a:pt x="1617" y="10357"/>
                          <a:pt x="73" y="7340"/>
                          <a:pt x="0" y="4114"/>
                        </a:cubicBezTo>
                        <a:cubicBezTo>
                          <a:pt x="0" y="589"/>
                          <a:pt x="1905" y="-935"/>
                          <a:pt x="4191" y="58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5" name="Freeform: Shape 474">
                    <a:extLst>
                      <a:ext uri="{FF2B5EF4-FFF2-40B4-BE49-F238E27FC236}">
                        <a16:creationId xmlns:a16="http://schemas.microsoft.com/office/drawing/2014/main" id="{68A29146-E404-2996-84EA-99045A44AAB2}"/>
                      </a:ext>
                    </a:extLst>
                  </p:cNvPr>
                  <p:cNvSpPr/>
                  <p:nvPr/>
                </p:nvSpPr>
                <p:spPr>
                  <a:xfrm>
                    <a:off x="3471862" y="2984983"/>
                    <a:ext cx="8858" cy="333908"/>
                  </a:xfrm>
                  <a:custGeom>
                    <a:avLst/>
                    <a:gdLst>
                      <a:gd name="csX0" fmla="*/ 0 w 8858"/>
                      <a:gd name="csY0" fmla="*/ 325335 h 333908"/>
                      <a:gd name="csX1" fmla="*/ 0 w 8858"/>
                      <a:gd name="csY1" fmla="*/ 3485 h 333908"/>
                      <a:gd name="csX2" fmla="*/ 4477 w 8858"/>
                      <a:gd name="csY2" fmla="*/ 533 h 333908"/>
                      <a:gd name="csX3" fmla="*/ 8858 w 8858"/>
                      <a:gd name="csY3" fmla="*/ 8534 h 333908"/>
                      <a:gd name="csX4" fmla="*/ 8858 w 8858"/>
                      <a:gd name="csY4" fmla="*/ 330479 h 333908"/>
                      <a:gd name="csX5" fmla="*/ 4477 w 8858"/>
                      <a:gd name="csY5" fmla="*/ 333432 h 333908"/>
                      <a:gd name="csX6" fmla="*/ 0 w 8858"/>
                      <a:gd name="csY6" fmla="*/ 325335 h 333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58" h="333908">
                        <a:moveTo>
                          <a:pt x="0" y="325335"/>
                        </a:moveTo>
                        <a:lnTo>
                          <a:pt x="0" y="3485"/>
                        </a:lnTo>
                        <a:cubicBezTo>
                          <a:pt x="0" y="437"/>
                          <a:pt x="2191" y="-801"/>
                          <a:pt x="4477" y="533"/>
                        </a:cubicBezTo>
                        <a:cubicBezTo>
                          <a:pt x="7051" y="2418"/>
                          <a:pt x="8656" y="5349"/>
                          <a:pt x="8858" y="8534"/>
                        </a:cubicBezTo>
                        <a:lnTo>
                          <a:pt x="8858" y="330479"/>
                        </a:lnTo>
                        <a:cubicBezTo>
                          <a:pt x="8858" y="333432"/>
                          <a:pt x="6667" y="334670"/>
                          <a:pt x="4477" y="333432"/>
                        </a:cubicBezTo>
                        <a:cubicBezTo>
                          <a:pt x="1820" y="331564"/>
                          <a:pt x="170" y="328578"/>
                          <a:pt x="0" y="32533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grpSp>
              <p:nvGrpSpPr>
                <p:cNvPr id="476" name="Graphic 5">
                  <a:extLst>
                    <a:ext uri="{FF2B5EF4-FFF2-40B4-BE49-F238E27FC236}">
                      <a16:creationId xmlns:a16="http://schemas.microsoft.com/office/drawing/2014/main" id="{35CD6518-10D6-F94F-84C7-A687C4AA716E}"/>
                    </a:ext>
                  </a:extLst>
                </p:cNvPr>
                <p:cNvGrpSpPr/>
                <p:nvPr/>
              </p:nvGrpSpPr>
              <p:grpSpPr>
                <a:xfrm>
                  <a:off x="2870983" y="3508866"/>
                  <a:ext cx="716227" cy="431769"/>
                  <a:chOff x="2870983" y="3508866"/>
                  <a:chExt cx="716227" cy="431769"/>
                </a:xfrm>
              </p:grpSpPr>
              <p:sp>
                <p:nvSpPr>
                  <p:cNvPr id="477" name="Freeform: Shape 476">
                    <a:extLst>
                      <a:ext uri="{FF2B5EF4-FFF2-40B4-BE49-F238E27FC236}">
                        <a16:creationId xmlns:a16="http://schemas.microsoft.com/office/drawing/2014/main" id="{C10A40F7-E957-2B24-ACCE-F3006049B850}"/>
                      </a:ext>
                    </a:extLst>
                  </p:cNvPr>
                  <p:cNvSpPr/>
                  <p:nvPr/>
                </p:nvSpPr>
                <p:spPr>
                  <a:xfrm>
                    <a:off x="2870983" y="3508866"/>
                    <a:ext cx="716227" cy="431769"/>
                  </a:xfrm>
                  <a:custGeom>
                    <a:avLst/>
                    <a:gdLst>
                      <a:gd name="csX0" fmla="*/ 42 w 716227"/>
                      <a:gd name="csY0" fmla="*/ 106252 h 431769"/>
                      <a:gd name="csX1" fmla="*/ 4233 w 716227"/>
                      <a:gd name="csY1" fmla="*/ 100347 h 431769"/>
                      <a:gd name="csX2" fmla="*/ 173969 w 716227"/>
                      <a:gd name="csY2" fmla="*/ 2430 h 431769"/>
                      <a:gd name="csX3" fmla="*/ 194162 w 716227"/>
                      <a:gd name="csY3" fmla="*/ 2430 h 431769"/>
                      <a:gd name="csX4" fmla="*/ 712036 w 716227"/>
                      <a:gd name="csY4" fmla="*/ 301895 h 431769"/>
                      <a:gd name="csX5" fmla="*/ 716227 w 716227"/>
                      <a:gd name="csY5" fmla="*/ 307706 h 431769"/>
                      <a:gd name="csX6" fmla="*/ 716227 w 716227"/>
                      <a:gd name="csY6" fmla="*/ 325518 h 431769"/>
                      <a:gd name="csX7" fmla="*/ 712036 w 716227"/>
                      <a:gd name="csY7" fmla="*/ 331423 h 431769"/>
                      <a:gd name="csX8" fmla="*/ 542396 w 716227"/>
                      <a:gd name="csY8" fmla="*/ 429340 h 431769"/>
                      <a:gd name="csX9" fmla="*/ 522203 w 716227"/>
                      <a:gd name="csY9" fmla="*/ 429340 h 431769"/>
                      <a:gd name="csX10" fmla="*/ 4233 w 716227"/>
                      <a:gd name="csY10" fmla="*/ 130350 h 431769"/>
                      <a:gd name="csX11" fmla="*/ 42 w 716227"/>
                      <a:gd name="csY11" fmla="*/ 124540 h 431769"/>
                      <a:gd name="csX12" fmla="*/ 42 w 716227"/>
                      <a:gd name="csY12" fmla="*/ 106252 h 4317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716227" h="431769">
                        <a:moveTo>
                          <a:pt x="42" y="106252"/>
                        </a:moveTo>
                        <a:cubicBezTo>
                          <a:pt x="223" y="103654"/>
                          <a:pt x="1841" y="101375"/>
                          <a:pt x="4233" y="100347"/>
                        </a:cubicBezTo>
                        <a:lnTo>
                          <a:pt x="173969" y="2430"/>
                        </a:lnTo>
                        <a:cubicBezTo>
                          <a:pt x="180310" y="-810"/>
                          <a:pt x="187821" y="-810"/>
                          <a:pt x="194162" y="2430"/>
                        </a:cubicBezTo>
                        <a:lnTo>
                          <a:pt x="712036" y="301895"/>
                        </a:lnTo>
                        <a:cubicBezTo>
                          <a:pt x="714400" y="302908"/>
                          <a:pt x="716012" y="305143"/>
                          <a:pt x="716227" y="307706"/>
                        </a:cubicBezTo>
                        <a:lnTo>
                          <a:pt x="716227" y="325518"/>
                        </a:lnTo>
                        <a:cubicBezTo>
                          <a:pt x="716046" y="328116"/>
                          <a:pt x="714429" y="330395"/>
                          <a:pt x="712036" y="331423"/>
                        </a:cubicBezTo>
                        <a:lnTo>
                          <a:pt x="542396" y="429340"/>
                        </a:lnTo>
                        <a:cubicBezTo>
                          <a:pt x="536055" y="432580"/>
                          <a:pt x="528544" y="432580"/>
                          <a:pt x="522203" y="429340"/>
                        </a:cubicBezTo>
                        <a:lnTo>
                          <a:pt x="4233" y="130350"/>
                        </a:lnTo>
                        <a:cubicBezTo>
                          <a:pt x="1869" y="129338"/>
                          <a:pt x="257" y="127103"/>
                          <a:pt x="42" y="124540"/>
                        </a:cubicBezTo>
                        <a:cubicBezTo>
                          <a:pt x="-53" y="122349"/>
                          <a:pt x="42" y="108348"/>
                          <a:pt x="42" y="106252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8" name="Freeform: Shape 477">
                    <a:extLst>
                      <a:ext uri="{FF2B5EF4-FFF2-40B4-BE49-F238E27FC236}">
                        <a16:creationId xmlns:a16="http://schemas.microsoft.com/office/drawing/2014/main" id="{A500B1C0-8392-3EBC-1262-F8ED46EBE5C6}"/>
                      </a:ext>
                    </a:extLst>
                  </p:cNvPr>
                  <p:cNvSpPr/>
                  <p:nvPr/>
                </p:nvSpPr>
                <p:spPr>
                  <a:xfrm>
                    <a:off x="2870983" y="3508866"/>
                    <a:ext cx="716227" cy="431769"/>
                  </a:xfrm>
                  <a:custGeom>
                    <a:avLst/>
                    <a:gdLst>
                      <a:gd name="csX0" fmla="*/ 42 w 716227"/>
                      <a:gd name="csY0" fmla="*/ 106252 h 431769"/>
                      <a:gd name="csX1" fmla="*/ 4233 w 716227"/>
                      <a:gd name="csY1" fmla="*/ 100347 h 431769"/>
                      <a:gd name="csX2" fmla="*/ 173969 w 716227"/>
                      <a:gd name="csY2" fmla="*/ 2430 h 431769"/>
                      <a:gd name="csX3" fmla="*/ 194162 w 716227"/>
                      <a:gd name="csY3" fmla="*/ 2430 h 431769"/>
                      <a:gd name="csX4" fmla="*/ 712036 w 716227"/>
                      <a:gd name="csY4" fmla="*/ 301895 h 431769"/>
                      <a:gd name="csX5" fmla="*/ 716227 w 716227"/>
                      <a:gd name="csY5" fmla="*/ 307706 h 431769"/>
                      <a:gd name="csX6" fmla="*/ 716227 w 716227"/>
                      <a:gd name="csY6" fmla="*/ 325518 h 431769"/>
                      <a:gd name="csX7" fmla="*/ 712036 w 716227"/>
                      <a:gd name="csY7" fmla="*/ 331423 h 431769"/>
                      <a:gd name="csX8" fmla="*/ 542396 w 716227"/>
                      <a:gd name="csY8" fmla="*/ 429340 h 431769"/>
                      <a:gd name="csX9" fmla="*/ 522203 w 716227"/>
                      <a:gd name="csY9" fmla="*/ 429340 h 431769"/>
                      <a:gd name="csX10" fmla="*/ 4233 w 716227"/>
                      <a:gd name="csY10" fmla="*/ 130350 h 431769"/>
                      <a:gd name="csX11" fmla="*/ 42 w 716227"/>
                      <a:gd name="csY11" fmla="*/ 124540 h 431769"/>
                      <a:gd name="csX12" fmla="*/ 42 w 716227"/>
                      <a:gd name="csY12" fmla="*/ 106252 h 4317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716227" h="431769">
                        <a:moveTo>
                          <a:pt x="42" y="106252"/>
                        </a:moveTo>
                        <a:cubicBezTo>
                          <a:pt x="223" y="103654"/>
                          <a:pt x="1841" y="101375"/>
                          <a:pt x="4233" y="100347"/>
                        </a:cubicBezTo>
                        <a:lnTo>
                          <a:pt x="173969" y="2430"/>
                        </a:lnTo>
                        <a:cubicBezTo>
                          <a:pt x="180310" y="-810"/>
                          <a:pt x="187821" y="-810"/>
                          <a:pt x="194162" y="2430"/>
                        </a:cubicBezTo>
                        <a:lnTo>
                          <a:pt x="712036" y="301895"/>
                        </a:lnTo>
                        <a:cubicBezTo>
                          <a:pt x="714400" y="302908"/>
                          <a:pt x="716012" y="305143"/>
                          <a:pt x="716227" y="307706"/>
                        </a:cubicBezTo>
                        <a:lnTo>
                          <a:pt x="716227" y="325518"/>
                        </a:lnTo>
                        <a:cubicBezTo>
                          <a:pt x="716046" y="328116"/>
                          <a:pt x="714429" y="330395"/>
                          <a:pt x="712036" y="331423"/>
                        </a:cubicBezTo>
                        <a:lnTo>
                          <a:pt x="542396" y="429340"/>
                        </a:lnTo>
                        <a:cubicBezTo>
                          <a:pt x="536055" y="432580"/>
                          <a:pt x="528544" y="432580"/>
                          <a:pt x="522203" y="429340"/>
                        </a:cubicBezTo>
                        <a:lnTo>
                          <a:pt x="4233" y="130350"/>
                        </a:lnTo>
                        <a:cubicBezTo>
                          <a:pt x="1869" y="129338"/>
                          <a:pt x="257" y="127103"/>
                          <a:pt x="42" y="124540"/>
                        </a:cubicBezTo>
                        <a:cubicBezTo>
                          <a:pt x="-53" y="122349"/>
                          <a:pt x="42" y="108348"/>
                          <a:pt x="42" y="106252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5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9" name="Freeform: Shape 478">
                    <a:extLst>
                      <a:ext uri="{FF2B5EF4-FFF2-40B4-BE49-F238E27FC236}">
                        <a16:creationId xmlns:a16="http://schemas.microsoft.com/office/drawing/2014/main" id="{A77A0616-F11E-040B-5DD8-B9CD46CC9877}"/>
                      </a:ext>
                    </a:extLst>
                  </p:cNvPr>
                  <p:cNvSpPr/>
                  <p:nvPr/>
                </p:nvSpPr>
                <p:spPr>
                  <a:xfrm>
                    <a:off x="2871027" y="3508866"/>
                    <a:ext cx="716180" cy="413495"/>
                  </a:xfrm>
                  <a:custGeom>
                    <a:avLst/>
                    <a:gdLst>
                      <a:gd name="csX0" fmla="*/ 542351 w 716180"/>
                      <a:gd name="csY0" fmla="*/ 411147 h 413495"/>
                      <a:gd name="csX1" fmla="*/ 711991 w 716180"/>
                      <a:gd name="csY1" fmla="*/ 313611 h 413495"/>
                      <a:gd name="csX2" fmla="*/ 715845 w 716180"/>
                      <a:gd name="csY2" fmla="*/ 305749 h 413495"/>
                      <a:gd name="csX3" fmla="*/ 711991 w 716180"/>
                      <a:gd name="csY3" fmla="*/ 301896 h 413495"/>
                      <a:gd name="csX4" fmla="*/ 194117 w 716180"/>
                      <a:gd name="csY4" fmla="*/ 2430 h 413495"/>
                      <a:gd name="csX5" fmla="*/ 173924 w 716180"/>
                      <a:gd name="csY5" fmla="*/ 2430 h 413495"/>
                      <a:gd name="csX6" fmla="*/ 4189 w 716180"/>
                      <a:gd name="csY6" fmla="*/ 100347 h 413495"/>
                      <a:gd name="csX7" fmla="*/ 335 w 716180"/>
                      <a:gd name="csY7" fmla="*/ 108209 h 413495"/>
                      <a:gd name="csX8" fmla="*/ 4189 w 716180"/>
                      <a:gd name="csY8" fmla="*/ 112062 h 413495"/>
                      <a:gd name="csX9" fmla="*/ 522158 w 716180"/>
                      <a:gd name="csY9" fmla="*/ 411052 h 413495"/>
                      <a:gd name="csX10" fmla="*/ 542351 w 716180"/>
                      <a:gd name="csY10" fmla="*/ 411148 h 4134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716180" h="413495">
                        <a:moveTo>
                          <a:pt x="542351" y="411147"/>
                        </a:moveTo>
                        <a:lnTo>
                          <a:pt x="711991" y="313611"/>
                        </a:lnTo>
                        <a:cubicBezTo>
                          <a:pt x="715227" y="312504"/>
                          <a:pt x="716952" y="308985"/>
                          <a:pt x="715845" y="305749"/>
                        </a:cubicBezTo>
                        <a:cubicBezTo>
                          <a:pt x="715225" y="303938"/>
                          <a:pt x="713803" y="302515"/>
                          <a:pt x="711991" y="301896"/>
                        </a:cubicBezTo>
                        <a:lnTo>
                          <a:pt x="194117" y="2430"/>
                        </a:lnTo>
                        <a:cubicBezTo>
                          <a:pt x="187776" y="-810"/>
                          <a:pt x="180265" y="-810"/>
                          <a:pt x="173924" y="2430"/>
                        </a:cubicBezTo>
                        <a:lnTo>
                          <a:pt x="4189" y="100347"/>
                        </a:lnTo>
                        <a:cubicBezTo>
                          <a:pt x="954" y="101454"/>
                          <a:pt x="-772" y="104973"/>
                          <a:pt x="335" y="108209"/>
                        </a:cubicBezTo>
                        <a:cubicBezTo>
                          <a:pt x="955" y="110020"/>
                          <a:pt x="2377" y="111443"/>
                          <a:pt x="4189" y="112062"/>
                        </a:cubicBezTo>
                        <a:lnTo>
                          <a:pt x="522158" y="411052"/>
                        </a:lnTo>
                        <a:cubicBezTo>
                          <a:pt x="528495" y="414276"/>
                          <a:pt x="535984" y="414311"/>
                          <a:pt x="542351" y="411148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0" name="Freeform: Shape 479">
                    <a:extLst>
                      <a:ext uri="{FF2B5EF4-FFF2-40B4-BE49-F238E27FC236}">
                        <a16:creationId xmlns:a16="http://schemas.microsoft.com/office/drawing/2014/main" id="{A5DB4F86-5899-30A5-B8EF-150BEA893248}"/>
                      </a:ext>
                    </a:extLst>
                  </p:cNvPr>
                  <p:cNvSpPr/>
                  <p:nvPr/>
                </p:nvSpPr>
                <p:spPr>
                  <a:xfrm>
                    <a:off x="2871027" y="3508866"/>
                    <a:ext cx="716180" cy="413495"/>
                  </a:xfrm>
                  <a:custGeom>
                    <a:avLst/>
                    <a:gdLst>
                      <a:gd name="csX0" fmla="*/ 542351 w 716180"/>
                      <a:gd name="csY0" fmla="*/ 411147 h 413495"/>
                      <a:gd name="csX1" fmla="*/ 711991 w 716180"/>
                      <a:gd name="csY1" fmla="*/ 313611 h 413495"/>
                      <a:gd name="csX2" fmla="*/ 715845 w 716180"/>
                      <a:gd name="csY2" fmla="*/ 305749 h 413495"/>
                      <a:gd name="csX3" fmla="*/ 711991 w 716180"/>
                      <a:gd name="csY3" fmla="*/ 301896 h 413495"/>
                      <a:gd name="csX4" fmla="*/ 194117 w 716180"/>
                      <a:gd name="csY4" fmla="*/ 2430 h 413495"/>
                      <a:gd name="csX5" fmla="*/ 173924 w 716180"/>
                      <a:gd name="csY5" fmla="*/ 2430 h 413495"/>
                      <a:gd name="csX6" fmla="*/ 4189 w 716180"/>
                      <a:gd name="csY6" fmla="*/ 100347 h 413495"/>
                      <a:gd name="csX7" fmla="*/ 335 w 716180"/>
                      <a:gd name="csY7" fmla="*/ 108209 h 413495"/>
                      <a:gd name="csX8" fmla="*/ 4189 w 716180"/>
                      <a:gd name="csY8" fmla="*/ 112062 h 413495"/>
                      <a:gd name="csX9" fmla="*/ 522158 w 716180"/>
                      <a:gd name="csY9" fmla="*/ 411052 h 413495"/>
                      <a:gd name="csX10" fmla="*/ 542351 w 716180"/>
                      <a:gd name="csY10" fmla="*/ 411148 h 4134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716180" h="413495">
                        <a:moveTo>
                          <a:pt x="542351" y="411147"/>
                        </a:moveTo>
                        <a:lnTo>
                          <a:pt x="711991" y="313611"/>
                        </a:lnTo>
                        <a:cubicBezTo>
                          <a:pt x="715227" y="312504"/>
                          <a:pt x="716952" y="308985"/>
                          <a:pt x="715845" y="305749"/>
                        </a:cubicBezTo>
                        <a:cubicBezTo>
                          <a:pt x="715225" y="303938"/>
                          <a:pt x="713803" y="302515"/>
                          <a:pt x="711991" y="301896"/>
                        </a:cubicBezTo>
                        <a:lnTo>
                          <a:pt x="194117" y="2430"/>
                        </a:lnTo>
                        <a:cubicBezTo>
                          <a:pt x="187776" y="-810"/>
                          <a:pt x="180265" y="-810"/>
                          <a:pt x="173924" y="2430"/>
                        </a:cubicBezTo>
                        <a:lnTo>
                          <a:pt x="4189" y="100347"/>
                        </a:lnTo>
                        <a:cubicBezTo>
                          <a:pt x="954" y="101454"/>
                          <a:pt x="-772" y="104973"/>
                          <a:pt x="335" y="108209"/>
                        </a:cubicBezTo>
                        <a:cubicBezTo>
                          <a:pt x="955" y="110020"/>
                          <a:pt x="2377" y="111443"/>
                          <a:pt x="4189" y="112062"/>
                        </a:cubicBezTo>
                        <a:lnTo>
                          <a:pt x="522158" y="411052"/>
                        </a:lnTo>
                        <a:cubicBezTo>
                          <a:pt x="528495" y="414276"/>
                          <a:pt x="535984" y="414311"/>
                          <a:pt x="542351" y="411148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3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1" name="Freeform: Shape 480">
                    <a:extLst>
                      <a:ext uri="{FF2B5EF4-FFF2-40B4-BE49-F238E27FC236}">
                        <a16:creationId xmlns:a16="http://schemas.microsoft.com/office/drawing/2014/main" id="{F6F49946-2771-390B-DBB5-DA076C2AF6E0}"/>
                      </a:ext>
                    </a:extLst>
                  </p:cNvPr>
                  <p:cNvSpPr/>
                  <p:nvPr/>
                </p:nvSpPr>
                <p:spPr>
                  <a:xfrm>
                    <a:off x="3403949" y="3816572"/>
                    <a:ext cx="183261" cy="124015"/>
                  </a:xfrm>
                  <a:custGeom>
                    <a:avLst/>
                    <a:gdLst>
                      <a:gd name="csX0" fmla="*/ 0 w 183261"/>
                      <a:gd name="csY0" fmla="*/ 105823 h 124015"/>
                      <a:gd name="csX1" fmla="*/ 0 w 183261"/>
                      <a:gd name="csY1" fmla="*/ 124015 h 124015"/>
                      <a:gd name="csX2" fmla="*/ 9525 w 183261"/>
                      <a:gd name="csY2" fmla="*/ 121634 h 124015"/>
                      <a:gd name="csX3" fmla="*/ 179070 w 183261"/>
                      <a:gd name="csY3" fmla="*/ 23717 h 124015"/>
                      <a:gd name="csX4" fmla="*/ 183261 w 183261"/>
                      <a:gd name="csY4" fmla="*/ 17907 h 124015"/>
                      <a:gd name="csX5" fmla="*/ 183261 w 183261"/>
                      <a:gd name="csY5" fmla="*/ 0 h 124015"/>
                      <a:gd name="csX6" fmla="*/ 179070 w 183261"/>
                      <a:gd name="csY6" fmla="*/ 5905 h 124015"/>
                      <a:gd name="csX7" fmla="*/ 9525 w 183261"/>
                      <a:gd name="csY7" fmla="*/ 103441 h 124015"/>
                      <a:gd name="csX8" fmla="*/ 0 w 183261"/>
                      <a:gd name="csY8" fmla="*/ 105823 h 1240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83261" h="124015">
                        <a:moveTo>
                          <a:pt x="0" y="105823"/>
                        </a:moveTo>
                        <a:lnTo>
                          <a:pt x="0" y="124015"/>
                        </a:lnTo>
                        <a:cubicBezTo>
                          <a:pt x="3320" y="123994"/>
                          <a:pt x="6586" y="123178"/>
                          <a:pt x="9525" y="121634"/>
                        </a:cubicBezTo>
                        <a:lnTo>
                          <a:pt x="179070" y="23717"/>
                        </a:lnTo>
                        <a:cubicBezTo>
                          <a:pt x="181434" y="22704"/>
                          <a:pt x="183046" y="20470"/>
                          <a:pt x="183261" y="17907"/>
                        </a:cubicBezTo>
                        <a:lnTo>
                          <a:pt x="183261" y="0"/>
                        </a:lnTo>
                        <a:cubicBezTo>
                          <a:pt x="183020" y="2576"/>
                          <a:pt x="181422" y="4827"/>
                          <a:pt x="179070" y="5905"/>
                        </a:cubicBezTo>
                        <a:lnTo>
                          <a:pt x="9525" y="103441"/>
                        </a:lnTo>
                        <a:cubicBezTo>
                          <a:pt x="6586" y="104985"/>
                          <a:pt x="3320" y="105802"/>
                          <a:pt x="0" y="105823"/>
                        </a:cubicBezTo>
                        <a:close/>
                      </a:path>
                    </a:pathLst>
                  </a:custGeom>
                  <a:solidFill>
                    <a:srgbClr val="353535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2" name="Freeform: Shape 481">
                    <a:extLst>
                      <a:ext uri="{FF2B5EF4-FFF2-40B4-BE49-F238E27FC236}">
                        <a16:creationId xmlns:a16="http://schemas.microsoft.com/office/drawing/2014/main" id="{96B7E3DE-5B51-3918-124F-9B00B8ED14D9}"/>
                      </a:ext>
                    </a:extLst>
                  </p:cNvPr>
                  <p:cNvSpPr/>
                  <p:nvPr/>
                </p:nvSpPr>
                <p:spPr>
                  <a:xfrm>
                    <a:off x="3403949" y="3816572"/>
                    <a:ext cx="183261" cy="124015"/>
                  </a:xfrm>
                  <a:custGeom>
                    <a:avLst/>
                    <a:gdLst>
                      <a:gd name="csX0" fmla="*/ 0 w 183261"/>
                      <a:gd name="csY0" fmla="*/ 105823 h 124015"/>
                      <a:gd name="csX1" fmla="*/ 0 w 183261"/>
                      <a:gd name="csY1" fmla="*/ 124015 h 124015"/>
                      <a:gd name="csX2" fmla="*/ 9525 w 183261"/>
                      <a:gd name="csY2" fmla="*/ 121634 h 124015"/>
                      <a:gd name="csX3" fmla="*/ 179070 w 183261"/>
                      <a:gd name="csY3" fmla="*/ 23717 h 124015"/>
                      <a:gd name="csX4" fmla="*/ 183261 w 183261"/>
                      <a:gd name="csY4" fmla="*/ 17907 h 124015"/>
                      <a:gd name="csX5" fmla="*/ 183261 w 183261"/>
                      <a:gd name="csY5" fmla="*/ 0 h 124015"/>
                      <a:gd name="csX6" fmla="*/ 179070 w 183261"/>
                      <a:gd name="csY6" fmla="*/ 5905 h 124015"/>
                      <a:gd name="csX7" fmla="*/ 9525 w 183261"/>
                      <a:gd name="csY7" fmla="*/ 103441 h 124015"/>
                      <a:gd name="csX8" fmla="*/ 0 w 183261"/>
                      <a:gd name="csY8" fmla="*/ 105823 h 1240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83261" h="124015">
                        <a:moveTo>
                          <a:pt x="0" y="105823"/>
                        </a:moveTo>
                        <a:lnTo>
                          <a:pt x="0" y="124015"/>
                        </a:lnTo>
                        <a:cubicBezTo>
                          <a:pt x="3320" y="123994"/>
                          <a:pt x="6586" y="123178"/>
                          <a:pt x="9525" y="121634"/>
                        </a:cubicBezTo>
                        <a:lnTo>
                          <a:pt x="179070" y="23717"/>
                        </a:lnTo>
                        <a:cubicBezTo>
                          <a:pt x="181434" y="22704"/>
                          <a:pt x="183046" y="20470"/>
                          <a:pt x="183261" y="17907"/>
                        </a:cubicBezTo>
                        <a:lnTo>
                          <a:pt x="183261" y="0"/>
                        </a:lnTo>
                        <a:cubicBezTo>
                          <a:pt x="183020" y="2576"/>
                          <a:pt x="181422" y="4827"/>
                          <a:pt x="179070" y="5905"/>
                        </a:cubicBezTo>
                        <a:lnTo>
                          <a:pt x="9525" y="103441"/>
                        </a:lnTo>
                        <a:cubicBezTo>
                          <a:pt x="6586" y="104985"/>
                          <a:pt x="3320" y="105802"/>
                          <a:pt x="0" y="105823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7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3" name="Freeform: Shape 482">
                    <a:extLst>
                      <a:ext uri="{FF2B5EF4-FFF2-40B4-BE49-F238E27FC236}">
                        <a16:creationId xmlns:a16="http://schemas.microsoft.com/office/drawing/2014/main" id="{2F694851-D4B6-248A-D871-23535329A6AE}"/>
                      </a:ext>
                    </a:extLst>
                  </p:cNvPr>
                  <p:cNvSpPr/>
                  <p:nvPr/>
                </p:nvSpPr>
                <p:spPr>
                  <a:xfrm>
                    <a:off x="3346608" y="3741039"/>
                    <a:ext cx="37528" cy="22193"/>
                  </a:xfrm>
                  <a:custGeom>
                    <a:avLst/>
                    <a:gdLst>
                      <a:gd name="csX0" fmla="*/ 19622 w 37528"/>
                      <a:gd name="csY0" fmla="*/ 0 h 22193"/>
                      <a:gd name="csX1" fmla="*/ 572 w 37528"/>
                      <a:gd name="csY1" fmla="*/ 11144 h 22193"/>
                      <a:gd name="csX2" fmla="*/ 0 w 37528"/>
                      <a:gd name="csY2" fmla="*/ 11811 h 22193"/>
                      <a:gd name="csX3" fmla="*/ 17240 w 37528"/>
                      <a:gd name="csY3" fmla="*/ 22193 h 22193"/>
                      <a:gd name="csX4" fmla="*/ 37529 w 37528"/>
                      <a:gd name="csY4" fmla="*/ 1009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528" h="22193">
                        <a:moveTo>
                          <a:pt x="19622" y="0"/>
                        </a:moveTo>
                        <a:lnTo>
                          <a:pt x="572" y="11144"/>
                        </a:lnTo>
                        <a:cubicBezTo>
                          <a:pt x="572" y="11144"/>
                          <a:pt x="0" y="11716"/>
                          <a:pt x="0" y="11811"/>
                        </a:cubicBezTo>
                        <a:lnTo>
                          <a:pt x="17240" y="22193"/>
                        </a:lnTo>
                        <a:lnTo>
                          <a:pt x="37529" y="1009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4" name="Freeform: Shape 483">
                    <a:extLst>
                      <a:ext uri="{FF2B5EF4-FFF2-40B4-BE49-F238E27FC236}">
                        <a16:creationId xmlns:a16="http://schemas.microsoft.com/office/drawing/2014/main" id="{90C90D1B-B7A8-172B-8D92-3219B919FF44}"/>
                      </a:ext>
                    </a:extLst>
                  </p:cNvPr>
                  <p:cNvSpPr/>
                  <p:nvPr/>
                </p:nvSpPr>
                <p:spPr>
                  <a:xfrm>
                    <a:off x="3370331" y="3754469"/>
                    <a:ext cx="37427" cy="21431"/>
                  </a:xfrm>
                  <a:custGeom>
                    <a:avLst/>
                    <a:gdLst>
                      <a:gd name="csX0" fmla="*/ 19139 w 37427"/>
                      <a:gd name="csY0" fmla="*/ 0 h 21431"/>
                      <a:gd name="csX1" fmla="*/ 89 w 37427"/>
                      <a:gd name="csY1" fmla="*/ 11239 h 21431"/>
                      <a:gd name="csX2" fmla="*/ 89 w 37427"/>
                      <a:gd name="csY2" fmla="*/ 11906 h 21431"/>
                      <a:gd name="csX3" fmla="*/ 89 w 37427"/>
                      <a:gd name="csY3" fmla="*/ 11906 h 21431"/>
                      <a:gd name="csX4" fmla="*/ 17139 w 37427"/>
                      <a:gd name="csY4" fmla="*/ 21431 h 21431"/>
                      <a:gd name="csX5" fmla="*/ 37427 w 37427"/>
                      <a:gd name="csY5" fmla="*/ 9430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27" h="21431">
                        <a:moveTo>
                          <a:pt x="19139" y="0"/>
                        </a:moveTo>
                        <a:lnTo>
                          <a:pt x="89" y="11239"/>
                        </a:lnTo>
                        <a:cubicBezTo>
                          <a:pt x="-30" y="11446"/>
                          <a:pt x="-30" y="11700"/>
                          <a:pt x="89" y="11906"/>
                        </a:cubicBezTo>
                        <a:lnTo>
                          <a:pt x="89" y="11906"/>
                        </a:lnTo>
                        <a:lnTo>
                          <a:pt x="17139" y="21431"/>
                        </a:lnTo>
                        <a:lnTo>
                          <a:pt x="37427" y="943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5" name="Freeform: Shape 484">
                    <a:extLst>
                      <a:ext uri="{FF2B5EF4-FFF2-40B4-BE49-F238E27FC236}">
                        <a16:creationId xmlns:a16="http://schemas.microsoft.com/office/drawing/2014/main" id="{89ADEC8E-8CF1-2F84-7CD0-F118F56CA1D9}"/>
                      </a:ext>
                    </a:extLst>
                  </p:cNvPr>
                  <p:cNvSpPr/>
                  <p:nvPr/>
                </p:nvSpPr>
                <p:spPr>
                  <a:xfrm>
                    <a:off x="3307460" y="3718369"/>
                    <a:ext cx="48863" cy="28575"/>
                  </a:xfrm>
                  <a:custGeom>
                    <a:avLst/>
                    <a:gdLst>
                      <a:gd name="csX0" fmla="*/ 19526 w 48863"/>
                      <a:gd name="csY0" fmla="*/ 0 h 28575"/>
                      <a:gd name="csX1" fmla="*/ 476 w 48863"/>
                      <a:gd name="csY1" fmla="*/ 11239 h 28575"/>
                      <a:gd name="csX2" fmla="*/ 0 w 48863"/>
                      <a:gd name="csY2" fmla="*/ 11906 h 28575"/>
                      <a:gd name="csX3" fmla="*/ 28575 w 48863"/>
                      <a:gd name="csY3" fmla="*/ 28575 h 28575"/>
                      <a:gd name="csX4" fmla="*/ 48863 w 48863"/>
                      <a:gd name="csY4" fmla="*/ 16573 h 285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8863" h="28575">
                        <a:moveTo>
                          <a:pt x="19526" y="0"/>
                        </a:moveTo>
                        <a:lnTo>
                          <a:pt x="476" y="11239"/>
                        </a:lnTo>
                        <a:cubicBezTo>
                          <a:pt x="476" y="11239"/>
                          <a:pt x="0" y="11239"/>
                          <a:pt x="0" y="11906"/>
                        </a:cubicBezTo>
                        <a:lnTo>
                          <a:pt x="28575" y="28575"/>
                        </a:lnTo>
                        <a:lnTo>
                          <a:pt x="48863" y="16573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6" name="Freeform: Shape 485">
                    <a:extLst>
                      <a:ext uri="{FF2B5EF4-FFF2-40B4-BE49-F238E27FC236}">
                        <a16:creationId xmlns:a16="http://schemas.microsoft.com/office/drawing/2014/main" id="{4DF700BE-AE1F-D605-7C09-297FDE580842}"/>
                      </a:ext>
                    </a:extLst>
                  </p:cNvPr>
                  <p:cNvSpPr/>
                  <p:nvPr/>
                </p:nvSpPr>
                <p:spPr>
                  <a:xfrm>
                    <a:off x="3284619" y="3705225"/>
                    <a:ext cx="36748" cy="22193"/>
                  </a:xfrm>
                  <a:custGeom>
                    <a:avLst/>
                    <a:gdLst>
                      <a:gd name="csX0" fmla="*/ 19127 w 36748"/>
                      <a:gd name="csY0" fmla="*/ 0 h 22193"/>
                      <a:gd name="csX1" fmla="*/ 77 w 36748"/>
                      <a:gd name="csY1" fmla="*/ 11239 h 22193"/>
                      <a:gd name="csX2" fmla="*/ 77 w 36748"/>
                      <a:gd name="csY2" fmla="*/ 11906 h 22193"/>
                      <a:gd name="csX3" fmla="*/ 17222 w 36748"/>
                      <a:gd name="csY3" fmla="*/ 22193 h 22193"/>
                      <a:gd name="csX4" fmla="*/ 36748 w 36748"/>
                      <a:gd name="csY4" fmla="*/ 9525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6748" h="22193">
                        <a:moveTo>
                          <a:pt x="19127" y="0"/>
                        </a:moveTo>
                        <a:lnTo>
                          <a:pt x="77" y="11239"/>
                        </a:lnTo>
                        <a:cubicBezTo>
                          <a:pt x="-26" y="11450"/>
                          <a:pt x="-26" y="11696"/>
                          <a:pt x="77" y="11906"/>
                        </a:cubicBezTo>
                        <a:lnTo>
                          <a:pt x="17222" y="22193"/>
                        </a:lnTo>
                        <a:lnTo>
                          <a:pt x="36748" y="9525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7" name="Freeform: Shape 486">
                    <a:extLst>
                      <a:ext uri="{FF2B5EF4-FFF2-40B4-BE49-F238E27FC236}">
                        <a16:creationId xmlns:a16="http://schemas.microsoft.com/office/drawing/2014/main" id="{D7A6174F-04DC-54BB-B9C7-F23DBF32C345}"/>
                      </a:ext>
                    </a:extLst>
                  </p:cNvPr>
                  <p:cNvSpPr/>
                  <p:nvPr/>
                </p:nvSpPr>
                <p:spPr>
                  <a:xfrm>
                    <a:off x="2999327" y="3631691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20098 w 37433"/>
                      <a:gd name="csY3" fmla="*/ 0 h 22193"/>
                      <a:gd name="csX4" fmla="*/ 1048 w 37433"/>
                      <a:gd name="csY4" fmla="*/ 11239 h 22193"/>
                      <a:gd name="csX5" fmla="*/ 9 w 37433"/>
                      <a:gd name="csY5" fmla="*/ 11865 h 22193"/>
                      <a:gd name="csX6" fmla="*/ 0 w 37433"/>
                      <a:gd name="csY6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20098" y="0"/>
                        </a:lnTo>
                        <a:lnTo>
                          <a:pt x="1048" y="11239"/>
                        </a:lnTo>
                        <a:cubicBezTo>
                          <a:pt x="588" y="11125"/>
                          <a:pt x="123" y="11405"/>
                          <a:pt x="9" y="11865"/>
                        </a:cubicBezTo>
                        <a:cubicBezTo>
                          <a:pt x="6" y="11879"/>
                          <a:pt x="3" y="11893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8" name="Freeform: Shape 487">
                    <a:extLst>
                      <a:ext uri="{FF2B5EF4-FFF2-40B4-BE49-F238E27FC236}">
                        <a16:creationId xmlns:a16="http://schemas.microsoft.com/office/drawing/2014/main" id="{BFF012BB-7D81-02E5-7B7D-C5A74F230E26}"/>
                      </a:ext>
                    </a:extLst>
                  </p:cNvPr>
                  <p:cNvSpPr/>
                  <p:nvPr/>
                </p:nvSpPr>
                <p:spPr>
                  <a:xfrm>
                    <a:off x="3260883" y="3691508"/>
                    <a:ext cx="37528" cy="22193"/>
                  </a:xfrm>
                  <a:custGeom>
                    <a:avLst/>
                    <a:gdLst>
                      <a:gd name="csX0" fmla="*/ 19622 w 37528"/>
                      <a:gd name="csY0" fmla="*/ 0 h 22193"/>
                      <a:gd name="csX1" fmla="*/ 572 w 37528"/>
                      <a:gd name="csY1" fmla="*/ 11144 h 22193"/>
                      <a:gd name="csX2" fmla="*/ 0 w 37528"/>
                      <a:gd name="csY2" fmla="*/ 11906 h 22193"/>
                      <a:gd name="csX3" fmla="*/ 17240 w 37528"/>
                      <a:gd name="csY3" fmla="*/ 22193 h 22193"/>
                      <a:gd name="csX4" fmla="*/ 37529 w 37528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528" h="22193">
                        <a:moveTo>
                          <a:pt x="19622" y="0"/>
                        </a:moveTo>
                        <a:lnTo>
                          <a:pt x="572" y="11144"/>
                        </a:lnTo>
                        <a:cubicBezTo>
                          <a:pt x="572" y="11144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529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9" name="Freeform: Shape 488">
                    <a:extLst>
                      <a:ext uri="{FF2B5EF4-FFF2-40B4-BE49-F238E27FC236}">
                        <a16:creationId xmlns:a16="http://schemas.microsoft.com/office/drawing/2014/main" id="{86B0E7A3-3262-BBF1-0438-69C90FB4DA0B}"/>
                      </a:ext>
                    </a:extLst>
                  </p:cNvPr>
                  <p:cNvSpPr/>
                  <p:nvPr/>
                </p:nvSpPr>
                <p:spPr>
                  <a:xfrm>
                    <a:off x="3320891" y="3756183"/>
                    <a:ext cx="36575" cy="22193"/>
                  </a:xfrm>
                  <a:custGeom>
                    <a:avLst/>
                    <a:gdLst>
                      <a:gd name="csX0" fmla="*/ 36576 w 36575"/>
                      <a:gd name="csY0" fmla="*/ 10192 h 22193"/>
                      <a:gd name="csX1" fmla="*/ 19050 w 36575"/>
                      <a:gd name="csY1" fmla="*/ 0 h 22193"/>
                      <a:gd name="csX2" fmla="*/ 0 w 36575"/>
                      <a:gd name="csY2" fmla="*/ 11239 h 22193"/>
                      <a:gd name="csX3" fmla="*/ 0 w 36575"/>
                      <a:gd name="csY3" fmla="*/ 11906 h 22193"/>
                      <a:gd name="csX4" fmla="*/ 17240 w 36575"/>
                      <a:gd name="csY4" fmla="*/ 22193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6575" h="22193">
                        <a:moveTo>
                          <a:pt x="36576" y="10192"/>
                        </a:moveTo>
                        <a:lnTo>
                          <a:pt x="19050" y="0"/>
                        </a:ln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17240" y="22193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0" name="Freeform: Shape 489">
                    <a:extLst>
                      <a:ext uri="{FF2B5EF4-FFF2-40B4-BE49-F238E27FC236}">
                        <a16:creationId xmlns:a16="http://schemas.microsoft.com/office/drawing/2014/main" id="{03306A4F-899B-5F53-E321-C5EFDF267D7D}"/>
                      </a:ext>
                    </a:extLst>
                  </p:cNvPr>
                  <p:cNvSpPr/>
                  <p:nvPr/>
                </p:nvSpPr>
                <p:spPr>
                  <a:xfrm>
                    <a:off x="3199447" y="3716940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20002 w 37433"/>
                      <a:gd name="csY3" fmla="*/ 0 h 22193"/>
                      <a:gd name="csX4" fmla="*/ 95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20002" y="0"/>
                        </a:lnTo>
                        <a:lnTo>
                          <a:pt x="952" y="11239"/>
                        </a:lnTo>
                        <a:cubicBezTo>
                          <a:pt x="952" y="11239"/>
                          <a:pt x="0" y="11621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1" name="Freeform: Shape 490">
                    <a:extLst>
                      <a:ext uri="{FF2B5EF4-FFF2-40B4-BE49-F238E27FC236}">
                        <a16:creationId xmlns:a16="http://schemas.microsoft.com/office/drawing/2014/main" id="{A0BF47C5-3C68-EC43-B82A-AE7EB20331A1}"/>
                      </a:ext>
                    </a:extLst>
                  </p:cNvPr>
                  <p:cNvSpPr/>
                  <p:nvPr/>
                </p:nvSpPr>
                <p:spPr>
                  <a:xfrm>
                    <a:off x="3343275" y="3769518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376" y="11237"/>
                          <a:pt x="48" y="11523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2" name="Freeform: Shape 491">
                    <a:extLst>
                      <a:ext uri="{FF2B5EF4-FFF2-40B4-BE49-F238E27FC236}">
                        <a16:creationId xmlns:a16="http://schemas.microsoft.com/office/drawing/2014/main" id="{532D1B48-B76C-8B7E-C9E4-538850B74CB1}"/>
                      </a:ext>
                    </a:extLst>
                  </p:cNvPr>
                  <p:cNvSpPr/>
                  <p:nvPr/>
                </p:nvSpPr>
                <p:spPr>
                  <a:xfrm>
                    <a:off x="3176206" y="3703510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762" y="11144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3" name="Freeform: Shape 492">
                    <a:extLst>
                      <a:ext uri="{FF2B5EF4-FFF2-40B4-BE49-F238E27FC236}">
                        <a16:creationId xmlns:a16="http://schemas.microsoft.com/office/drawing/2014/main" id="{4CDE77FC-8361-F186-3D02-69B0FCE6CD7F}"/>
                      </a:ext>
                    </a:extLst>
                  </p:cNvPr>
                  <p:cNvSpPr/>
                  <p:nvPr/>
                </p:nvSpPr>
                <p:spPr>
                  <a:xfrm>
                    <a:off x="3152775" y="3690080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376" y="11237"/>
                          <a:pt x="48" y="11523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4" name="Freeform: Shape 493">
                    <a:extLst>
                      <a:ext uri="{FF2B5EF4-FFF2-40B4-BE49-F238E27FC236}">
                        <a16:creationId xmlns:a16="http://schemas.microsoft.com/office/drawing/2014/main" id="{5ACA8BE8-568B-14DB-6B69-FF25A3B022A2}"/>
                      </a:ext>
                    </a:extLst>
                  </p:cNvPr>
                  <p:cNvSpPr/>
                  <p:nvPr/>
                </p:nvSpPr>
                <p:spPr>
                  <a:xfrm>
                    <a:off x="3246024" y="3738562"/>
                    <a:ext cx="83343" cy="38766"/>
                  </a:xfrm>
                  <a:custGeom>
                    <a:avLst/>
                    <a:gdLst>
                      <a:gd name="csX0" fmla="*/ 0 w 83343"/>
                      <a:gd name="csY0" fmla="*/ 17145 h 38766"/>
                      <a:gd name="csX1" fmla="*/ 36767 w 83343"/>
                      <a:gd name="csY1" fmla="*/ 38767 h 38766"/>
                      <a:gd name="csX2" fmla="*/ 83344 w 83343"/>
                      <a:gd name="csY2" fmla="*/ 11525 h 38766"/>
                      <a:gd name="csX3" fmla="*/ 63246 w 83343"/>
                      <a:gd name="csY3" fmla="*/ 0 h 38766"/>
                      <a:gd name="csX4" fmla="*/ 38671 w 83343"/>
                      <a:gd name="csY4" fmla="*/ 14288 h 38766"/>
                      <a:gd name="csX5" fmla="*/ 36957 w 83343"/>
                      <a:gd name="csY5" fmla="*/ 14288 h 38766"/>
                      <a:gd name="csX6" fmla="*/ 35338 w 83343"/>
                      <a:gd name="csY6" fmla="*/ 14288 h 38766"/>
                      <a:gd name="csX7" fmla="*/ 19812 w 83343"/>
                      <a:gd name="csY7" fmla="*/ 5334 h 38766"/>
                      <a:gd name="csX8" fmla="*/ 762 w 83343"/>
                      <a:gd name="csY8" fmla="*/ 16478 h 38766"/>
                      <a:gd name="csX9" fmla="*/ 0 w 83343"/>
                      <a:gd name="csY9" fmla="*/ 17145 h 387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83343" h="38766">
                        <a:moveTo>
                          <a:pt x="0" y="17145"/>
                        </a:moveTo>
                        <a:lnTo>
                          <a:pt x="36767" y="38767"/>
                        </a:lnTo>
                        <a:lnTo>
                          <a:pt x="83344" y="11525"/>
                        </a:lnTo>
                        <a:lnTo>
                          <a:pt x="63246" y="0"/>
                        </a:lnTo>
                        <a:lnTo>
                          <a:pt x="38671" y="14288"/>
                        </a:lnTo>
                        <a:cubicBezTo>
                          <a:pt x="38110" y="14442"/>
                          <a:pt x="37518" y="14442"/>
                          <a:pt x="36957" y="14288"/>
                        </a:cubicBezTo>
                        <a:cubicBezTo>
                          <a:pt x="36429" y="14449"/>
                          <a:pt x="35865" y="14449"/>
                          <a:pt x="35338" y="14288"/>
                        </a:cubicBezTo>
                        <a:lnTo>
                          <a:pt x="19812" y="5334"/>
                        </a:lnTo>
                        <a:lnTo>
                          <a:pt x="762" y="16478"/>
                        </a:lnTo>
                        <a:cubicBezTo>
                          <a:pt x="762" y="16478"/>
                          <a:pt x="0" y="16954"/>
                          <a:pt x="0" y="17145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5" name="Freeform: Shape 494">
                    <a:extLst>
                      <a:ext uri="{FF2B5EF4-FFF2-40B4-BE49-F238E27FC236}">
                        <a16:creationId xmlns:a16="http://schemas.microsoft.com/office/drawing/2014/main" id="{4AC83CCA-E0E6-D3D7-EC17-AAF530FAF1B4}"/>
                      </a:ext>
                    </a:extLst>
                  </p:cNvPr>
                  <p:cNvSpPr/>
                  <p:nvPr/>
                </p:nvSpPr>
                <p:spPr>
                  <a:xfrm>
                    <a:off x="3214877" y="3664648"/>
                    <a:ext cx="37433" cy="22193"/>
                  </a:xfrm>
                  <a:custGeom>
                    <a:avLst/>
                    <a:gdLst>
                      <a:gd name="csX0" fmla="*/ 19050 w 37433"/>
                      <a:gd name="csY0" fmla="*/ 0 h 22193"/>
                      <a:gd name="csX1" fmla="*/ 0 w 37433"/>
                      <a:gd name="csY1" fmla="*/ 11240 h 22193"/>
                      <a:gd name="csX2" fmla="*/ 0 w 37433"/>
                      <a:gd name="csY2" fmla="*/ 11906 h 22193"/>
                      <a:gd name="csX3" fmla="*/ 17145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050" y="0"/>
                        </a:moveTo>
                        <a:lnTo>
                          <a:pt x="0" y="11240"/>
                        </a:lnTo>
                        <a:cubicBezTo>
                          <a:pt x="0" y="11240"/>
                          <a:pt x="0" y="11240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6" name="Freeform: Shape 495">
                    <a:extLst>
                      <a:ext uri="{FF2B5EF4-FFF2-40B4-BE49-F238E27FC236}">
                        <a16:creationId xmlns:a16="http://schemas.microsoft.com/office/drawing/2014/main" id="{C6F70D15-1550-49BD-200A-3943844FAA80}"/>
                      </a:ext>
                    </a:extLst>
                  </p:cNvPr>
                  <p:cNvSpPr/>
                  <p:nvPr/>
                </p:nvSpPr>
                <p:spPr>
                  <a:xfrm>
                    <a:off x="3222783" y="3730371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0" y="11430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7" name="Freeform: Shape 496">
                    <a:extLst>
                      <a:ext uri="{FF2B5EF4-FFF2-40B4-BE49-F238E27FC236}">
                        <a16:creationId xmlns:a16="http://schemas.microsoft.com/office/drawing/2014/main" id="{05B5ACBB-9835-0DA2-9720-944482DC1FC4}"/>
                      </a:ext>
                    </a:extLst>
                  </p:cNvPr>
                  <p:cNvSpPr/>
                  <p:nvPr/>
                </p:nvSpPr>
                <p:spPr>
                  <a:xfrm>
                    <a:off x="3009889" y="3577304"/>
                    <a:ext cx="38110" cy="22193"/>
                  </a:xfrm>
                  <a:custGeom>
                    <a:avLst/>
                    <a:gdLst>
                      <a:gd name="csX0" fmla="*/ 10 w 38110"/>
                      <a:gd name="csY0" fmla="*/ 11906 h 22193"/>
                      <a:gd name="csX1" fmla="*/ 17155 w 38110"/>
                      <a:gd name="csY1" fmla="*/ 22193 h 22193"/>
                      <a:gd name="csX2" fmla="*/ 38110 w 38110"/>
                      <a:gd name="csY2" fmla="*/ 10192 h 22193"/>
                      <a:gd name="csX3" fmla="*/ 20489 w 38110"/>
                      <a:gd name="csY3" fmla="*/ 0 h 22193"/>
                      <a:gd name="csX4" fmla="*/ 1439 w 38110"/>
                      <a:gd name="csY4" fmla="*/ 11144 h 22193"/>
                      <a:gd name="csX5" fmla="*/ 228 w 38110"/>
                      <a:gd name="csY5" fmla="*/ 11192 h 22193"/>
                      <a:gd name="csX6" fmla="*/ 10 w 38110"/>
                      <a:gd name="csY6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8110" h="22193">
                        <a:moveTo>
                          <a:pt x="10" y="11906"/>
                        </a:moveTo>
                        <a:lnTo>
                          <a:pt x="17155" y="22193"/>
                        </a:lnTo>
                        <a:lnTo>
                          <a:pt x="38110" y="10192"/>
                        </a:lnTo>
                        <a:lnTo>
                          <a:pt x="20489" y="0"/>
                        </a:lnTo>
                        <a:lnTo>
                          <a:pt x="1439" y="11144"/>
                        </a:lnTo>
                        <a:cubicBezTo>
                          <a:pt x="1091" y="10823"/>
                          <a:pt x="549" y="10844"/>
                          <a:pt x="228" y="11192"/>
                        </a:cubicBezTo>
                        <a:cubicBezTo>
                          <a:pt x="50" y="11384"/>
                          <a:pt x="-30" y="11648"/>
                          <a:pt x="1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8" name="Freeform: Shape 497">
                    <a:extLst>
                      <a:ext uri="{FF2B5EF4-FFF2-40B4-BE49-F238E27FC236}">
                        <a16:creationId xmlns:a16="http://schemas.microsoft.com/office/drawing/2014/main" id="{0D7FFE0E-65FB-76D1-E4EB-93625C3A06A0}"/>
                      </a:ext>
                    </a:extLst>
                  </p:cNvPr>
                  <p:cNvSpPr/>
                  <p:nvPr/>
                </p:nvSpPr>
                <p:spPr>
                  <a:xfrm>
                    <a:off x="3028873" y="3557206"/>
                    <a:ext cx="37414" cy="21431"/>
                  </a:xfrm>
                  <a:custGeom>
                    <a:avLst/>
                    <a:gdLst>
                      <a:gd name="csX0" fmla="*/ 19127 w 37414"/>
                      <a:gd name="csY0" fmla="*/ 0 h 21431"/>
                      <a:gd name="csX1" fmla="*/ 77 w 37414"/>
                      <a:gd name="csY1" fmla="*/ 11240 h 21431"/>
                      <a:gd name="csX2" fmla="*/ 77 w 37414"/>
                      <a:gd name="csY2" fmla="*/ 11907 h 21431"/>
                      <a:gd name="csX3" fmla="*/ 77 w 37414"/>
                      <a:gd name="csY3" fmla="*/ 11906 h 21431"/>
                      <a:gd name="csX4" fmla="*/ 17127 w 37414"/>
                      <a:gd name="csY4" fmla="*/ 21431 h 21431"/>
                      <a:gd name="csX5" fmla="*/ 37415 w 37414"/>
                      <a:gd name="csY5" fmla="*/ 9430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14" h="21431">
                        <a:moveTo>
                          <a:pt x="19127" y="0"/>
                        </a:moveTo>
                        <a:lnTo>
                          <a:pt x="77" y="11240"/>
                        </a:lnTo>
                        <a:cubicBezTo>
                          <a:pt x="-26" y="11450"/>
                          <a:pt x="-26" y="11696"/>
                          <a:pt x="77" y="11907"/>
                        </a:cubicBezTo>
                        <a:lnTo>
                          <a:pt x="77" y="11906"/>
                        </a:lnTo>
                        <a:lnTo>
                          <a:pt x="17127" y="21431"/>
                        </a:lnTo>
                        <a:lnTo>
                          <a:pt x="37415" y="943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9" name="Freeform: Shape 498">
                    <a:extLst>
                      <a:ext uri="{FF2B5EF4-FFF2-40B4-BE49-F238E27FC236}">
                        <a16:creationId xmlns:a16="http://schemas.microsoft.com/office/drawing/2014/main" id="{E4427BE8-9E75-F626-F525-E373DB6F8520}"/>
                      </a:ext>
                    </a:extLst>
                  </p:cNvPr>
                  <p:cNvSpPr/>
                  <p:nvPr/>
                </p:nvSpPr>
                <p:spPr>
                  <a:xfrm>
                    <a:off x="2990087" y="3596068"/>
                    <a:ext cx="37337" cy="21812"/>
                  </a:xfrm>
                  <a:custGeom>
                    <a:avLst/>
                    <a:gdLst>
                      <a:gd name="csX0" fmla="*/ 0 w 37337"/>
                      <a:gd name="csY0" fmla="*/ 11811 h 21812"/>
                      <a:gd name="csX1" fmla="*/ 0 w 37337"/>
                      <a:gd name="csY1" fmla="*/ 12287 h 21812"/>
                      <a:gd name="csX2" fmla="*/ 17050 w 37337"/>
                      <a:gd name="csY2" fmla="*/ 21812 h 21812"/>
                      <a:gd name="csX3" fmla="*/ 37338 w 37337"/>
                      <a:gd name="csY3" fmla="*/ 9715 h 21812"/>
                      <a:gd name="csX4" fmla="*/ 19812 w 37337"/>
                      <a:gd name="csY4" fmla="*/ 0 h 21812"/>
                      <a:gd name="csX5" fmla="*/ 762 w 37337"/>
                      <a:gd name="csY5" fmla="*/ 11239 h 21812"/>
                      <a:gd name="csX6" fmla="*/ 0 w 37337"/>
                      <a:gd name="csY6" fmla="*/ 11811 h 218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1812">
                        <a:moveTo>
                          <a:pt x="0" y="11811"/>
                        </a:moveTo>
                        <a:lnTo>
                          <a:pt x="0" y="12287"/>
                        </a:lnTo>
                        <a:lnTo>
                          <a:pt x="17050" y="21812"/>
                        </a:lnTo>
                        <a:lnTo>
                          <a:pt x="37338" y="9715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406" y="11228"/>
                          <a:pt x="89" y="11466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0" name="Freeform: Shape 499">
                    <a:extLst>
                      <a:ext uri="{FF2B5EF4-FFF2-40B4-BE49-F238E27FC236}">
                        <a16:creationId xmlns:a16="http://schemas.microsoft.com/office/drawing/2014/main" id="{61732665-39A2-F2C1-A3F9-72C9C222390D}"/>
                      </a:ext>
                    </a:extLst>
                  </p:cNvPr>
                  <p:cNvSpPr/>
                  <p:nvPr/>
                </p:nvSpPr>
                <p:spPr>
                  <a:xfrm>
                    <a:off x="2952750" y="3604831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387" y="11238"/>
                          <a:pt x="94" y="11531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1" name="Freeform: Shape 500">
                    <a:extLst>
                      <a:ext uri="{FF2B5EF4-FFF2-40B4-BE49-F238E27FC236}">
                        <a16:creationId xmlns:a16="http://schemas.microsoft.com/office/drawing/2014/main" id="{B8F7221E-4DAE-0810-EF6E-724820EF4F27}"/>
                      </a:ext>
                    </a:extLst>
                  </p:cNvPr>
                  <p:cNvSpPr/>
                  <p:nvPr/>
                </p:nvSpPr>
                <p:spPr>
                  <a:xfrm>
                    <a:off x="3052000" y="3570636"/>
                    <a:ext cx="37433" cy="22193"/>
                  </a:xfrm>
                  <a:custGeom>
                    <a:avLst/>
                    <a:gdLst>
                      <a:gd name="csX0" fmla="*/ 19050 w 37433"/>
                      <a:gd name="csY0" fmla="*/ 0 h 22193"/>
                      <a:gd name="csX1" fmla="*/ 0 w 37433"/>
                      <a:gd name="csY1" fmla="*/ 11239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050" y="0"/>
                        </a:move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2" name="Freeform: Shape 501">
                    <a:extLst>
                      <a:ext uri="{FF2B5EF4-FFF2-40B4-BE49-F238E27FC236}">
                        <a16:creationId xmlns:a16="http://schemas.microsoft.com/office/drawing/2014/main" id="{2416002D-656E-27A0-32D3-B6412EF6F6CC}"/>
                      </a:ext>
                    </a:extLst>
                  </p:cNvPr>
                  <p:cNvSpPr/>
                  <p:nvPr/>
                </p:nvSpPr>
                <p:spPr>
                  <a:xfrm>
                    <a:off x="2975991" y="3618261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907 w 37433"/>
                      <a:gd name="csY3" fmla="*/ 0 h 22193"/>
                      <a:gd name="csX4" fmla="*/ 857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907" y="0"/>
                        </a:lnTo>
                        <a:lnTo>
                          <a:pt x="857" y="11239"/>
                        </a:lnTo>
                        <a:cubicBezTo>
                          <a:pt x="460" y="11261"/>
                          <a:pt x="119" y="11527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3" name="Freeform: Shape 502">
                    <a:extLst>
                      <a:ext uri="{FF2B5EF4-FFF2-40B4-BE49-F238E27FC236}">
                        <a16:creationId xmlns:a16="http://schemas.microsoft.com/office/drawing/2014/main" id="{E6229076-6850-EC2A-519B-60F2BA563C7B}"/>
                      </a:ext>
                    </a:extLst>
                  </p:cNvPr>
                  <p:cNvSpPr/>
                  <p:nvPr/>
                </p:nvSpPr>
                <p:spPr>
                  <a:xfrm>
                    <a:off x="3121818" y="3610927"/>
                    <a:ext cx="37433" cy="22193"/>
                  </a:xfrm>
                  <a:custGeom>
                    <a:avLst/>
                    <a:gdLst>
                      <a:gd name="csX0" fmla="*/ 19050 w 37433"/>
                      <a:gd name="csY0" fmla="*/ 0 h 22193"/>
                      <a:gd name="csX1" fmla="*/ 0 w 37433"/>
                      <a:gd name="csY1" fmla="*/ 11239 h 22193"/>
                      <a:gd name="csX2" fmla="*/ 0 w 37433"/>
                      <a:gd name="csY2" fmla="*/ 11906 h 22193"/>
                      <a:gd name="csX3" fmla="*/ 17145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050" y="0"/>
                        </a:move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4" name="Freeform: Shape 503">
                    <a:extLst>
                      <a:ext uri="{FF2B5EF4-FFF2-40B4-BE49-F238E27FC236}">
                        <a16:creationId xmlns:a16="http://schemas.microsoft.com/office/drawing/2014/main" id="{AC4EA996-7A95-DFDA-D286-46AF7B08AAE5}"/>
                      </a:ext>
                    </a:extLst>
                  </p:cNvPr>
                  <p:cNvSpPr/>
                  <p:nvPr/>
                </p:nvSpPr>
                <p:spPr>
                  <a:xfrm>
                    <a:off x="3145075" y="3624357"/>
                    <a:ext cx="37512" cy="22193"/>
                  </a:xfrm>
                  <a:custGeom>
                    <a:avLst/>
                    <a:gdLst>
                      <a:gd name="csX0" fmla="*/ 19130 w 37512"/>
                      <a:gd name="csY0" fmla="*/ 0 h 22193"/>
                      <a:gd name="csX1" fmla="*/ 80 w 37512"/>
                      <a:gd name="csY1" fmla="*/ 11144 h 22193"/>
                      <a:gd name="csX2" fmla="*/ 80 w 37512"/>
                      <a:gd name="csY2" fmla="*/ 11906 h 22193"/>
                      <a:gd name="csX3" fmla="*/ 17225 w 37512"/>
                      <a:gd name="csY3" fmla="*/ 22193 h 22193"/>
                      <a:gd name="csX4" fmla="*/ 37513 w 37512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512" h="22193">
                        <a:moveTo>
                          <a:pt x="19130" y="0"/>
                        </a:moveTo>
                        <a:lnTo>
                          <a:pt x="80" y="11144"/>
                        </a:lnTo>
                        <a:cubicBezTo>
                          <a:pt x="-27" y="11387"/>
                          <a:pt x="-27" y="11663"/>
                          <a:pt x="80" y="11906"/>
                        </a:cubicBezTo>
                        <a:lnTo>
                          <a:pt x="17225" y="22193"/>
                        </a:lnTo>
                        <a:lnTo>
                          <a:pt x="3751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5" name="Freeform: Shape 504">
                    <a:extLst>
                      <a:ext uri="{FF2B5EF4-FFF2-40B4-BE49-F238E27FC236}">
                        <a16:creationId xmlns:a16="http://schemas.microsoft.com/office/drawing/2014/main" id="{97FEEDF6-2112-AAF5-86B0-F1D995088317}"/>
                      </a:ext>
                    </a:extLst>
                  </p:cNvPr>
                  <p:cNvSpPr/>
                  <p:nvPr/>
                </p:nvSpPr>
                <p:spPr>
                  <a:xfrm>
                    <a:off x="3167824" y="3637788"/>
                    <a:ext cx="37433" cy="22193"/>
                  </a:xfrm>
                  <a:custGeom>
                    <a:avLst/>
                    <a:gdLst>
                      <a:gd name="csX0" fmla="*/ 19621 w 37433"/>
                      <a:gd name="csY0" fmla="*/ 0 h 22193"/>
                      <a:gd name="csX1" fmla="*/ 571 w 37433"/>
                      <a:gd name="csY1" fmla="*/ 11144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6" name="Freeform: Shape 505">
                    <a:extLst>
                      <a:ext uri="{FF2B5EF4-FFF2-40B4-BE49-F238E27FC236}">
                        <a16:creationId xmlns:a16="http://schemas.microsoft.com/office/drawing/2014/main" id="{F5405475-EA35-0DFB-3C44-A121E5B335F1}"/>
                      </a:ext>
                    </a:extLst>
                  </p:cNvPr>
                  <p:cNvSpPr/>
                  <p:nvPr/>
                </p:nvSpPr>
                <p:spPr>
                  <a:xfrm>
                    <a:off x="3098475" y="3597497"/>
                    <a:ext cx="36487" cy="22002"/>
                  </a:xfrm>
                  <a:custGeom>
                    <a:avLst/>
                    <a:gdLst>
                      <a:gd name="csX0" fmla="*/ 19152 w 36487"/>
                      <a:gd name="csY0" fmla="*/ 0 h 22002"/>
                      <a:gd name="csX1" fmla="*/ 102 w 36487"/>
                      <a:gd name="csY1" fmla="*/ 11144 h 22002"/>
                      <a:gd name="csX2" fmla="*/ 102 w 36487"/>
                      <a:gd name="csY2" fmla="*/ 11906 h 22002"/>
                      <a:gd name="csX3" fmla="*/ 16199 w 36487"/>
                      <a:gd name="csY3" fmla="*/ 22003 h 22002"/>
                      <a:gd name="csX4" fmla="*/ 36488 w 36487"/>
                      <a:gd name="csY4" fmla="*/ 10001 h 220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6487" h="22002">
                        <a:moveTo>
                          <a:pt x="19152" y="0"/>
                        </a:moveTo>
                        <a:lnTo>
                          <a:pt x="102" y="11144"/>
                        </a:lnTo>
                        <a:cubicBezTo>
                          <a:pt x="-34" y="11380"/>
                          <a:pt x="-34" y="11670"/>
                          <a:pt x="102" y="11906"/>
                        </a:cubicBezTo>
                        <a:lnTo>
                          <a:pt x="16199" y="22003"/>
                        </a:lnTo>
                        <a:lnTo>
                          <a:pt x="36488" y="10001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7" name="Freeform: Shape 506">
                    <a:extLst>
                      <a:ext uri="{FF2B5EF4-FFF2-40B4-BE49-F238E27FC236}">
                        <a16:creationId xmlns:a16="http://schemas.microsoft.com/office/drawing/2014/main" id="{F8319241-5B9C-50D4-D45D-9BD36C954B4F}"/>
                      </a:ext>
                    </a:extLst>
                  </p:cNvPr>
                  <p:cNvSpPr/>
                  <p:nvPr/>
                </p:nvSpPr>
                <p:spPr>
                  <a:xfrm>
                    <a:off x="3191569" y="3651218"/>
                    <a:ext cx="37500" cy="22193"/>
                  </a:xfrm>
                  <a:custGeom>
                    <a:avLst/>
                    <a:gdLst>
                      <a:gd name="csX0" fmla="*/ 19117 w 37500"/>
                      <a:gd name="csY0" fmla="*/ 0 h 22193"/>
                      <a:gd name="csX1" fmla="*/ 67 w 37500"/>
                      <a:gd name="csY1" fmla="*/ 11240 h 22193"/>
                      <a:gd name="csX2" fmla="*/ 67 w 37500"/>
                      <a:gd name="csY2" fmla="*/ 11907 h 22193"/>
                      <a:gd name="csX3" fmla="*/ 17212 w 37500"/>
                      <a:gd name="csY3" fmla="*/ 22193 h 22193"/>
                      <a:gd name="csX4" fmla="*/ 37501 w 37500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500" h="22193">
                        <a:moveTo>
                          <a:pt x="19117" y="0"/>
                        </a:moveTo>
                        <a:lnTo>
                          <a:pt x="67" y="11240"/>
                        </a:lnTo>
                        <a:cubicBezTo>
                          <a:pt x="-22" y="11453"/>
                          <a:pt x="-22" y="11693"/>
                          <a:pt x="67" y="11907"/>
                        </a:cubicBezTo>
                        <a:lnTo>
                          <a:pt x="17212" y="22193"/>
                        </a:lnTo>
                        <a:lnTo>
                          <a:pt x="37501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8" name="Freeform: Shape 507">
                    <a:extLst>
                      <a:ext uri="{FF2B5EF4-FFF2-40B4-BE49-F238E27FC236}">
                        <a16:creationId xmlns:a16="http://schemas.microsoft.com/office/drawing/2014/main" id="{10FC7944-56F3-975F-E5E9-3C35D9E1CBB3}"/>
                      </a:ext>
                    </a:extLst>
                  </p:cNvPr>
                  <p:cNvSpPr/>
                  <p:nvPr/>
                </p:nvSpPr>
                <p:spPr>
                  <a:xfrm>
                    <a:off x="3075336" y="3584066"/>
                    <a:ext cx="37433" cy="22193"/>
                  </a:xfrm>
                  <a:custGeom>
                    <a:avLst/>
                    <a:gdLst>
                      <a:gd name="csX0" fmla="*/ 19050 w 37433"/>
                      <a:gd name="csY0" fmla="*/ 0 h 22193"/>
                      <a:gd name="csX1" fmla="*/ 0 w 37433"/>
                      <a:gd name="csY1" fmla="*/ 11239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050" y="0"/>
                        </a:move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9" name="Freeform: Shape 508">
                    <a:extLst>
                      <a:ext uri="{FF2B5EF4-FFF2-40B4-BE49-F238E27FC236}">
                        <a16:creationId xmlns:a16="http://schemas.microsoft.com/office/drawing/2014/main" id="{303012F2-74B7-D288-F36C-F1738B790F77}"/>
                      </a:ext>
                    </a:extLst>
                  </p:cNvPr>
                  <p:cNvSpPr/>
                  <p:nvPr/>
                </p:nvSpPr>
                <p:spPr>
                  <a:xfrm>
                    <a:off x="3238439" y="3678078"/>
                    <a:ext cx="37493" cy="22193"/>
                  </a:xfrm>
                  <a:custGeom>
                    <a:avLst/>
                    <a:gdLst>
                      <a:gd name="csX0" fmla="*/ 19110 w 37493"/>
                      <a:gd name="csY0" fmla="*/ 0 h 22193"/>
                      <a:gd name="csX1" fmla="*/ 60 w 37493"/>
                      <a:gd name="csY1" fmla="*/ 11239 h 22193"/>
                      <a:gd name="csX2" fmla="*/ 60 w 37493"/>
                      <a:gd name="csY2" fmla="*/ 11906 h 22193"/>
                      <a:gd name="csX3" fmla="*/ 17300 w 37493"/>
                      <a:gd name="csY3" fmla="*/ 22193 h 22193"/>
                      <a:gd name="csX4" fmla="*/ 37493 w 3749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93" h="22193">
                        <a:moveTo>
                          <a:pt x="19110" y="0"/>
                        </a:moveTo>
                        <a:lnTo>
                          <a:pt x="60" y="11239"/>
                        </a:lnTo>
                        <a:cubicBezTo>
                          <a:pt x="-20" y="11455"/>
                          <a:pt x="-20" y="11691"/>
                          <a:pt x="60" y="11906"/>
                        </a:cubicBezTo>
                        <a:lnTo>
                          <a:pt x="17300" y="22193"/>
                        </a:lnTo>
                        <a:lnTo>
                          <a:pt x="3749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0" name="Freeform: Shape 509">
                    <a:extLst>
                      <a:ext uri="{FF2B5EF4-FFF2-40B4-BE49-F238E27FC236}">
                        <a16:creationId xmlns:a16="http://schemas.microsoft.com/office/drawing/2014/main" id="{B518895A-890E-815F-AD99-FD1F76D7F87F}"/>
                      </a:ext>
                    </a:extLst>
                  </p:cNvPr>
                  <p:cNvSpPr/>
                  <p:nvPr/>
                </p:nvSpPr>
                <p:spPr>
                  <a:xfrm>
                    <a:off x="3243167" y="3711701"/>
                    <a:ext cx="37338" cy="22098"/>
                  </a:xfrm>
                  <a:custGeom>
                    <a:avLst/>
                    <a:gdLst>
                      <a:gd name="csX0" fmla="*/ 19622 w 37338"/>
                      <a:gd name="csY0" fmla="*/ 0 h 22098"/>
                      <a:gd name="csX1" fmla="*/ 572 w 37338"/>
                      <a:gd name="csY1" fmla="*/ 11144 h 22098"/>
                      <a:gd name="csX2" fmla="*/ 0 w 37338"/>
                      <a:gd name="csY2" fmla="*/ 11811 h 22098"/>
                      <a:gd name="csX3" fmla="*/ 0 w 37338"/>
                      <a:gd name="csY3" fmla="*/ 12573 h 22098"/>
                      <a:gd name="csX4" fmla="*/ 17145 w 37338"/>
                      <a:gd name="csY4" fmla="*/ 22098 h 22098"/>
                      <a:gd name="csX5" fmla="*/ 37338 w 37338"/>
                      <a:gd name="csY5" fmla="*/ 10096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338" h="22098">
                        <a:moveTo>
                          <a:pt x="19622" y="0"/>
                        </a:moveTo>
                        <a:lnTo>
                          <a:pt x="572" y="11144"/>
                        </a:lnTo>
                        <a:cubicBezTo>
                          <a:pt x="273" y="11245"/>
                          <a:pt x="54" y="11501"/>
                          <a:pt x="0" y="11811"/>
                        </a:cubicBezTo>
                        <a:lnTo>
                          <a:pt x="0" y="12573"/>
                        </a:lnTo>
                        <a:lnTo>
                          <a:pt x="17145" y="22098"/>
                        </a:lnTo>
                        <a:lnTo>
                          <a:pt x="37338" y="1009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1" name="Freeform: Shape 510">
                    <a:extLst>
                      <a:ext uri="{FF2B5EF4-FFF2-40B4-BE49-F238E27FC236}">
                        <a16:creationId xmlns:a16="http://schemas.microsoft.com/office/drawing/2014/main" id="{646FAB03-75D5-1669-2A67-F741B18440F9}"/>
                      </a:ext>
                    </a:extLst>
                  </p:cNvPr>
                  <p:cNvSpPr/>
                  <p:nvPr/>
                </p:nvSpPr>
                <p:spPr>
                  <a:xfrm>
                    <a:off x="3421379" y="3784187"/>
                    <a:ext cx="37433" cy="22097"/>
                  </a:xfrm>
                  <a:custGeom>
                    <a:avLst/>
                    <a:gdLst>
                      <a:gd name="csX0" fmla="*/ 19526 w 37433"/>
                      <a:gd name="csY0" fmla="*/ 0 h 22097"/>
                      <a:gd name="csX1" fmla="*/ 476 w 37433"/>
                      <a:gd name="csY1" fmla="*/ 11144 h 22097"/>
                      <a:gd name="csX2" fmla="*/ 0 w 37433"/>
                      <a:gd name="csY2" fmla="*/ 11811 h 22097"/>
                      <a:gd name="csX3" fmla="*/ 17145 w 37433"/>
                      <a:gd name="csY3" fmla="*/ 22098 h 22097"/>
                      <a:gd name="csX4" fmla="*/ 37433 w 37433"/>
                      <a:gd name="csY4" fmla="*/ 10096 h 220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097">
                        <a:moveTo>
                          <a:pt x="19526" y="0"/>
                        </a:moveTo>
                        <a:lnTo>
                          <a:pt x="476" y="11144"/>
                        </a:lnTo>
                        <a:cubicBezTo>
                          <a:pt x="0" y="11144"/>
                          <a:pt x="0" y="11716"/>
                          <a:pt x="0" y="11811"/>
                        </a:cubicBezTo>
                        <a:lnTo>
                          <a:pt x="17145" y="22098"/>
                        </a:lnTo>
                        <a:lnTo>
                          <a:pt x="37433" y="1009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2" name="Freeform: Shape 511">
                    <a:extLst>
                      <a:ext uri="{FF2B5EF4-FFF2-40B4-BE49-F238E27FC236}">
                        <a16:creationId xmlns:a16="http://schemas.microsoft.com/office/drawing/2014/main" id="{37B1A7A9-EBA8-15D7-67C6-3215168C26D7}"/>
                      </a:ext>
                    </a:extLst>
                  </p:cNvPr>
                  <p:cNvSpPr/>
                  <p:nvPr/>
                </p:nvSpPr>
                <p:spPr>
                  <a:xfrm>
                    <a:off x="3445036" y="3797617"/>
                    <a:ext cx="37493" cy="22097"/>
                  </a:xfrm>
                  <a:custGeom>
                    <a:avLst/>
                    <a:gdLst>
                      <a:gd name="csX0" fmla="*/ 19110 w 37493"/>
                      <a:gd name="csY0" fmla="*/ 0 h 22097"/>
                      <a:gd name="csX1" fmla="*/ 60 w 37493"/>
                      <a:gd name="csY1" fmla="*/ 11144 h 22097"/>
                      <a:gd name="csX2" fmla="*/ 60 w 37493"/>
                      <a:gd name="csY2" fmla="*/ 11811 h 22097"/>
                      <a:gd name="csX3" fmla="*/ 17205 w 37493"/>
                      <a:gd name="csY3" fmla="*/ 22098 h 22097"/>
                      <a:gd name="csX4" fmla="*/ 37493 w 37493"/>
                      <a:gd name="csY4" fmla="*/ 10096 h 220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93" h="22097">
                        <a:moveTo>
                          <a:pt x="19110" y="0"/>
                        </a:moveTo>
                        <a:lnTo>
                          <a:pt x="60" y="11144"/>
                        </a:lnTo>
                        <a:cubicBezTo>
                          <a:pt x="-20" y="11359"/>
                          <a:pt x="-20" y="11596"/>
                          <a:pt x="60" y="11811"/>
                        </a:cubicBezTo>
                        <a:lnTo>
                          <a:pt x="17205" y="22098"/>
                        </a:lnTo>
                        <a:lnTo>
                          <a:pt x="37493" y="1009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3" name="Freeform: Shape 512">
                    <a:extLst>
                      <a:ext uri="{FF2B5EF4-FFF2-40B4-BE49-F238E27FC236}">
                        <a16:creationId xmlns:a16="http://schemas.microsoft.com/office/drawing/2014/main" id="{8047F8E9-0A51-A88C-9D6D-06F3A47B9CDA}"/>
                      </a:ext>
                    </a:extLst>
                  </p:cNvPr>
                  <p:cNvSpPr/>
                  <p:nvPr/>
                </p:nvSpPr>
                <p:spPr>
                  <a:xfrm>
                    <a:off x="3220348" y="3698271"/>
                    <a:ext cx="37487" cy="22098"/>
                  </a:xfrm>
                  <a:custGeom>
                    <a:avLst/>
                    <a:gdLst>
                      <a:gd name="csX0" fmla="*/ 19104 w 37487"/>
                      <a:gd name="csY0" fmla="*/ 0 h 22098"/>
                      <a:gd name="csX1" fmla="*/ 54 w 37487"/>
                      <a:gd name="csY1" fmla="*/ 11144 h 22098"/>
                      <a:gd name="csX2" fmla="*/ 54 w 37487"/>
                      <a:gd name="csY2" fmla="*/ 11811 h 22098"/>
                      <a:gd name="csX3" fmla="*/ 17295 w 37487"/>
                      <a:gd name="csY3" fmla="*/ 22098 h 22098"/>
                      <a:gd name="csX4" fmla="*/ 37488 w 37487"/>
                      <a:gd name="csY4" fmla="*/ 10096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87" h="22098">
                        <a:moveTo>
                          <a:pt x="19104" y="0"/>
                        </a:moveTo>
                        <a:lnTo>
                          <a:pt x="54" y="11144"/>
                        </a:lnTo>
                        <a:cubicBezTo>
                          <a:pt x="-18" y="11361"/>
                          <a:pt x="-18" y="11595"/>
                          <a:pt x="54" y="11811"/>
                        </a:cubicBezTo>
                        <a:lnTo>
                          <a:pt x="17295" y="22098"/>
                        </a:lnTo>
                        <a:lnTo>
                          <a:pt x="37488" y="1009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4" name="Freeform: Shape 513">
                    <a:extLst>
                      <a:ext uri="{FF2B5EF4-FFF2-40B4-BE49-F238E27FC236}">
                        <a16:creationId xmlns:a16="http://schemas.microsoft.com/office/drawing/2014/main" id="{34B39540-BF9C-A607-A185-361FBE94A602}"/>
                      </a:ext>
                    </a:extLst>
                  </p:cNvPr>
                  <p:cNvSpPr/>
                  <p:nvPr/>
                </p:nvSpPr>
                <p:spPr>
                  <a:xfrm>
                    <a:off x="3467862" y="3811047"/>
                    <a:ext cx="37433" cy="22098"/>
                  </a:xfrm>
                  <a:custGeom>
                    <a:avLst/>
                    <a:gdLst>
                      <a:gd name="csX0" fmla="*/ 19621 w 37433"/>
                      <a:gd name="csY0" fmla="*/ 0 h 22098"/>
                      <a:gd name="csX1" fmla="*/ 571 w 37433"/>
                      <a:gd name="csY1" fmla="*/ 11144 h 22098"/>
                      <a:gd name="csX2" fmla="*/ 0 w 37433"/>
                      <a:gd name="csY2" fmla="*/ 11811 h 22098"/>
                      <a:gd name="csX3" fmla="*/ 17240 w 37433"/>
                      <a:gd name="csY3" fmla="*/ 22098 h 22098"/>
                      <a:gd name="csX4" fmla="*/ 37433 w 37433"/>
                      <a:gd name="csY4" fmla="*/ 10097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098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95" y="11144"/>
                          <a:pt x="0" y="11716"/>
                          <a:pt x="0" y="11811"/>
                        </a:cubicBezTo>
                        <a:lnTo>
                          <a:pt x="17240" y="22098"/>
                        </a:lnTo>
                        <a:lnTo>
                          <a:pt x="37433" y="10097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5" name="Freeform: Shape 514">
                    <a:extLst>
                      <a:ext uri="{FF2B5EF4-FFF2-40B4-BE49-F238E27FC236}">
                        <a16:creationId xmlns:a16="http://schemas.microsoft.com/office/drawing/2014/main" id="{3F5CDB37-5BB6-6252-93EF-BB7287386736}"/>
                      </a:ext>
                    </a:extLst>
                  </p:cNvPr>
                  <p:cNvSpPr/>
                  <p:nvPr/>
                </p:nvSpPr>
                <p:spPr>
                  <a:xfrm>
                    <a:off x="3266217" y="3725132"/>
                    <a:ext cx="37337" cy="21812"/>
                  </a:xfrm>
                  <a:custGeom>
                    <a:avLst/>
                    <a:gdLst>
                      <a:gd name="csX0" fmla="*/ 0 w 37337"/>
                      <a:gd name="csY0" fmla="*/ 11811 h 21812"/>
                      <a:gd name="csX1" fmla="*/ 0 w 37337"/>
                      <a:gd name="csY1" fmla="*/ 12287 h 21812"/>
                      <a:gd name="csX2" fmla="*/ 17050 w 37337"/>
                      <a:gd name="csY2" fmla="*/ 21812 h 21812"/>
                      <a:gd name="csX3" fmla="*/ 37338 w 37337"/>
                      <a:gd name="csY3" fmla="*/ 9811 h 21812"/>
                      <a:gd name="csX4" fmla="*/ 19907 w 37337"/>
                      <a:gd name="csY4" fmla="*/ 0 h 21812"/>
                      <a:gd name="csX5" fmla="*/ 857 w 37337"/>
                      <a:gd name="csY5" fmla="*/ 11144 h 21812"/>
                      <a:gd name="csX6" fmla="*/ 0 w 37337"/>
                      <a:gd name="csY6" fmla="*/ 11811 h 218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1812">
                        <a:moveTo>
                          <a:pt x="0" y="11811"/>
                        </a:moveTo>
                        <a:lnTo>
                          <a:pt x="0" y="12287"/>
                        </a:lnTo>
                        <a:lnTo>
                          <a:pt x="17050" y="21812"/>
                        </a:lnTo>
                        <a:lnTo>
                          <a:pt x="37338" y="9811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857" y="11144"/>
                          <a:pt x="0" y="11716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6" name="Freeform: Shape 515">
                    <a:extLst>
                      <a:ext uri="{FF2B5EF4-FFF2-40B4-BE49-F238E27FC236}">
                        <a16:creationId xmlns:a16="http://schemas.microsoft.com/office/drawing/2014/main" id="{A9715C63-7960-5493-931F-1316EF3A06E5}"/>
                      </a:ext>
                    </a:extLst>
                  </p:cNvPr>
                  <p:cNvSpPr/>
                  <p:nvPr/>
                </p:nvSpPr>
                <p:spPr>
                  <a:xfrm>
                    <a:off x="3394995" y="3799332"/>
                    <a:ext cx="37433" cy="22193"/>
                  </a:xfrm>
                  <a:custGeom>
                    <a:avLst/>
                    <a:gdLst>
                      <a:gd name="csX0" fmla="*/ 19622 w 37433"/>
                      <a:gd name="csY0" fmla="*/ 0 h 22193"/>
                      <a:gd name="csX1" fmla="*/ 571 w 37433"/>
                      <a:gd name="csY1" fmla="*/ 11144 h 22193"/>
                      <a:gd name="csX2" fmla="*/ 0 w 37433"/>
                      <a:gd name="csY2" fmla="*/ 11906 h 22193"/>
                      <a:gd name="csX3" fmla="*/ 17145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2" y="0"/>
                        </a:moveTo>
                        <a:lnTo>
                          <a:pt x="571" y="11144"/>
                        </a:lnTo>
                        <a:cubicBezTo>
                          <a:pt x="0" y="11144"/>
                          <a:pt x="0" y="11716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7" name="Freeform: Shape 516">
                    <a:extLst>
                      <a:ext uri="{FF2B5EF4-FFF2-40B4-BE49-F238E27FC236}">
                        <a16:creationId xmlns:a16="http://schemas.microsoft.com/office/drawing/2014/main" id="{B56AD18C-A490-9C9E-8FF3-8F17C3540288}"/>
                      </a:ext>
                    </a:extLst>
                  </p:cNvPr>
                  <p:cNvSpPr/>
                  <p:nvPr/>
                </p:nvSpPr>
                <p:spPr>
                  <a:xfrm>
                    <a:off x="3441573" y="3826192"/>
                    <a:ext cx="37147" cy="21907"/>
                  </a:xfrm>
                  <a:custGeom>
                    <a:avLst/>
                    <a:gdLst>
                      <a:gd name="csX0" fmla="*/ 19621 w 37147"/>
                      <a:gd name="csY0" fmla="*/ 0 h 21907"/>
                      <a:gd name="csX1" fmla="*/ 571 w 37147"/>
                      <a:gd name="csY1" fmla="*/ 11144 h 21907"/>
                      <a:gd name="csX2" fmla="*/ 0 w 37147"/>
                      <a:gd name="csY2" fmla="*/ 11906 h 21907"/>
                      <a:gd name="csX3" fmla="*/ 16954 w 37147"/>
                      <a:gd name="csY3" fmla="*/ 21907 h 21907"/>
                      <a:gd name="csX4" fmla="*/ 37147 w 37147"/>
                      <a:gd name="csY4" fmla="*/ 9906 h 219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147" h="21907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16954" y="21907"/>
                        </a:lnTo>
                        <a:lnTo>
                          <a:pt x="37147" y="990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8" name="Freeform: Shape 517">
                    <a:extLst>
                      <a:ext uri="{FF2B5EF4-FFF2-40B4-BE49-F238E27FC236}">
                        <a16:creationId xmlns:a16="http://schemas.microsoft.com/office/drawing/2014/main" id="{24B64CC6-A95D-893B-87E0-2B46EEDC53A4}"/>
                      </a:ext>
                    </a:extLst>
                  </p:cNvPr>
                  <p:cNvSpPr/>
                  <p:nvPr/>
                </p:nvSpPr>
                <p:spPr>
                  <a:xfrm>
                    <a:off x="3418046" y="3812762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762" y="11239"/>
                          <a:pt x="0" y="11621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9" name="Freeform: Shape 518">
                    <a:extLst>
                      <a:ext uri="{FF2B5EF4-FFF2-40B4-BE49-F238E27FC236}">
                        <a16:creationId xmlns:a16="http://schemas.microsoft.com/office/drawing/2014/main" id="{2553C5C7-33C3-5B27-3BD5-89ECCB8BAC4E}"/>
                      </a:ext>
                    </a:extLst>
                  </p:cNvPr>
                  <p:cNvSpPr/>
                  <p:nvPr/>
                </p:nvSpPr>
                <p:spPr>
                  <a:xfrm>
                    <a:off x="3438479" y="3839336"/>
                    <a:ext cx="63767" cy="37338"/>
                  </a:xfrm>
                  <a:custGeom>
                    <a:avLst/>
                    <a:gdLst>
                      <a:gd name="csX0" fmla="*/ 46 w 63767"/>
                      <a:gd name="csY0" fmla="*/ 26670 h 37338"/>
                      <a:gd name="csX1" fmla="*/ 46 w 63767"/>
                      <a:gd name="csY1" fmla="*/ 27337 h 37338"/>
                      <a:gd name="csX2" fmla="*/ 46 w 63767"/>
                      <a:gd name="csY2" fmla="*/ 27813 h 37338"/>
                      <a:gd name="csX3" fmla="*/ 17191 w 63767"/>
                      <a:gd name="csY3" fmla="*/ 37338 h 37338"/>
                      <a:gd name="csX4" fmla="*/ 63768 w 63767"/>
                      <a:gd name="csY4" fmla="*/ 10192 h 37338"/>
                      <a:gd name="csX5" fmla="*/ 46147 w 63767"/>
                      <a:gd name="csY5" fmla="*/ 0 h 373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3767" h="37338">
                        <a:moveTo>
                          <a:pt x="46" y="26670"/>
                        </a:moveTo>
                        <a:cubicBezTo>
                          <a:pt x="-15" y="26888"/>
                          <a:pt x="-15" y="27119"/>
                          <a:pt x="46" y="27337"/>
                        </a:cubicBezTo>
                        <a:lnTo>
                          <a:pt x="46" y="27813"/>
                        </a:lnTo>
                        <a:lnTo>
                          <a:pt x="17191" y="37338"/>
                        </a:lnTo>
                        <a:lnTo>
                          <a:pt x="63768" y="10192"/>
                        </a:lnTo>
                        <a:lnTo>
                          <a:pt x="46147" y="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0" name="Freeform: Shape 519">
                    <a:extLst>
                      <a:ext uri="{FF2B5EF4-FFF2-40B4-BE49-F238E27FC236}">
                        <a16:creationId xmlns:a16="http://schemas.microsoft.com/office/drawing/2014/main" id="{B8EAB4CD-6D3A-416B-E46E-624E3317866F}"/>
                      </a:ext>
                    </a:extLst>
                  </p:cNvPr>
                  <p:cNvSpPr/>
                  <p:nvPr/>
                </p:nvSpPr>
                <p:spPr>
                  <a:xfrm>
                    <a:off x="3197094" y="3684841"/>
                    <a:ext cx="37405" cy="21336"/>
                  </a:xfrm>
                  <a:custGeom>
                    <a:avLst/>
                    <a:gdLst>
                      <a:gd name="csX0" fmla="*/ 19117 w 37405"/>
                      <a:gd name="csY0" fmla="*/ 0 h 21336"/>
                      <a:gd name="csX1" fmla="*/ 67 w 37405"/>
                      <a:gd name="csY1" fmla="*/ 11144 h 21336"/>
                      <a:gd name="csX2" fmla="*/ 67 w 37405"/>
                      <a:gd name="csY2" fmla="*/ 11811 h 21336"/>
                      <a:gd name="csX3" fmla="*/ 67 w 37405"/>
                      <a:gd name="csY3" fmla="*/ 11811 h 21336"/>
                      <a:gd name="csX4" fmla="*/ 17117 w 37405"/>
                      <a:gd name="csY4" fmla="*/ 21336 h 21336"/>
                      <a:gd name="csX5" fmla="*/ 37405 w 37405"/>
                      <a:gd name="csY5" fmla="*/ 9335 h 2133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05" h="21336">
                        <a:moveTo>
                          <a:pt x="19117" y="0"/>
                        </a:moveTo>
                        <a:lnTo>
                          <a:pt x="67" y="11144"/>
                        </a:lnTo>
                        <a:cubicBezTo>
                          <a:pt x="-22" y="11357"/>
                          <a:pt x="-22" y="11598"/>
                          <a:pt x="67" y="11811"/>
                        </a:cubicBezTo>
                        <a:lnTo>
                          <a:pt x="67" y="11811"/>
                        </a:lnTo>
                        <a:lnTo>
                          <a:pt x="17117" y="21336"/>
                        </a:lnTo>
                        <a:lnTo>
                          <a:pt x="37405" y="9335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1" name="Freeform: Shape 520">
                    <a:extLst>
                      <a:ext uri="{FF2B5EF4-FFF2-40B4-BE49-F238E27FC236}">
                        <a16:creationId xmlns:a16="http://schemas.microsoft.com/office/drawing/2014/main" id="{4AB7B6D4-8A5F-FAB4-BA3E-663AF205C8D7}"/>
                      </a:ext>
                    </a:extLst>
                  </p:cNvPr>
                  <p:cNvSpPr/>
                  <p:nvPr/>
                </p:nvSpPr>
                <p:spPr>
                  <a:xfrm>
                    <a:off x="3391757" y="3828383"/>
                    <a:ext cx="37242" cy="20955"/>
                  </a:xfrm>
                  <a:custGeom>
                    <a:avLst/>
                    <a:gdLst>
                      <a:gd name="csX0" fmla="*/ 0 w 37242"/>
                      <a:gd name="csY0" fmla="*/ 11430 h 20955"/>
                      <a:gd name="csX1" fmla="*/ 0 w 37242"/>
                      <a:gd name="csY1" fmla="*/ 11430 h 20955"/>
                      <a:gd name="csX2" fmla="*/ 17050 w 37242"/>
                      <a:gd name="csY2" fmla="*/ 20955 h 20955"/>
                      <a:gd name="csX3" fmla="*/ 37243 w 37242"/>
                      <a:gd name="csY3" fmla="*/ 10192 h 20955"/>
                      <a:gd name="csX4" fmla="*/ 19621 w 37242"/>
                      <a:gd name="csY4" fmla="*/ 0 h 20955"/>
                      <a:gd name="csX5" fmla="*/ 572 w 37242"/>
                      <a:gd name="csY5" fmla="*/ 11239 h 20955"/>
                      <a:gd name="csX6" fmla="*/ 0 w 37242"/>
                      <a:gd name="csY6" fmla="*/ 11430 h 209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242" h="20955">
                        <a:moveTo>
                          <a:pt x="0" y="11430"/>
                        </a:moveTo>
                        <a:lnTo>
                          <a:pt x="0" y="11430"/>
                        </a:lnTo>
                        <a:lnTo>
                          <a:pt x="17050" y="20955"/>
                        </a:lnTo>
                        <a:lnTo>
                          <a:pt x="37243" y="10192"/>
                        </a:lnTo>
                        <a:lnTo>
                          <a:pt x="19621" y="0"/>
                        </a:lnTo>
                        <a:lnTo>
                          <a:pt x="572" y="11239"/>
                        </a:lnTo>
                        <a:cubicBezTo>
                          <a:pt x="363" y="11222"/>
                          <a:pt x="156" y="11291"/>
                          <a:pt x="0" y="11430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2" name="Freeform: Shape 521">
                    <a:extLst>
                      <a:ext uri="{FF2B5EF4-FFF2-40B4-BE49-F238E27FC236}">
                        <a16:creationId xmlns:a16="http://schemas.microsoft.com/office/drawing/2014/main" id="{2CC9B996-93FE-0857-1AFB-4AF21A1461E2}"/>
                      </a:ext>
                    </a:extLst>
                  </p:cNvPr>
                  <p:cNvSpPr/>
                  <p:nvPr/>
                </p:nvSpPr>
                <p:spPr>
                  <a:xfrm>
                    <a:off x="3414998" y="3841337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95" y="11430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3" name="Freeform: Shape 522">
                    <a:extLst>
                      <a:ext uri="{FF2B5EF4-FFF2-40B4-BE49-F238E27FC236}">
                        <a16:creationId xmlns:a16="http://schemas.microsoft.com/office/drawing/2014/main" id="{A625351E-A237-5786-F770-9801F7FCDD5A}"/>
                      </a:ext>
                    </a:extLst>
                  </p:cNvPr>
                  <p:cNvSpPr/>
                  <p:nvPr/>
                </p:nvSpPr>
                <p:spPr>
                  <a:xfrm>
                    <a:off x="3080289" y="3617594"/>
                    <a:ext cx="37528" cy="22193"/>
                  </a:xfrm>
                  <a:custGeom>
                    <a:avLst/>
                    <a:gdLst>
                      <a:gd name="csX0" fmla="*/ 19621 w 37528"/>
                      <a:gd name="csY0" fmla="*/ 0 h 22193"/>
                      <a:gd name="csX1" fmla="*/ 571 w 37528"/>
                      <a:gd name="csY1" fmla="*/ 11144 h 22193"/>
                      <a:gd name="csX2" fmla="*/ 0 w 37528"/>
                      <a:gd name="csY2" fmla="*/ 11906 h 22193"/>
                      <a:gd name="csX3" fmla="*/ 17240 w 37528"/>
                      <a:gd name="csY3" fmla="*/ 22193 h 22193"/>
                      <a:gd name="csX4" fmla="*/ 37529 w 37528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528" h="22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529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4" name="Freeform: Shape 523">
                    <a:extLst>
                      <a:ext uri="{FF2B5EF4-FFF2-40B4-BE49-F238E27FC236}">
                        <a16:creationId xmlns:a16="http://schemas.microsoft.com/office/drawing/2014/main" id="{39194DF0-BE5D-3CC0-6CA9-6E68DE4EA838}"/>
                      </a:ext>
                    </a:extLst>
                  </p:cNvPr>
                  <p:cNvSpPr/>
                  <p:nvPr/>
                </p:nvSpPr>
                <p:spPr>
                  <a:xfrm>
                    <a:off x="3033712" y="3590925"/>
                    <a:ext cx="37337" cy="21431"/>
                  </a:xfrm>
                  <a:custGeom>
                    <a:avLst/>
                    <a:gdLst>
                      <a:gd name="csX0" fmla="*/ 19621 w 37337"/>
                      <a:gd name="csY0" fmla="*/ 0 h 21431"/>
                      <a:gd name="csX1" fmla="*/ 571 w 37337"/>
                      <a:gd name="csY1" fmla="*/ 11144 h 21431"/>
                      <a:gd name="csX2" fmla="*/ 0 w 37337"/>
                      <a:gd name="csY2" fmla="*/ 11906 h 21431"/>
                      <a:gd name="csX3" fmla="*/ 0 w 37337"/>
                      <a:gd name="csY3" fmla="*/ 11906 h 21431"/>
                      <a:gd name="csX4" fmla="*/ 17050 w 37337"/>
                      <a:gd name="csY4" fmla="*/ 21431 h 21431"/>
                      <a:gd name="csX5" fmla="*/ 37338 w 37337"/>
                      <a:gd name="csY5" fmla="*/ 9430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337" h="21431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95" y="11144"/>
                          <a:pt x="0" y="11716"/>
                          <a:pt x="0" y="11906"/>
                        </a:cubicBezTo>
                        <a:lnTo>
                          <a:pt x="0" y="11906"/>
                        </a:lnTo>
                        <a:lnTo>
                          <a:pt x="17050" y="21431"/>
                        </a:lnTo>
                        <a:lnTo>
                          <a:pt x="37338" y="943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5" name="Freeform: Shape 524">
                    <a:extLst>
                      <a:ext uri="{FF2B5EF4-FFF2-40B4-BE49-F238E27FC236}">
                        <a16:creationId xmlns:a16="http://schemas.microsoft.com/office/drawing/2014/main" id="{669FFCBD-2985-3180-98CD-B55E5C7A396F}"/>
                      </a:ext>
                    </a:extLst>
                  </p:cNvPr>
                  <p:cNvSpPr/>
                  <p:nvPr/>
                </p:nvSpPr>
                <p:spPr>
                  <a:xfrm>
                    <a:off x="3036570" y="3622928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907 w 37433"/>
                      <a:gd name="csY3" fmla="*/ 0 h 22193"/>
                      <a:gd name="csX4" fmla="*/ 857 w 37433"/>
                      <a:gd name="csY4" fmla="*/ 11240 h 22193"/>
                      <a:gd name="csX5" fmla="*/ 1 w 37433"/>
                      <a:gd name="csY5" fmla="*/ 11895 h 22193"/>
                      <a:gd name="csX6" fmla="*/ 0 w 37433"/>
                      <a:gd name="csY6" fmla="*/ 11907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907" y="0"/>
                        </a:lnTo>
                        <a:lnTo>
                          <a:pt x="857" y="11240"/>
                        </a:lnTo>
                        <a:cubicBezTo>
                          <a:pt x="440" y="11184"/>
                          <a:pt x="57" y="11477"/>
                          <a:pt x="1" y="11895"/>
                        </a:cubicBezTo>
                        <a:cubicBezTo>
                          <a:pt x="1" y="11899"/>
                          <a:pt x="0" y="11902"/>
                          <a:pt x="0" y="11907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6" name="Freeform: Shape 525">
                    <a:extLst>
                      <a:ext uri="{FF2B5EF4-FFF2-40B4-BE49-F238E27FC236}">
                        <a16:creationId xmlns:a16="http://schemas.microsoft.com/office/drawing/2014/main" id="{0F79939F-9B18-69A0-13C4-BAE888299F0C}"/>
                      </a:ext>
                    </a:extLst>
                  </p:cNvPr>
                  <p:cNvSpPr/>
                  <p:nvPr/>
                </p:nvSpPr>
                <p:spPr>
                  <a:xfrm>
                    <a:off x="3013329" y="3609975"/>
                    <a:ext cx="37433" cy="21716"/>
                  </a:xfrm>
                  <a:custGeom>
                    <a:avLst/>
                    <a:gdLst>
                      <a:gd name="csX0" fmla="*/ 0 w 37433"/>
                      <a:gd name="csY0" fmla="*/ 11335 h 21716"/>
                      <a:gd name="csX1" fmla="*/ 17240 w 37433"/>
                      <a:gd name="csY1" fmla="*/ 21717 h 21716"/>
                      <a:gd name="csX2" fmla="*/ 37433 w 37433"/>
                      <a:gd name="csY2" fmla="*/ 9525 h 21716"/>
                      <a:gd name="csX3" fmla="*/ 19907 w 37433"/>
                      <a:gd name="csY3" fmla="*/ 0 h 21716"/>
                      <a:gd name="csX4" fmla="*/ 857 w 37433"/>
                      <a:gd name="csY4" fmla="*/ 11239 h 21716"/>
                      <a:gd name="csX5" fmla="*/ 0 w 37433"/>
                      <a:gd name="csY5" fmla="*/ 11335 h 217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1716">
                        <a:moveTo>
                          <a:pt x="0" y="11335"/>
                        </a:moveTo>
                        <a:lnTo>
                          <a:pt x="17240" y="21717"/>
                        </a:lnTo>
                        <a:lnTo>
                          <a:pt x="37433" y="9525"/>
                        </a:lnTo>
                        <a:lnTo>
                          <a:pt x="19907" y="0"/>
                        </a:lnTo>
                        <a:lnTo>
                          <a:pt x="857" y="11239"/>
                        </a:lnTo>
                        <a:cubicBezTo>
                          <a:pt x="587" y="11057"/>
                          <a:pt x="224" y="11098"/>
                          <a:pt x="0" y="11335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7" name="Freeform: Shape 526">
                    <a:extLst>
                      <a:ext uri="{FF2B5EF4-FFF2-40B4-BE49-F238E27FC236}">
                        <a16:creationId xmlns:a16="http://schemas.microsoft.com/office/drawing/2014/main" id="{5D989005-7BED-E2C1-F699-FBF20FFE750B}"/>
                      </a:ext>
                    </a:extLst>
                  </p:cNvPr>
                  <p:cNvSpPr/>
                  <p:nvPr/>
                </p:nvSpPr>
                <p:spPr>
                  <a:xfrm>
                    <a:off x="3059906" y="3635406"/>
                    <a:ext cx="37337" cy="22193"/>
                  </a:xfrm>
                  <a:custGeom>
                    <a:avLst/>
                    <a:gdLst>
                      <a:gd name="csX0" fmla="*/ 0 w 37337"/>
                      <a:gd name="csY0" fmla="*/ 12668 h 22193"/>
                      <a:gd name="csX1" fmla="*/ 0 w 37337"/>
                      <a:gd name="csY1" fmla="*/ 12668 h 22193"/>
                      <a:gd name="csX2" fmla="*/ 17050 w 37337"/>
                      <a:gd name="csY2" fmla="*/ 22193 h 22193"/>
                      <a:gd name="csX3" fmla="*/ 37338 w 37337"/>
                      <a:gd name="csY3" fmla="*/ 10192 h 22193"/>
                      <a:gd name="csX4" fmla="*/ 19717 w 37337"/>
                      <a:gd name="csY4" fmla="*/ 0 h 22193"/>
                      <a:gd name="csX5" fmla="*/ 667 w 37337"/>
                      <a:gd name="csY5" fmla="*/ 11144 h 22193"/>
                      <a:gd name="csX6" fmla="*/ 0 w 37337"/>
                      <a:gd name="csY6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2193">
                        <a:moveTo>
                          <a:pt x="0" y="12668"/>
                        </a:moveTo>
                        <a:lnTo>
                          <a:pt x="0" y="12668"/>
                        </a:lnTo>
                        <a:lnTo>
                          <a:pt x="17050" y="22193"/>
                        </a:lnTo>
                        <a:lnTo>
                          <a:pt x="37338" y="10192"/>
                        </a:lnTo>
                        <a:lnTo>
                          <a:pt x="19717" y="0"/>
                        </a:lnTo>
                        <a:lnTo>
                          <a:pt x="667" y="11144"/>
                        </a:lnTo>
                        <a:cubicBezTo>
                          <a:pt x="0" y="12668"/>
                          <a:pt x="0" y="12668"/>
                          <a:pt x="0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8" name="Freeform: Shape 527">
                    <a:extLst>
                      <a:ext uri="{FF2B5EF4-FFF2-40B4-BE49-F238E27FC236}">
                        <a16:creationId xmlns:a16="http://schemas.microsoft.com/office/drawing/2014/main" id="{84377BDE-F69A-7BC5-642D-7B612ABD34AD}"/>
                      </a:ext>
                    </a:extLst>
                  </p:cNvPr>
                  <p:cNvSpPr/>
                  <p:nvPr/>
                </p:nvSpPr>
                <p:spPr>
                  <a:xfrm>
                    <a:off x="3173920" y="3671316"/>
                    <a:ext cx="37433" cy="21907"/>
                  </a:xfrm>
                  <a:custGeom>
                    <a:avLst/>
                    <a:gdLst>
                      <a:gd name="csX0" fmla="*/ 19050 w 37433"/>
                      <a:gd name="csY0" fmla="*/ 0 h 21907"/>
                      <a:gd name="csX1" fmla="*/ 0 w 37433"/>
                      <a:gd name="csY1" fmla="*/ 11239 h 21907"/>
                      <a:gd name="csX2" fmla="*/ 0 w 37433"/>
                      <a:gd name="csY2" fmla="*/ 11906 h 21907"/>
                      <a:gd name="csX3" fmla="*/ 0 w 37433"/>
                      <a:gd name="csY3" fmla="*/ 12382 h 21907"/>
                      <a:gd name="csX4" fmla="*/ 17145 w 37433"/>
                      <a:gd name="csY4" fmla="*/ 21907 h 21907"/>
                      <a:gd name="csX5" fmla="*/ 37433 w 37433"/>
                      <a:gd name="csY5" fmla="*/ 9906 h 219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1907">
                        <a:moveTo>
                          <a:pt x="19050" y="0"/>
                        </a:move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0" y="12382"/>
                        </a:lnTo>
                        <a:lnTo>
                          <a:pt x="17145" y="21907"/>
                        </a:lnTo>
                        <a:lnTo>
                          <a:pt x="37433" y="990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9" name="Freeform: Shape 528">
                    <a:extLst>
                      <a:ext uri="{FF2B5EF4-FFF2-40B4-BE49-F238E27FC236}">
                        <a16:creationId xmlns:a16="http://schemas.microsoft.com/office/drawing/2014/main" id="{C7F3D2DD-F4CB-C2D5-9684-3CE0199BADD4}"/>
                      </a:ext>
                    </a:extLst>
                  </p:cNvPr>
                  <p:cNvSpPr/>
                  <p:nvPr/>
                </p:nvSpPr>
                <p:spPr>
                  <a:xfrm>
                    <a:off x="3106388" y="3663219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907 w 37433"/>
                      <a:gd name="csY3" fmla="*/ 0 h 22193"/>
                      <a:gd name="csX4" fmla="*/ 857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857" y="11144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0" name="Freeform: Shape 529">
                    <a:extLst>
                      <a:ext uri="{FF2B5EF4-FFF2-40B4-BE49-F238E27FC236}">
                        <a16:creationId xmlns:a16="http://schemas.microsoft.com/office/drawing/2014/main" id="{75454EBF-07C2-7F26-62BD-8B61704C51FC}"/>
                      </a:ext>
                    </a:extLst>
                  </p:cNvPr>
                  <p:cNvSpPr/>
                  <p:nvPr/>
                </p:nvSpPr>
                <p:spPr>
                  <a:xfrm>
                    <a:off x="3083147" y="3649789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762" y="11239"/>
                          <a:pt x="0" y="11621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1" name="Freeform: Shape 530">
                    <a:extLst>
                      <a:ext uri="{FF2B5EF4-FFF2-40B4-BE49-F238E27FC236}">
                        <a16:creationId xmlns:a16="http://schemas.microsoft.com/office/drawing/2014/main" id="{6F273394-C209-D981-0BB4-24A6B57EDD58}"/>
                      </a:ext>
                    </a:extLst>
                  </p:cNvPr>
                  <p:cNvSpPr/>
                  <p:nvPr/>
                </p:nvSpPr>
                <p:spPr>
                  <a:xfrm>
                    <a:off x="3126771" y="3644455"/>
                    <a:ext cx="37433" cy="22193"/>
                  </a:xfrm>
                  <a:custGeom>
                    <a:avLst/>
                    <a:gdLst>
                      <a:gd name="csX0" fmla="*/ 19622 w 37433"/>
                      <a:gd name="csY0" fmla="*/ 0 h 22193"/>
                      <a:gd name="csX1" fmla="*/ 572 w 37433"/>
                      <a:gd name="csY1" fmla="*/ 11239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2" y="0"/>
                        </a:moveTo>
                        <a:lnTo>
                          <a:pt x="572" y="11239"/>
                        </a:lnTo>
                        <a:cubicBezTo>
                          <a:pt x="572" y="11239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2" name="Freeform: Shape 531">
                    <a:extLst>
                      <a:ext uri="{FF2B5EF4-FFF2-40B4-BE49-F238E27FC236}">
                        <a16:creationId xmlns:a16="http://schemas.microsoft.com/office/drawing/2014/main" id="{49E6F972-7FB9-4DAF-982C-66715AE59BA1}"/>
                      </a:ext>
                    </a:extLst>
                  </p:cNvPr>
                  <p:cNvSpPr/>
                  <p:nvPr/>
                </p:nvSpPr>
                <p:spPr>
                  <a:xfrm>
                    <a:off x="3056953" y="3604164"/>
                    <a:ext cx="37433" cy="22193"/>
                  </a:xfrm>
                  <a:custGeom>
                    <a:avLst/>
                    <a:gdLst>
                      <a:gd name="csX0" fmla="*/ 19621 w 37433"/>
                      <a:gd name="csY0" fmla="*/ 0 h 22193"/>
                      <a:gd name="csX1" fmla="*/ 571 w 37433"/>
                      <a:gd name="csY1" fmla="*/ 11144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3" name="Freeform: Shape 532">
                    <a:extLst>
                      <a:ext uri="{FF2B5EF4-FFF2-40B4-BE49-F238E27FC236}">
                        <a16:creationId xmlns:a16="http://schemas.microsoft.com/office/drawing/2014/main" id="{61DFF4FA-AB36-F71D-19D6-AFA6546CCE07}"/>
                      </a:ext>
                    </a:extLst>
                  </p:cNvPr>
                  <p:cNvSpPr/>
                  <p:nvPr/>
                </p:nvSpPr>
                <p:spPr>
                  <a:xfrm>
                    <a:off x="3150108" y="3657600"/>
                    <a:ext cx="37433" cy="22193"/>
                  </a:xfrm>
                  <a:custGeom>
                    <a:avLst/>
                    <a:gdLst>
                      <a:gd name="csX0" fmla="*/ 19621 w 37433"/>
                      <a:gd name="csY0" fmla="*/ 0 h 22193"/>
                      <a:gd name="csX1" fmla="*/ 571 w 37433"/>
                      <a:gd name="csY1" fmla="*/ 11239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1" y="0"/>
                        </a:moveTo>
                        <a:lnTo>
                          <a:pt x="571" y="11239"/>
                        </a:lnTo>
                        <a:cubicBezTo>
                          <a:pt x="273" y="11340"/>
                          <a:pt x="54" y="1159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4" name="Freeform: Shape 533">
                    <a:extLst>
                      <a:ext uri="{FF2B5EF4-FFF2-40B4-BE49-F238E27FC236}">
                        <a16:creationId xmlns:a16="http://schemas.microsoft.com/office/drawing/2014/main" id="{F0F7EFF0-31C4-794C-E642-A00C258678DA}"/>
                      </a:ext>
                    </a:extLst>
                  </p:cNvPr>
                  <p:cNvSpPr/>
                  <p:nvPr/>
                </p:nvSpPr>
                <p:spPr>
                  <a:xfrm>
                    <a:off x="3104022" y="3631025"/>
                    <a:ext cx="37417" cy="21431"/>
                  </a:xfrm>
                  <a:custGeom>
                    <a:avLst/>
                    <a:gdLst>
                      <a:gd name="csX0" fmla="*/ 19130 w 37417"/>
                      <a:gd name="csY0" fmla="*/ 0 h 21431"/>
                      <a:gd name="csX1" fmla="*/ 80 w 37417"/>
                      <a:gd name="csY1" fmla="*/ 11144 h 21431"/>
                      <a:gd name="csX2" fmla="*/ 80 w 37417"/>
                      <a:gd name="csY2" fmla="*/ 11906 h 21431"/>
                      <a:gd name="csX3" fmla="*/ 80 w 37417"/>
                      <a:gd name="csY3" fmla="*/ 11906 h 21431"/>
                      <a:gd name="csX4" fmla="*/ 17129 w 37417"/>
                      <a:gd name="csY4" fmla="*/ 21431 h 21431"/>
                      <a:gd name="csX5" fmla="*/ 37418 w 37417"/>
                      <a:gd name="csY5" fmla="*/ 9430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17" h="21431">
                        <a:moveTo>
                          <a:pt x="19130" y="0"/>
                        </a:moveTo>
                        <a:lnTo>
                          <a:pt x="80" y="11144"/>
                        </a:lnTo>
                        <a:cubicBezTo>
                          <a:pt x="-27" y="11387"/>
                          <a:pt x="-27" y="11664"/>
                          <a:pt x="80" y="11906"/>
                        </a:cubicBezTo>
                        <a:lnTo>
                          <a:pt x="80" y="11906"/>
                        </a:lnTo>
                        <a:lnTo>
                          <a:pt x="17129" y="21431"/>
                        </a:lnTo>
                        <a:lnTo>
                          <a:pt x="37418" y="943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5" name="Freeform: Shape 534">
                    <a:extLst>
                      <a:ext uri="{FF2B5EF4-FFF2-40B4-BE49-F238E27FC236}">
                        <a16:creationId xmlns:a16="http://schemas.microsoft.com/office/drawing/2014/main" id="{7B1D835D-930B-7D96-C5FA-E2C2A83D27A5}"/>
                      </a:ext>
                    </a:extLst>
                  </p:cNvPr>
                  <p:cNvSpPr/>
                  <p:nvPr/>
                </p:nvSpPr>
                <p:spPr>
                  <a:xfrm>
                    <a:off x="3129629" y="3676650"/>
                    <a:ext cx="37528" cy="22193"/>
                  </a:xfrm>
                  <a:custGeom>
                    <a:avLst/>
                    <a:gdLst>
                      <a:gd name="csX0" fmla="*/ 0 w 37528"/>
                      <a:gd name="csY0" fmla="*/ 11906 h 22193"/>
                      <a:gd name="csX1" fmla="*/ 17240 w 37528"/>
                      <a:gd name="csY1" fmla="*/ 22193 h 22193"/>
                      <a:gd name="csX2" fmla="*/ 37529 w 37528"/>
                      <a:gd name="csY2" fmla="*/ 10192 h 22193"/>
                      <a:gd name="csX3" fmla="*/ 19907 w 37528"/>
                      <a:gd name="csY3" fmla="*/ 0 h 22193"/>
                      <a:gd name="csX4" fmla="*/ 857 w 37528"/>
                      <a:gd name="csY4" fmla="*/ 11144 h 22193"/>
                      <a:gd name="csX5" fmla="*/ 0 w 37528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528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529" y="10192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433" y="11179"/>
                          <a:pt x="84" y="11489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6" name="Freeform: Shape 535">
                    <a:extLst>
                      <a:ext uri="{FF2B5EF4-FFF2-40B4-BE49-F238E27FC236}">
                        <a16:creationId xmlns:a16="http://schemas.microsoft.com/office/drawing/2014/main" id="{92A8F884-577C-9671-77B2-D2779FB40D7E}"/>
                      </a:ext>
                    </a:extLst>
                  </p:cNvPr>
                  <p:cNvSpPr/>
                  <p:nvPr/>
                </p:nvSpPr>
                <p:spPr>
                  <a:xfrm>
                    <a:off x="3393185" y="3767899"/>
                    <a:ext cx="37433" cy="22193"/>
                  </a:xfrm>
                  <a:custGeom>
                    <a:avLst/>
                    <a:gdLst>
                      <a:gd name="csX0" fmla="*/ 19526 w 37433"/>
                      <a:gd name="csY0" fmla="*/ 0 h 22193"/>
                      <a:gd name="csX1" fmla="*/ 476 w 37433"/>
                      <a:gd name="csY1" fmla="*/ 11240 h 22193"/>
                      <a:gd name="csX2" fmla="*/ 0 w 37433"/>
                      <a:gd name="csY2" fmla="*/ 11906 h 22193"/>
                      <a:gd name="csX3" fmla="*/ 17145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526" y="0"/>
                        </a:moveTo>
                        <a:lnTo>
                          <a:pt x="476" y="11240"/>
                        </a:lnTo>
                        <a:cubicBezTo>
                          <a:pt x="476" y="11240"/>
                          <a:pt x="0" y="11240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7" name="Freeform: Shape 536">
                    <a:extLst>
                      <a:ext uri="{FF2B5EF4-FFF2-40B4-BE49-F238E27FC236}">
                        <a16:creationId xmlns:a16="http://schemas.microsoft.com/office/drawing/2014/main" id="{D4DE2DC1-D236-1D2D-9153-0BD513C27AC8}"/>
                      </a:ext>
                    </a:extLst>
                  </p:cNvPr>
                  <p:cNvSpPr/>
                  <p:nvPr/>
                </p:nvSpPr>
                <p:spPr>
                  <a:xfrm>
                    <a:off x="3005441" y="3543776"/>
                    <a:ext cx="36748" cy="21431"/>
                  </a:xfrm>
                  <a:custGeom>
                    <a:avLst/>
                    <a:gdLst>
                      <a:gd name="csX0" fmla="*/ 36748 w 36748"/>
                      <a:gd name="csY0" fmla="*/ 10192 h 21431"/>
                      <a:gd name="csX1" fmla="*/ 19127 w 36748"/>
                      <a:gd name="csY1" fmla="*/ 0 h 21431"/>
                      <a:gd name="csX2" fmla="*/ 77 w 36748"/>
                      <a:gd name="csY2" fmla="*/ 11240 h 21431"/>
                      <a:gd name="csX3" fmla="*/ 77 w 36748"/>
                      <a:gd name="csY3" fmla="*/ 11907 h 21431"/>
                      <a:gd name="csX4" fmla="*/ 77 w 36748"/>
                      <a:gd name="csY4" fmla="*/ 11906 h 21431"/>
                      <a:gd name="csX5" fmla="*/ 17222 w 36748"/>
                      <a:gd name="csY5" fmla="*/ 21431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6748" h="21431">
                        <a:moveTo>
                          <a:pt x="36748" y="10192"/>
                        </a:moveTo>
                        <a:lnTo>
                          <a:pt x="19127" y="0"/>
                        </a:lnTo>
                        <a:lnTo>
                          <a:pt x="77" y="11240"/>
                        </a:lnTo>
                        <a:cubicBezTo>
                          <a:pt x="-26" y="11450"/>
                          <a:pt x="-26" y="11696"/>
                          <a:pt x="77" y="11907"/>
                        </a:cubicBezTo>
                        <a:lnTo>
                          <a:pt x="77" y="11906"/>
                        </a:lnTo>
                        <a:lnTo>
                          <a:pt x="17222" y="21431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8" name="Freeform: Shape 537">
                    <a:extLst>
                      <a:ext uri="{FF2B5EF4-FFF2-40B4-BE49-F238E27FC236}">
                        <a16:creationId xmlns:a16="http://schemas.microsoft.com/office/drawing/2014/main" id="{3B02DE11-AEA7-7F56-6853-57769C00AB99}"/>
                      </a:ext>
                    </a:extLst>
                  </p:cNvPr>
                  <p:cNvSpPr/>
                  <p:nvPr/>
                </p:nvSpPr>
                <p:spPr>
                  <a:xfrm>
                    <a:off x="2979229" y="3558921"/>
                    <a:ext cx="45243" cy="26765"/>
                  </a:xfrm>
                  <a:custGeom>
                    <a:avLst/>
                    <a:gdLst>
                      <a:gd name="csX0" fmla="*/ 45244 w 45243"/>
                      <a:gd name="csY0" fmla="*/ 15145 h 26765"/>
                      <a:gd name="csX1" fmla="*/ 19050 w 45243"/>
                      <a:gd name="csY1" fmla="*/ 0 h 26765"/>
                      <a:gd name="csX2" fmla="*/ 0 w 45243"/>
                      <a:gd name="csY2" fmla="*/ 11239 h 26765"/>
                      <a:gd name="csX3" fmla="*/ 0 w 45243"/>
                      <a:gd name="csY3" fmla="*/ 11906 h 26765"/>
                      <a:gd name="csX4" fmla="*/ 0 w 45243"/>
                      <a:gd name="csY4" fmla="*/ 11906 h 26765"/>
                      <a:gd name="csX5" fmla="*/ 25718 w 45243"/>
                      <a:gd name="csY5" fmla="*/ 26765 h 267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5243" h="26765">
                        <a:moveTo>
                          <a:pt x="45244" y="15145"/>
                        </a:moveTo>
                        <a:lnTo>
                          <a:pt x="19050" y="0"/>
                        </a:lnTo>
                        <a:lnTo>
                          <a:pt x="0" y="11239"/>
                        </a:lnTo>
                        <a:cubicBezTo>
                          <a:pt x="0" y="11239"/>
                          <a:pt x="0" y="11239"/>
                          <a:pt x="0" y="11906"/>
                        </a:cubicBezTo>
                        <a:lnTo>
                          <a:pt x="0" y="11906"/>
                        </a:lnTo>
                        <a:lnTo>
                          <a:pt x="25718" y="26765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9" name="Freeform: Shape 538">
                    <a:extLst>
                      <a:ext uri="{FF2B5EF4-FFF2-40B4-BE49-F238E27FC236}">
                        <a16:creationId xmlns:a16="http://schemas.microsoft.com/office/drawing/2014/main" id="{CAA6EFFA-86C8-359B-772C-6A9E94C6AA5A}"/>
                      </a:ext>
                    </a:extLst>
                  </p:cNvPr>
                  <p:cNvSpPr/>
                  <p:nvPr/>
                </p:nvSpPr>
                <p:spPr>
                  <a:xfrm>
                    <a:off x="3037337" y="3525297"/>
                    <a:ext cx="40380" cy="24288"/>
                  </a:xfrm>
                  <a:custGeom>
                    <a:avLst/>
                    <a:gdLst>
                      <a:gd name="csX0" fmla="*/ 40380 w 40380"/>
                      <a:gd name="csY0" fmla="*/ 12287 h 24288"/>
                      <a:gd name="csX1" fmla="*/ 19139 w 40380"/>
                      <a:gd name="csY1" fmla="*/ 0 h 24288"/>
                      <a:gd name="csX2" fmla="*/ 89 w 40380"/>
                      <a:gd name="csY2" fmla="*/ 11240 h 24288"/>
                      <a:gd name="csX3" fmla="*/ 89 w 40380"/>
                      <a:gd name="csY3" fmla="*/ 11907 h 24288"/>
                      <a:gd name="csX4" fmla="*/ 20949 w 40380"/>
                      <a:gd name="csY4" fmla="*/ 24289 h 242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380" h="24288">
                        <a:moveTo>
                          <a:pt x="40380" y="12287"/>
                        </a:moveTo>
                        <a:lnTo>
                          <a:pt x="19139" y="0"/>
                        </a:lnTo>
                        <a:lnTo>
                          <a:pt x="89" y="11240"/>
                        </a:lnTo>
                        <a:cubicBezTo>
                          <a:pt x="-30" y="11446"/>
                          <a:pt x="-30" y="11700"/>
                          <a:pt x="89" y="11907"/>
                        </a:cubicBezTo>
                        <a:lnTo>
                          <a:pt x="20949" y="24289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0" name="Freeform: Shape 539">
                    <a:extLst>
                      <a:ext uri="{FF2B5EF4-FFF2-40B4-BE49-F238E27FC236}">
                        <a16:creationId xmlns:a16="http://schemas.microsoft.com/office/drawing/2014/main" id="{4C0EFFE5-4AB6-9437-CC72-39DF1A4531E9}"/>
                      </a:ext>
                    </a:extLst>
                  </p:cNvPr>
                  <p:cNvSpPr/>
                  <p:nvPr/>
                </p:nvSpPr>
                <p:spPr>
                  <a:xfrm>
                    <a:off x="2926079" y="3589305"/>
                    <a:ext cx="40862" cy="24288"/>
                  </a:xfrm>
                  <a:custGeom>
                    <a:avLst/>
                    <a:gdLst>
                      <a:gd name="csX0" fmla="*/ 40862 w 40862"/>
                      <a:gd name="csY0" fmla="*/ 12287 h 24288"/>
                      <a:gd name="csX1" fmla="*/ 19622 w 40862"/>
                      <a:gd name="csY1" fmla="*/ 0 h 24288"/>
                      <a:gd name="csX2" fmla="*/ 572 w 40862"/>
                      <a:gd name="csY2" fmla="*/ 11144 h 24288"/>
                      <a:gd name="csX3" fmla="*/ 0 w 40862"/>
                      <a:gd name="csY3" fmla="*/ 11906 h 24288"/>
                      <a:gd name="csX4" fmla="*/ 20860 w 40862"/>
                      <a:gd name="csY4" fmla="*/ 24289 h 242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0862" h="24288">
                        <a:moveTo>
                          <a:pt x="40862" y="12287"/>
                        </a:moveTo>
                        <a:lnTo>
                          <a:pt x="19622" y="0"/>
                        </a:lnTo>
                        <a:lnTo>
                          <a:pt x="572" y="11144"/>
                        </a:lnTo>
                        <a:cubicBezTo>
                          <a:pt x="572" y="11144"/>
                          <a:pt x="0" y="11716"/>
                          <a:pt x="0" y="11906"/>
                        </a:cubicBezTo>
                        <a:lnTo>
                          <a:pt x="20860" y="24289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1" name="Freeform: Shape 540">
                    <a:extLst>
                      <a:ext uri="{FF2B5EF4-FFF2-40B4-BE49-F238E27FC236}">
                        <a16:creationId xmlns:a16="http://schemas.microsoft.com/office/drawing/2014/main" id="{A9806F8F-7471-F3E3-EF64-BC0101E95C15}"/>
                      </a:ext>
                    </a:extLst>
                  </p:cNvPr>
                  <p:cNvSpPr/>
                  <p:nvPr/>
                </p:nvSpPr>
                <p:spPr>
                  <a:xfrm>
                    <a:off x="2952689" y="3574160"/>
                    <a:ext cx="51590" cy="30194"/>
                  </a:xfrm>
                  <a:custGeom>
                    <a:avLst/>
                    <a:gdLst>
                      <a:gd name="csX0" fmla="*/ 51591 w 51590"/>
                      <a:gd name="csY0" fmla="*/ 18574 h 30194"/>
                      <a:gd name="csX1" fmla="*/ 19110 w 51590"/>
                      <a:gd name="csY1" fmla="*/ 0 h 30194"/>
                      <a:gd name="csX2" fmla="*/ 60 w 51590"/>
                      <a:gd name="csY2" fmla="*/ 11144 h 30194"/>
                      <a:gd name="csX3" fmla="*/ 60 w 51590"/>
                      <a:gd name="csY3" fmla="*/ 11811 h 30194"/>
                      <a:gd name="csX4" fmla="*/ 60 w 51590"/>
                      <a:gd name="csY4" fmla="*/ 11811 h 30194"/>
                      <a:gd name="csX5" fmla="*/ 31874 w 51590"/>
                      <a:gd name="csY5" fmla="*/ 30194 h 301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51590" h="30194">
                        <a:moveTo>
                          <a:pt x="51591" y="18574"/>
                        </a:moveTo>
                        <a:lnTo>
                          <a:pt x="19110" y="0"/>
                        </a:lnTo>
                        <a:lnTo>
                          <a:pt x="60" y="11144"/>
                        </a:lnTo>
                        <a:cubicBezTo>
                          <a:pt x="-20" y="11359"/>
                          <a:pt x="-20" y="11596"/>
                          <a:pt x="60" y="11811"/>
                        </a:cubicBezTo>
                        <a:lnTo>
                          <a:pt x="60" y="11811"/>
                        </a:lnTo>
                        <a:lnTo>
                          <a:pt x="31874" y="30194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2" name="Freeform: Shape 541">
                    <a:extLst>
                      <a:ext uri="{FF2B5EF4-FFF2-40B4-BE49-F238E27FC236}">
                        <a16:creationId xmlns:a16="http://schemas.microsoft.com/office/drawing/2014/main" id="{760F3406-2468-4BDB-5EFE-B8FDE7599383}"/>
                      </a:ext>
                    </a:extLst>
                  </p:cNvPr>
                  <p:cNvSpPr/>
                  <p:nvPr/>
                </p:nvSpPr>
                <p:spPr>
                  <a:xfrm>
                    <a:off x="3073717" y="3546728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341" y="11144"/>
                          <a:pt x="0" y="1148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3" name="Freeform: Shape 542">
                    <a:extLst>
                      <a:ext uri="{FF2B5EF4-FFF2-40B4-BE49-F238E27FC236}">
                        <a16:creationId xmlns:a16="http://schemas.microsoft.com/office/drawing/2014/main" id="{DBC40ACA-080A-C71E-EFA2-33DA806386F8}"/>
                      </a:ext>
                    </a:extLst>
                  </p:cNvPr>
                  <p:cNvSpPr/>
                  <p:nvPr/>
                </p:nvSpPr>
                <p:spPr>
                  <a:xfrm>
                    <a:off x="2899695" y="3604545"/>
                    <a:ext cx="45815" cy="27050"/>
                  </a:xfrm>
                  <a:custGeom>
                    <a:avLst/>
                    <a:gdLst>
                      <a:gd name="csX0" fmla="*/ 19621 w 45815"/>
                      <a:gd name="csY0" fmla="*/ 0 h 27050"/>
                      <a:gd name="csX1" fmla="*/ 571 w 45815"/>
                      <a:gd name="csY1" fmla="*/ 11144 h 27050"/>
                      <a:gd name="csX2" fmla="*/ 0 w 45815"/>
                      <a:gd name="csY2" fmla="*/ 11811 h 27050"/>
                      <a:gd name="csX3" fmla="*/ 25813 w 45815"/>
                      <a:gd name="csY3" fmla="*/ 27051 h 27050"/>
                      <a:gd name="csX4" fmla="*/ 45815 w 45815"/>
                      <a:gd name="csY4" fmla="*/ 14954 h 27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5815" h="27050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144"/>
                          <a:pt x="0" y="11811"/>
                        </a:cubicBezTo>
                        <a:lnTo>
                          <a:pt x="25813" y="27051"/>
                        </a:lnTo>
                        <a:lnTo>
                          <a:pt x="45815" y="14954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4" name="Freeform: Shape 543">
                    <a:extLst>
                      <a:ext uri="{FF2B5EF4-FFF2-40B4-BE49-F238E27FC236}">
                        <a16:creationId xmlns:a16="http://schemas.microsoft.com/office/drawing/2014/main" id="{78F1F9EB-0F64-8832-B4C9-B67F5C072ECE}"/>
                      </a:ext>
                    </a:extLst>
                  </p:cNvPr>
                  <p:cNvSpPr/>
                  <p:nvPr/>
                </p:nvSpPr>
                <p:spPr>
                  <a:xfrm>
                    <a:off x="3096958" y="3559968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401" y="11297"/>
                          <a:pt x="105" y="1155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5" name="Freeform: Shape 544">
                    <a:extLst>
                      <a:ext uri="{FF2B5EF4-FFF2-40B4-BE49-F238E27FC236}">
                        <a16:creationId xmlns:a16="http://schemas.microsoft.com/office/drawing/2014/main" id="{2F55E2A4-01B2-7838-12F8-9C2E053F9356}"/>
                      </a:ext>
                    </a:extLst>
                  </p:cNvPr>
                  <p:cNvSpPr/>
                  <p:nvPr/>
                </p:nvSpPr>
                <p:spPr>
                  <a:xfrm>
                    <a:off x="3200396" y="3619500"/>
                    <a:ext cx="37341" cy="22098"/>
                  </a:xfrm>
                  <a:custGeom>
                    <a:avLst/>
                    <a:gdLst>
                      <a:gd name="csX0" fmla="*/ 3 w 37341"/>
                      <a:gd name="csY0" fmla="*/ 12097 h 22098"/>
                      <a:gd name="csX1" fmla="*/ 3 w 37341"/>
                      <a:gd name="csY1" fmla="*/ 12573 h 22098"/>
                      <a:gd name="csX2" fmla="*/ 17148 w 37341"/>
                      <a:gd name="csY2" fmla="*/ 22098 h 22098"/>
                      <a:gd name="csX3" fmla="*/ 37341 w 37341"/>
                      <a:gd name="csY3" fmla="*/ 10096 h 22098"/>
                      <a:gd name="csX4" fmla="*/ 19625 w 37341"/>
                      <a:gd name="csY4" fmla="*/ 0 h 22098"/>
                      <a:gd name="csX5" fmla="*/ 575 w 37341"/>
                      <a:gd name="csY5" fmla="*/ 11144 h 22098"/>
                      <a:gd name="csX6" fmla="*/ 3 w 37341"/>
                      <a:gd name="csY6" fmla="*/ 12097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41" h="22098">
                        <a:moveTo>
                          <a:pt x="3" y="12097"/>
                        </a:moveTo>
                        <a:lnTo>
                          <a:pt x="3" y="12573"/>
                        </a:lnTo>
                        <a:lnTo>
                          <a:pt x="17148" y="22098"/>
                        </a:lnTo>
                        <a:lnTo>
                          <a:pt x="37341" y="10096"/>
                        </a:lnTo>
                        <a:lnTo>
                          <a:pt x="19625" y="0"/>
                        </a:lnTo>
                        <a:lnTo>
                          <a:pt x="575" y="11144"/>
                        </a:lnTo>
                        <a:cubicBezTo>
                          <a:pt x="200" y="11307"/>
                          <a:pt x="-30" y="11690"/>
                          <a:pt x="3" y="12097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6" name="Freeform: Shape 545">
                    <a:extLst>
                      <a:ext uri="{FF2B5EF4-FFF2-40B4-BE49-F238E27FC236}">
                        <a16:creationId xmlns:a16="http://schemas.microsoft.com/office/drawing/2014/main" id="{E5AA02E6-0D92-923D-A677-5728F7B83AAB}"/>
                      </a:ext>
                    </a:extLst>
                  </p:cNvPr>
                  <p:cNvSpPr/>
                  <p:nvPr/>
                </p:nvSpPr>
                <p:spPr>
                  <a:xfrm>
                    <a:off x="3223450" y="3633216"/>
                    <a:ext cx="37433" cy="22098"/>
                  </a:xfrm>
                  <a:custGeom>
                    <a:avLst/>
                    <a:gdLst>
                      <a:gd name="csX0" fmla="*/ 0 w 37433"/>
                      <a:gd name="csY0" fmla="*/ 11811 h 22098"/>
                      <a:gd name="csX1" fmla="*/ 17145 w 37433"/>
                      <a:gd name="csY1" fmla="*/ 22098 h 22098"/>
                      <a:gd name="csX2" fmla="*/ 37433 w 37433"/>
                      <a:gd name="csY2" fmla="*/ 10096 h 22098"/>
                      <a:gd name="csX3" fmla="*/ 19812 w 37433"/>
                      <a:gd name="csY3" fmla="*/ 0 h 22098"/>
                      <a:gd name="csX4" fmla="*/ 762 w 37433"/>
                      <a:gd name="csY4" fmla="*/ 11144 h 22098"/>
                      <a:gd name="csX5" fmla="*/ 0 w 37433"/>
                      <a:gd name="csY5" fmla="*/ 11811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098">
                        <a:moveTo>
                          <a:pt x="0" y="11811"/>
                        </a:moveTo>
                        <a:lnTo>
                          <a:pt x="17145" y="22098"/>
                        </a:lnTo>
                        <a:lnTo>
                          <a:pt x="37433" y="10096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762" y="11144"/>
                          <a:pt x="0" y="11716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7" name="Freeform: Shape 546">
                    <a:extLst>
                      <a:ext uri="{FF2B5EF4-FFF2-40B4-BE49-F238E27FC236}">
                        <a16:creationId xmlns:a16="http://schemas.microsoft.com/office/drawing/2014/main" id="{69B20DC0-5F4F-2474-B1E5-67FD33FA3F92}"/>
                      </a:ext>
                    </a:extLst>
                  </p:cNvPr>
                  <p:cNvSpPr/>
                  <p:nvPr/>
                </p:nvSpPr>
                <p:spPr>
                  <a:xfrm>
                    <a:off x="3176865" y="3606069"/>
                    <a:ext cx="37345" cy="22098"/>
                  </a:xfrm>
                  <a:custGeom>
                    <a:avLst/>
                    <a:gdLst>
                      <a:gd name="csX0" fmla="*/ 8 w 37345"/>
                      <a:gd name="csY0" fmla="*/ 12097 h 22098"/>
                      <a:gd name="csX1" fmla="*/ 8 w 37345"/>
                      <a:gd name="csY1" fmla="*/ 12573 h 22098"/>
                      <a:gd name="csX2" fmla="*/ 17153 w 37345"/>
                      <a:gd name="csY2" fmla="*/ 22098 h 22098"/>
                      <a:gd name="csX3" fmla="*/ 37346 w 37345"/>
                      <a:gd name="csY3" fmla="*/ 10096 h 22098"/>
                      <a:gd name="csX4" fmla="*/ 19725 w 37345"/>
                      <a:gd name="csY4" fmla="*/ 0 h 22098"/>
                      <a:gd name="csX5" fmla="*/ 675 w 37345"/>
                      <a:gd name="csY5" fmla="*/ 11144 h 22098"/>
                      <a:gd name="csX6" fmla="*/ 8 w 37345"/>
                      <a:gd name="csY6" fmla="*/ 12097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45" h="22098">
                        <a:moveTo>
                          <a:pt x="8" y="12097"/>
                        </a:moveTo>
                        <a:lnTo>
                          <a:pt x="8" y="12573"/>
                        </a:lnTo>
                        <a:lnTo>
                          <a:pt x="17153" y="22098"/>
                        </a:lnTo>
                        <a:lnTo>
                          <a:pt x="37346" y="10096"/>
                        </a:lnTo>
                        <a:lnTo>
                          <a:pt x="19725" y="0"/>
                        </a:lnTo>
                        <a:lnTo>
                          <a:pt x="675" y="11144"/>
                        </a:lnTo>
                        <a:cubicBezTo>
                          <a:pt x="238" y="11240"/>
                          <a:pt x="-52" y="11654"/>
                          <a:pt x="8" y="12097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8" name="Freeform: Shape 547">
                    <a:extLst>
                      <a:ext uri="{FF2B5EF4-FFF2-40B4-BE49-F238E27FC236}">
                        <a16:creationId xmlns:a16="http://schemas.microsoft.com/office/drawing/2014/main" id="{24CF5169-3C9B-F8CE-0402-75F22FD325EE}"/>
                      </a:ext>
                    </a:extLst>
                  </p:cNvPr>
                  <p:cNvSpPr/>
                  <p:nvPr/>
                </p:nvSpPr>
                <p:spPr>
                  <a:xfrm>
                    <a:off x="3142821" y="3586257"/>
                    <a:ext cx="37862" cy="22193"/>
                  </a:xfrm>
                  <a:custGeom>
                    <a:avLst/>
                    <a:gdLst>
                      <a:gd name="csX0" fmla="*/ 429 w 37862"/>
                      <a:gd name="csY0" fmla="*/ 12668 h 22193"/>
                      <a:gd name="csX1" fmla="*/ 429 w 37862"/>
                      <a:gd name="csY1" fmla="*/ 12668 h 22193"/>
                      <a:gd name="csX2" fmla="*/ 17574 w 37862"/>
                      <a:gd name="csY2" fmla="*/ 22193 h 22193"/>
                      <a:gd name="csX3" fmla="*/ 37862 w 37862"/>
                      <a:gd name="csY3" fmla="*/ 10192 h 22193"/>
                      <a:gd name="csX4" fmla="*/ 20241 w 37862"/>
                      <a:gd name="csY4" fmla="*/ 0 h 22193"/>
                      <a:gd name="csX5" fmla="*/ 1191 w 37862"/>
                      <a:gd name="csY5" fmla="*/ 11239 h 22193"/>
                      <a:gd name="csX6" fmla="*/ 95 w 37862"/>
                      <a:gd name="csY6" fmla="*/ 11573 h 22193"/>
                      <a:gd name="csX7" fmla="*/ 429 w 37862"/>
                      <a:gd name="csY7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7862" h="22193">
                        <a:moveTo>
                          <a:pt x="429" y="12668"/>
                        </a:moveTo>
                        <a:lnTo>
                          <a:pt x="429" y="12668"/>
                        </a:lnTo>
                        <a:lnTo>
                          <a:pt x="17574" y="22193"/>
                        </a:lnTo>
                        <a:lnTo>
                          <a:pt x="37862" y="10192"/>
                        </a:lnTo>
                        <a:lnTo>
                          <a:pt x="20241" y="0"/>
                        </a:lnTo>
                        <a:lnTo>
                          <a:pt x="1191" y="11239"/>
                        </a:lnTo>
                        <a:cubicBezTo>
                          <a:pt x="796" y="11029"/>
                          <a:pt x="306" y="11178"/>
                          <a:pt x="95" y="11573"/>
                        </a:cubicBezTo>
                        <a:cubicBezTo>
                          <a:pt x="-115" y="11967"/>
                          <a:pt x="34" y="12458"/>
                          <a:pt x="429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9" name="Freeform: Shape 548">
                    <a:extLst>
                      <a:ext uri="{FF2B5EF4-FFF2-40B4-BE49-F238E27FC236}">
                        <a16:creationId xmlns:a16="http://schemas.microsoft.com/office/drawing/2014/main" id="{1C33A7E0-E4CD-E99B-7499-5D188A0F050F}"/>
                      </a:ext>
                    </a:extLst>
                  </p:cNvPr>
                  <p:cNvSpPr/>
                  <p:nvPr/>
                </p:nvSpPr>
                <p:spPr>
                  <a:xfrm>
                    <a:off x="3120199" y="3573589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907 w 37433"/>
                      <a:gd name="csY3" fmla="*/ 0 h 22193"/>
                      <a:gd name="csX4" fmla="*/ 857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907" y="0"/>
                        </a:lnTo>
                        <a:lnTo>
                          <a:pt x="857" y="11239"/>
                        </a:lnTo>
                        <a:cubicBezTo>
                          <a:pt x="857" y="11239"/>
                          <a:pt x="0" y="11621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0" name="Freeform: Shape 549">
                    <a:extLst>
                      <a:ext uri="{FF2B5EF4-FFF2-40B4-BE49-F238E27FC236}">
                        <a16:creationId xmlns:a16="http://schemas.microsoft.com/office/drawing/2014/main" id="{B9536235-F5A7-828B-4A9B-0905E0CD720E}"/>
                      </a:ext>
                    </a:extLst>
                  </p:cNvPr>
                  <p:cNvSpPr/>
                  <p:nvPr/>
                </p:nvSpPr>
                <p:spPr>
                  <a:xfrm>
                    <a:off x="3363114" y="3871722"/>
                    <a:ext cx="37405" cy="21431"/>
                  </a:xfrm>
                  <a:custGeom>
                    <a:avLst/>
                    <a:gdLst>
                      <a:gd name="csX0" fmla="*/ 19117 w 37405"/>
                      <a:gd name="csY0" fmla="*/ 0 h 21431"/>
                      <a:gd name="csX1" fmla="*/ 67 w 37405"/>
                      <a:gd name="csY1" fmla="*/ 11239 h 21431"/>
                      <a:gd name="csX2" fmla="*/ 67 w 37405"/>
                      <a:gd name="csY2" fmla="*/ 11906 h 21431"/>
                      <a:gd name="csX3" fmla="*/ 67 w 37405"/>
                      <a:gd name="csY3" fmla="*/ 11906 h 21431"/>
                      <a:gd name="csX4" fmla="*/ 17117 w 37405"/>
                      <a:gd name="csY4" fmla="*/ 21431 h 21431"/>
                      <a:gd name="csX5" fmla="*/ 37406 w 37405"/>
                      <a:gd name="csY5" fmla="*/ 9430 h 214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05" h="21431">
                        <a:moveTo>
                          <a:pt x="19117" y="0"/>
                        </a:moveTo>
                        <a:lnTo>
                          <a:pt x="67" y="11239"/>
                        </a:lnTo>
                        <a:cubicBezTo>
                          <a:pt x="-22" y="11452"/>
                          <a:pt x="-22" y="11693"/>
                          <a:pt x="67" y="11906"/>
                        </a:cubicBezTo>
                        <a:lnTo>
                          <a:pt x="67" y="11906"/>
                        </a:lnTo>
                        <a:lnTo>
                          <a:pt x="17117" y="21431"/>
                        </a:lnTo>
                        <a:lnTo>
                          <a:pt x="37406" y="943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1" name="Freeform: Shape 550">
                    <a:extLst>
                      <a:ext uri="{FF2B5EF4-FFF2-40B4-BE49-F238E27FC236}">
                        <a16:creationId xmlns:a16="http://schemas.microsoft.com/office/drawing/2014/main" id="{443434D6-427E-FE34-2F3A-EA29FB484708}"/>
                      </a:ext>
                    </a:extLst>
                  </p:cNvPr>
                  <p:cNvSpPr/>
                  <p:nvPr/>
                </p:nvSpPr>
                <p:spPr>
                  <a:xfrm>
                    <a:off x="3241452" y="3801713"/>
                    <a:ext cx="37433" cy="22193"/>
                  </a:xfrm>
                  <a:custGeom>
                    <a:avLst/>
                    <a:gdLst>
                      <a:gd name="csX0" fmla="*/ 19622 w 37433"/>
                      <a:gd name="csY0" fmla="*/ 0 h 22193"/>
                      <a:gd name="csX1" fmla="*/ 572 w 37433"/>
                      <a:gd name="csY1" fmla="*/ 11144 h 22193"/>
                      <a:gd name="csX2" fmla="*/ 0 w 37433"/>
                      <a:gd name="csY2" fmla="*/ 11906 h 22193"/>
                      <a:gd name="csX3" fmla="*/ 17145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2" y="0"/>
                        </a:moveTo>
                        <a:lnTo>
                          <a:pt x="572" y="11144"/>
                        </a:lnTo>
                        <a:cubicBezTo>
                          <a:pt x="572" y="11144"/>
                          <a:pt x="0" y="11716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2" name="Freeform: Shape 551">
                    <a:extLst>
                      <a:ext uri="{FF2B5EF4-FFF2-40B4-BE49-F238E27FC236}">
                        <a16:creationId xmlns:a16="http://schemas.microsoft.com/office/drawing/2014/main" id="{779E1C35-2CC1-5334-86D1-693A4B4CE0E1}"/>
                      </a:ext>
                    </a:extLst>
                  </p:cNvPr>
                  <p:cNvSpPr/>
                  <p:nvPr/>
                </p:nvSpPr>
                <p:spPr>
                  <a:xfrm>
                    <a:off x="3316128" y="3844861"/>
                    <a:ext cx="60674" cy="35242"/>
                  </a:xfrm>
                  <a:custGeom>
                    <a:avLst/>
                    <a:gdLst>
                      <a:gd name="csX0" fmla="*/ 19621 w 60674"/>
                      <a:gd name="csY0" fmla="*/ 0 h 35242"/>
                      <a:gd name="csX1" fmla="*/ 571 w 60674"/>
                      <a:gd name="csY1" fmla="*/ 11144 h 35242"/>
                      <a:gd name="csX2" fmla="*/ 0 w 60674"/>
                      <a:gd name="csY2" fmla="*/ 11906 h 35242"/>
                      <a:gd name="csX3" fmla="*/ 0 w 60674"/>
                      <a:gd name="csY3" fmla="*/ 11906 h 35242"/>
                      <a:gd name="csX4" fmla="*/ 40386 w 60674"/>
                      <a:gd name="csY4" fmla="*/ 35242 h 35242"/>
                      <a:gd name="csX5" fmla="*/ 60674 w 60674"/>
                      <a:gd name="csY5" fmla="*/ 23241 h 352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0674" h="35242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270" y="11292"/>
                          <a:pt x="57" y="11575"/>
                          <a:pt x="0" y="11906"/>
                        </a:cubicBezTo>
                        <a:lnTo>
                          <a:pt x="0" y="11906"/>
                        </a:lnTo>
                        <a:lnTo>
                          <a:pt x="40386" y="35242"/>
                        </a:lnTo>
                        <a:lnTo>
                          <a:pt x="60674" y="23241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3" name="Freeform: Shape 552">
                    <a:extLst>
                      <a:ext uri="{FF2B5EF4-FFF2-40B4-BE49-F238E27FC236}">
                        <a16:creationId xmlns:a16="http://schemas.microsoft.com/office/drawing/2014/main" id="{E585540A-9B29-6D92-C2B5-F135E66738AA}"/>
                      </a:ext>
                    </a:extLst>
                  </p:cNvPr>
                  <p:cNvSpPr/>
                  <p:nvPr/>
                </p:nvSpPr>
                <p:spPr>
                  <a:xfrm>
                    <a:off x="3264693" y="3815143"/>
                    <a:ext cx="37433" cy="22193"/>
                  </a:xfrm>
                  <a:custGeom>
                    <a:avLst/>
                    <a:gdLst>
                      <a:gd name="csX0" fmla="*/ 19621 w 37433"/>
                      <a:gd name="csY0" fmla="*/ 0 h 22193"/>
                      <a:gd name="csX1" fmla="*/ 571 w 37433"/>
                      <a:gd name="csY1" fmla="*/ 11144 h 22193"/>
                      <a:gd name="csX2" fmla="*/ 0 w 37433"/>
                      <a:gd name="csY2" fmla="*/ 11906 h 22193"/>
                      <a:gd name="csX3" fmla="*/ 17240 w 37433"/>
                      <a:gd name="csY3" fmla="*/ 22193 h 22193"/>
                      <a:gd name="csX4" fmla="*/ 37433 w 37433"/>
                      <a:gd name="csY4" fmla="*/ 10192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433" h="22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17240" y="22193"/>
                        </a:lnTo>
                        <a:lnTo>
                          <a:pt x="37433" y="10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4" name="Freeform: Shape 553">
                    <a:extLst>
                      <a:ext uri="{FF2B5EF4-FFF2-40B4-BE49-F238E27FC236}">
                        <a16:creationId xmlns:a16="http://schemas.microsoft.com/office/drawing/2014/main" id="{842202ED-A03D-DF8A-DCD1-0E3C198AA5F3}"/>
                      </a:ext>
                    </a:extLst>
                  </p:cNvPr>
                  <p:cNvSpPr/>
                  <p:nvPr/>
                </p:nvSpPr>
                <p:spPr>
                  <a:xfrm>
                    <a:off x="3287934" y="3829050"/>
                    <a:ext cx="37242" cy="22193"/>
                  </a:xfrm>
                  <a:custGeom>
                    <a:avLst/>
                    <a:gdLst>
                      <a:gd name="csX0" fmla="*/ 19621 w 37242"/>
                      <a:gd name="csY0" fmla="*/ 0 h 22193"/>
                      <a:gd name="csX1" fmla="*/ 571 w 37242"/>
                      <a:gd name="csY1" fmla="*/ 11144 h 22193"/>
                      <a:gd name="csX2" fmla="*/ 0 w 37242"/>
                      <a:gd name="csY2" fmla="*/ 11906 h 22193"/>
                      <a:gd name="csX3" fmla="*/ 17145 w 37242"/>
                      <a:gd name="csY3" fmla="*/ 22193 h 22193"/>
                      <a:gd name="csX4" fmla="*/ 37243 w 37242"/>
                      <a:gd name="csY4" fmla="*/ 9525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7242" h="22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0" y="11144"/>
                          <a:pt x="0" y="11716"/>
                          <a:pt x="0" y="11906"/>
                        </a:cubicBezTo>
                        <a:lnTo>
                          <a:pt x="17145" y="22193"/>
                        </a:lnTo>
                        <a:lnTo>
                          <a:pt x="37243" y="9525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5" name="Freeform: Shape 554">
                    <a:extLst>
                      <a:ext uri="{FF2B5EF4-FFF2-40B4-BE49-F238E27FC236}">
                        <a16:creationId xmlns:a16="http://schemas.microsoft.com/office/drawing/2014/main" id="{DE2CC6CA-F2FD-C72E-E281-347F987B5A45}"/>
                      </a:ext>
                    </a:extLst>
                  </p:cNvPr>
                  <p:cNvSpPr/>
                  <p:nvPr/>
                </p:nvSpPr>
                <p:spPr>
                  <a:xfrm>
                    <a:off x="3246683" y="3646360"/>
                    <a:ext cx="37345" cy="22098"/>
                  </a:xfrm>
                  <a:custGeom>
                    <a:avLst/>
                    <a:gdLst>
                      <a:gd name="csX0" fmla="*/ 8 w 37345"/>
                      <a:gd name="csY0" fmla="*/ 12097 h 22098"/>
                      <a:gd name="csX1" fmla="*/ 8 w 37345"/>
                      <a:gd name="csY1" fmla="*/ 12573 h 22098"/>
                      <a:gd name="csX2" fmla="*/ 17058 w 37345"/>
                      <a:gd name="csY2" fmla="*/ 22098 h 22098"/>
                      <a:gd name="csX3" fmla="*/ 37346 w 37345"/>
                      <a:gd name="csY3" fmla="*/ 10096 h 22098"/>
                      <a:gd name="csX4" fmla="*/ 19725 w 37345"/>
                      <a:gd name="csY4" fmla="*/ 0 h 22098"/>
                      <a:gd name="csX5" fmla="*/ 675 w 37345"/>
                      <a:gd name="csY5" fmla="*/ 11144 h 22098"/>
                      <a:gd name="csX6" fmla="*/ 8 w 37345"/>
                      <a:gd name="csY6" fmla="*/ 12097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45" h="22098">
                        <a:moveTo>
                          <a:pt x="8" y="12097"/>
                        </a:moveTo>
                        <a:lnTo>
                          <a:pt x="8" y="12573"/>
                        </a:lnTo>
                        <a:lnTo>
                          <a:pt x="17058" y="22098"/>
                        </a:lnTo>
                        <a:lnTo>
                          <a:pt x="37346" y="10096"/>
                        </a:lnTo>
                        <a:lnTo>
                          <a:pt x="19725" y="0"/>
                        </a:lnTo>
                        <a:lnTo>
                          <a:pt x="675" y="11144"/>
                        </a:lnTo>
                        <a:cubicBezTo>
                          <a:pt x="238" y="11239"/>
                          <a:pt x="-52" y="11654"/>
                          <a:pt x="8" y="12097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6" name="Freeform: Shape 555">
                    <a:extLst>
                      <a:ext uri="{FF2B5EF4-FFF2-40B4-BE49-F238E27FC236}">
                        <a16:creationId xmlns:a16="http://schemas.microsoft.com/office/drawing/2014/main" id="{E57C7A04-6DD3-D9E8-0E9F-0806F7D2AB39}"/>
                      </a:ext>
                    </a:extLst>
                  </p:cNvPr>
                  <p:cNvSpPr/>
                  <p:nvPr/>
                </p:nvSpPr>
                <p:spPr>
                  <a:xfrm>
                    <a:off x="3385996" y="3870007"/>
                    <a:ext cx="63386" cy="36576"/>
                  </a:xfrm>
                  <a:custGeom>
                    <a:avLst/>
                    <a:gdLst>
                      <a:gd name="csX0" fmla="*/ 63387 w 63386"/>
                      <a:gd name="csY0" fmla="*/ 10192 h 36576"/>
                      <a:gd name="csX1" fmla="*/ 45861 w 63386"/>
                      <a:gd name="csY1" fmla="*/ 0 h 36576"/>
                      <a:gd name="csX2" fmla="*/ 46 w 63386"/>
                      <a:gd name="csY2" fmla="*/ 26384 h 36576"/>
                      <a:gd name="csX3" fmla="*/ 46 w 63386"/>
                      <a:gd name="csY3" fmla="*/ 27051 h 36576"/>
                      <a:gd name="csX4" fmla="*/ 46 w 63386"/>
                      <a:gd name="csY4" fmla="*/ 27051 h 36576"/>
                      <a:gd name="csX5" fmla="*/ 17191 w 63386"/>
                      <a:gd name="csY5" fmla="*/ 36576 h 3657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63386" h="36576">
                        <a:moveTo>
                          <a:pt x="63387" y="10192"/>
                        </a:moveTo>
                        <a:lnTo>
                          <a:pt x="45861" y="0"/>
                        </a:lnTo>
                        <a:lnTo>
                          <a:pt x="46" y="26384"/>
                        </a:lnTo>
                        <a:cubicBezTo>
                          <a:pt x="-15" y="26602"/>
                          <a:pt x="-15" y="26833"/>
                          <a:pt x="46" y="27051"/>
                        </a:cubicBezTo>
                        <a:lnTo>
                          <a:pt x="46" y="27051"/>
                        </a:lnTo>
                        <a:lnTo>
                          <a:pt x="17191" y="3657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7" name="Freeform: Shape 556">
                    <a:extLst>
                      <a:ext uri="{FF2B5EF4-FFF2-40B4-BE49-F238E27FC236}">
                        <a16:creationId xmlns:a16="http://schemas.microsoft.com/office/drawing/2014/main" id="{283DB234-FADF-4114-3C09-3C44BFE38F70}"/>
                      </a:ext>
                    </a:extLst>
                  </p:cNvPr>
                  <p:cNvSpPr/>
                  <p:nvPr/>
                </p:nvSpPr>
                <p:spPr>
                  <a:xfrm>
                    <a:off x="2958560" y="3638550"/>
                    <a:ext cx="41147" cy="24288"/>
                  </a:xfrm>
                  <a:custGeom>
                    <a:avLst/>
                    <a:gdLst>
                      <a:gd name="csX0" fmla="*/ 19621 w 41147"/>
                      <a:gd name="csY0" fmla="*/ 0 h 24288"/>
                      <a:gd name="csX1" fmla="*/ 571 w 41147"/>
                      <a:gd name="csY1" fmla="*/ 11144 h 24288"/>
                      <a:gd name="csX2" fmla="*/ 0 w 41147"/>
                      <a:gd name="csY2" fmla="*/ 11811 h 24288"/>
                      <a:gd name="csX3" fmla="*/ 20860 w 41147"/>
                      <a:gd name="csY3" fmla="*/ 24289 h 24288"/>
                      <a:gd name="csX4" fmla="*/ 41148 w 41147"/>
                      <a:gd name="csY4" fmla="*/ 12287 h 242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1147" h="24288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811"/>
                        </a:cubicBezTo>
                        <a:lnTo>
                          <a:pt x="20860" y="24289"/>
                        </a:lnTo>
                        <a:lnTo>
                          <a:pt x="41148" y="12287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8" name="Freeform: Shape 557">
                    <a:extLst>
                      <a:ext uri="{FF2B5EF4-FFF2-40B4-BE49-F238E27FC236}">
                        <a16:creationId xmlns:a16="http://schemas.microsoft.com/office/drawing/2014/main" id="{3522456A-5995-AE47-7D23-2DE3A11A4C7D}"/>
                      </a:ext>
                    </a:extLst>
                  </p:cNvPr>
                  <p:cNvSpPr/>
                  <p:nvPr/>
                </p:nvSpPr>
                <p:spPr>
                  <a:xfrm>
                    <a:off x="2985420" y="3653980"/>
                    <a:ext cx="152495" cy="88106"/>
                  </a:xfrm>
                  <a:custGeom>
                    <a:avLst/>
                    <a:gdLst>
                      <a:gd name="csX0" fmla="*/ 19621 w 152495"/>
                      <a:gd name="csY0" fmla="*/ 0 h 88106"/>
                      <a:gd name="csX1" fmla="*/ 571 w 152495"/>
                      <a:gd name="csY1" fmla="*/ 11144 h 88106"/>
                      <a:gd name="csX2" fmla="*/ 0 w 152495"/>
                      <a:gd name="csY2" fmla="*/ 11906 h 88106"/>
                      <a:gd name="csX3" fmla="*/ 0 w 152495"/>
                      <a:gd name="csY3" fmla="*/ 11906 h 88106"/>
                      <a:gd name="csX4" fmla="*/ 132207 w 152495"/>
                      <a:gd name="csY4" fmla="*/ 88106 h 88106"/>
                      <a:gd name="csX5" fmla="*/ 152495 w 152495"/>
                      <a:gd name="csY5" fmla="*/ 76010 h 881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52495" h="88106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716"/>
                          <a:pt x="0" y="11906"/>
                        </a:cubicBezTo>
                        <a:lnTo>
                          <a:pt x="0" y="11906"/>
                        </a:lnTo>
                        <a:lnTo>
                          <a:pt x="132207" y="88106"/>
                        </a:lnTo>
                        <a:lnTo>
                          <a:pt x="152495" y="76010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9" name="Freeform: Shape 558">
                    <a:extLst>
                      <a:ext uri="{FF2B5EF4-FFF2-40B4-BE49-F238E27FC236}">
                        <a16:creationId xmlns:a16="http://schemas.microsoft.com/office/drawing/2014/main" id="{5E846DE7-AC0D-84A7-8DC9-FDE15CBDFE48}"/>
                      </a:ext>
                    </a:extLst>
                  </p:cNvPr>
                  <p:cNvSpPr/>
                  <p:nvPr/>
                </p:nvSpPr>
                <p:spPr>
                  <a:xfrm>
                    <a:off x="3022568" y="3645122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401" y="11297"/>
                          <a:pt x="105" y="1155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0" name="Freeform: Shape 559">
                    <a:extLst>
                      <a:ext uri="{FF2B5EF4-FFF2-40B4-BE49-F238E27FC236}">
                        <a16:creationId xmlns:a16="http://schemas.microsoft.com/office/drawing/2014/main" id="{66D5260F-8694-F2FA-8F9D-6465C66FF108}"/>
                      </a:ext>
                    </a:extLst>
                  </p:cNvPr>
                  <p:cNvSpPr/>
                  <p:nvPr/>
                </p:nvSpPr>
                <p:spPr>
                  <a:xfrm>
                    <a:off x="2931604" y="3622928"/>
                    <a:ext cx="41147" cy="24193"/>
                  </a:xfrm>
                  <a:custGeom>
                    <a:avLst/>
                    <a:gdLst>
                      <a:gd name="csX0" fmla="*/ 19621 w 41147"/>
                      <a:gd name="csY0" fmla="*/ 0 h 24193"/>
                      <a:gd name="csX1" fmla="*/ 571 w 41147"/>
                      <a:gd name="csY1" fmla="*/ 11144 h 24193"/>
                      <a:gd name="csX2" fmla="*/ 0 w 41147"/>
                      <a:gd name="csY2" fmla="*/ 11811 h 24193"/>
                      <a:gd name="csX3" fmla="*/ 20860 w 41147"/>
                      <a:gd name="csY3" fmla="*/ 24194 h 24193"/>
                      <a:gd name="csX4" fmla="*/ 41148 w 41147"/>
                      <a:gd name="csY4" fmla="*/ 12192 h 24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1147" h="24193">
                        <a:moveTo>
                          <a:pt x="19621" y="0"/>
                        </a:moveTo>
                        <a:lnTo>
                          <a:pt x="571" y="11144"/>
                        </a:lnTo>
                        <a:cubicBezTo>
                          <a:pt x="571" y="11144"/>
                          <a:pt x="0" y="11621"/>
                          <a:pt x="0" y="11811"/>
                        </a:cubicBezTo>
                        <a:lnTo>
                          <a:pt x="20860" y="24194"/>
                        </a:lnTo>
                        <a:lnTo>
                          <a:pt x="41148" y="12192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1" name="Freeform: Shape 560">
                    <a:extLst>
                      <a:ext uri="{FF2B5EF4-FFF2-40B4-BE49-F238E27FC236}">
                        <a16:creationId xmlns:a16="http://schemas.microsoft.com/office/drawing/2014/main" id="{7D8162FC-EEC8-C885-4762-437FF8059DE2}"/>
                      </a:ext>
                    </a:extLst>
                  </p:cNvPr>
                  <p:cNvSpPr/>
                  <p:nvPr/>
                </p:nvSpPr>
                <p:spPr>
                  <a:xfrm>
                    <a:off x="3124120" y="3733800"/>
                    <a:ext cx="41132" cy="23907"/>
                  </a:xfrm>
                  <a:custGeom>
                    <a:avLst/>
                    <a:gdLst>
                      <a:gd name="csX0" fmla="*/ 19130 w 41132"/>
                      <a:gd name="csY0" fmla="*/ 0 h 23907"/>
                      <a:gd name="csX1" fmla="*/ 80 w 41132"/>
                      <a:gd name="csY1" fmla="*/ 11144 h 23907"/>
                      <a:gd name="csX2" fmla="*/ 80 w 41132"/>
                      <a:gd name="csY2" fmla="*/ 11906 h 23907"/>
                      <a:gd name="csX3" fmla="*/ 80 w 41132"/>
                      <a:gd name="csY3" fmla="*/ 11906 h 23907"/>
                      <a:gd name="csX4" fmla="*/ 20844 w 41132"/>
                      <a:gd name="csY4" fmla="*/ 23908 h 23907"/>
                      <a:gd name="csX5" fmla="*/ 41132 w 41132"/>
                      <a:gd name="csY5" fmla="*/ 11906 h 239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1132" h="23907">
                        <a:moveTo>
                          <a:pt x="19130" y="0"/>
                        </a:moveTo>
                        <a:lnTo>
                          <a:pt x="80" y="11144"/>
                        </a:lnTo>
                        <a:cubicBezTo>
                          <a:pt x="-27" y="11387"/>
                          <a:pt x="-27" y="11664"/>
                          <a:pt x="80" y="11906"/>
                        </a:cubicBezTo>
                        <a:lnTo>
                          <a:pt x="80" y="11906"/>
                        </a:lnTo>
                        <a:lnTo>
                          <a:pt x="20844" y="23908"/>
                        </a:lnTo>
                        <a:lnTo>
                          <a:pt x="41132" y="1190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2" name="Freeform: Shape 561">
                    <a:extLst>
                      <a:ext uri="{FF2B5EF4-FFF2-40B4-BE49-F238E27FC236}">
                        <a16:creationId xmlns:a16="http://schemas.microsoft.com/office/drawing/2014/main" id="{DECDA8CF-AF68-FD97-4C8F-D61808BC0F5E}"/>
                      </a:ext>
                    </a:extLst>
                  </p:cNvPr>
                  <p:cNvSpPr/>
                  <p:nvPr/>
                </p:nvSpPr>
                <p:spPr>
                  <a:xfrm>
                    <a:off x="3178225" y="3764946"/>
                    <a:ext cx="41129" cy="23907"/>
                  </a:xfrm>
                  <a:custGeom>
                    <a:avLst/>
                    <a:gdLst>
                      <a:gd name="csX0" fmla="*/ 19127 w 41129"/>
                      <a:gd name="csY0" fmla="*/ 0 h 23907"/>
                      <a:gd name="csX1" fmla="*/ 77 w 41129"/>
                      <a:gd name="csY1" fmla="*/ 11240 h 23907"/>
                      <a:gd name="csX2" fmla="*/ 77 w 41129"/>
                      <a:gd name="csY2" fmla="*/ 11907 h 23907"/>
                      <a:gd name="csX3" fmla="*/ 77 w 41129"/>
                      <a:gd name="csY3" fmla="*/ 11906 h 23907"/>
                      <a:gd name="csX4" fmla="*/ 20937 w 41129"/>
                      <a:gd name="csY4" fmla="*/ 23908 h 23907"/>
                      <a:gd name="csX5" fmla="*/ 41130 w 41129"/>
                      <a:gd name="csY5" fmla="*/ 11906 h 239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1129" h="23907">
                        <a:moveTo>
                          <a:pt x="19127" y="0"/>
                        </a:moveTo>
                        <a:lnTo>
                          <a:pt x="77" y="11240"/>
                        </a:lnTo>
                        <a:cubicBezTo>
                          <a:pt x="-26" y="11450"/>
                          <a:pt x="-26" y="11696"/>
                          <a:pt x="77" y="11907"/>
                        </a:cubicBezTo>
                        <a:lnTo>
                          <a:pt x="77" y="11906"/>
                        </a:lnTo>
                        <a:lnTo>
                          <a:pt x="20937" y="23908"/>
                        </a:lnTo>
                        <a:lnTo>
                          <a:pt x="41130" y="11906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3" name="Freeform: Shape 562">
                    <a:extLst>
                      <a:ext uri="{FF2B5EF4-FFF2-40B4-BE49-F238E27FC236}">
                        <a16:creationId xmlns:a16="http://schemas.microsoft.com/office/drawing/2014/main" id="{C9B2306B-D465-9132-8190-88F5C8735802}"/>
                      </a:ext>
                    </a:extLst>
                  </p:cNvPr>
                  <p:cNvSpPr/>
                  <p:nvPr/>
                </p:nvSpPr>
                <p:spPr>
                  <a:xfrm>
                    <a:off x="3151269" y="3749421"/>
                    <a:ext cx="41129" cy="24288"/>
                  </a:xfrm>
                  <a:custGeom>
                    <a:avLst/>
                    <a:gdLst>
                      <a:gd name="csX0" fmla="*/ 19127 w 41129"/>
                      <a:gd name="csY0" fmla="*/ 0 h 24288"/>
                      <a:gd name="csX1" fmla="*/ 77 w 41129"/>
                      <a:gd name="csY1" fmla="*/ 11239 h 24288"/>
                      <a:gd name="csX2" fmla="*/ 77 w 41129"/>
                      <a:gd name="csY2" fmla="*/ 11906 h 24288"/>
                      <a:gd name="csX3" fmla="*/ 20937 w 41129"/>
                      <a:gd name="csY3" fmla="*/ 24289 h 24288"/>
                      <a:gd name="csX4" fmla="*/ 41130 w 41129"/>
                      <a:gd name="csY4" fmla="*/ 12287 h 242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1129" h="24288">
                        <a:moveTo>
                          <a:pt x="19127" y="0"/>
                        </a:moveTo>
                        <a:lnTo>
                          <a:pt x="77" y="11239"/>
                        </a:lnTo>
                        <a:cubicBezTo>
                          <a:pt x="-26" y="11450"/>
                          <a:pt x="-26" y="11696"/>
                          <a:pt x="77" y="11906"/>
                        </a:cubicBezTo>
                        <a:lnTo>
                          <a:pt x="20937" y="24289"/>
                        </a:lnTo>
                        <a:lnTo>
                          <a:pt x="41130" y="12287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4" name="Freeform: Shape 563">
                    <a:extLst>
                      <a:ext uri="{FF2B5EF4-FFF2-40B4-BE49-F238E27FC236}">
                        <a16:creationId xmlns:a16="http://schemas.microsoft.com/office/drawing/2014/main" id="{D020EDC3-55FF-90D2-7966-BF334FBEFDE8}"/>
                      </a:ext>
                    </a:extLst>
                  </p:cNvPr>
                  <p:cNvSpPr/>
                  <p:nvPr/>
                </p:nvSpPr>
                <p:spPr>
                  <a:xfrm>
                    <a:off x="3204686" y="3780567"/>
                    <a:ext cx="46005" cy="27050"/>
                  </a:xfrm>
                  <a:custGeom>
                    <a:avLst/>
                    <a:gdLst>
                      <a:gd name="csX0" fmla="*/ 19622 w 46005"/>
                      <a:gd name="csY0" fmla="*/ 0 h 27050"/>
                      <a:gd name="csX1" fmla="*/ 572 w 46005"/>
                      <a:gd name="csY1" fmla="*/ 11144 h 27050"/>
                      <a:gd name="csX2" fmla="*/ 0 w 46005"/>
                      <a:gd name="csY2" fmla="*/ 11811 h 27050"/>
                      <a:gd name="csX3" fmla="*/ 0 w 46005"/>
                      <a:gd name="csY3" fmla="*/ 12287 h 27050"/>
                      <a:gd name="csX4" fmla="*/ 25718 w 46005"/>
                      <a:gd name="csY4" fmla="*/ 27051 h 27050"/>
                      <a:gd name="csX5" fmla="*/ 46006 w 46005"/>
                      <a:gd name="csY5" fmla="*/ 15049 h 27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46005" h="27050">
                        <a:moveTo>
                          <a:pt x="19622" y="0"/>
                        </a:moveTo>
                        <a:lnTo>
                          <a:pt x="572" y="11144"/>
                        </a:lnTo>
                        <a:cubicBezTo>
                          <a:pt x="572" y="11144"/>
                          <a:pt x="0" y="11716"/>
                          <a:pt x="0" y="11811"/>
                        </a:cubicBezTo>
                        <a:lnTo>
                          <a:pt x="0" y="12287"/>
                        </a:lnTo>
                        <a:lnTo>
                          <a:pt x="25718" y="27051"/>
                        </a:lnTo>
                        <a:lnTo>
                          <a:pt x="46006" y="15049"/>
                        </a:ln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5" name="Freeform: Shape 564">
                    <a:extLst>
                      <a:ext uri="{FF2B5EF4-FFF2-40B4-BE49-F238E27FC236}">
                        <a16:creationId xmlns:a16="http://schemas.microsoft.com/office/drawing/2014/main" id="{F6931342-0F7C-E302-B001-10D00EF0FA35}"/>
                      </a:ext>
                    </a:extLst>
                  </p:cNvPr>
                  <p:cNvSpPr/>
                  <p:nvPr/>
                </p:nvSpPr>
                <p:spPr>
                  <a:xfrm>
                    <a:off x="3366611" y="3782282"/>
                    <a:ext cx="37338" cy="22193"/>
                  </a:xfrm>
                  <a:custGeom>
                    <a:avLst/>
                    <a:gdLst>
                      <a:gd name="csX0" fmla="*/ 0 w 37338"/>
                      <a:gd name="csY0" fmla="*/ 12668 h 22193"/>
                      <a:gd name="csX1" fmla="*/ 0 w 37338"/>
                      <a:gd name="csY1" fmla="*/ 12668 h 22193"/>
                      <a:gd name="csX2" fmla="*/ 17050 w 37338"/>
                      <a:gd name="csY2" fmla="*/ 22193 h 22193"/>
                      <a:gd name="csX3" fmla="*/ 37338 w 37338"/>
                      <a:gd name="csY3" fmla="*/ 10192 h 22193"/>
                      <a:gd name="csX4" fmla="*/ 19717 w 37338"/>
                      <a:gd name="csY4" fmla="*/ 0 h 22193"/>
                      <a:gd name="csX5" fmla="*/ 667 w 37338"/>
                      <a:gd name="csY5" fmla="*/ 11239 h 22193"/>
                      <a:gd name="csX6" fmla="*/ 0 w 37338"/>
                      <a:gd name="csY6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8" h="22193">
                        <a:moveTo>
                          <a:pt x="0" y="12668"/>
                        </a:moveTo>
                        <a:lnTo>
                          <a:pt x="0" y="12668"/>
                        </a:lnTo>
                        <a:lnTo>
                          <a:pt x="17050" y="22193"/>
                        </a:lnTo>
                        <a:lnTo>
                          <a:pt x="37338" y="10192"/>
                        </a:lnTo>
                        <a:lnTo>
                          <a:pt x="19717" y="0"/>
                        </a:lnTo>
                        <a:lnTo>
                          <a:pt x="667" y="11239"/>
                        </a:lnTo>
                        <a:cubicBezTo>
                          <a:pt x="667" y="11239"/>
                          <a:pt x="0" y="12383"/>
                          <a:pt x="0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6" name="Freeform: Shape 565">
                    <a:extLst>
                      <a:ext uri="{FF2B5EF4-FFF2-40B4-BE49-F238E27FC236}">
                        <a16:creationId xmlns:a16="http://schemas.microsoft.com/office/drawing/2014/main" id="{5DEC9ACE-8A14-5FEB-3C1A-E2A5B348B2CF}"/>
                      </a:ext>
                    </a:extLst>
                  </p:cNvPr>
                  <p:cNvSpPr/>
                  <p:nvPr/>
                </p:nvSpPr>
                <p:spPr>
                  <a:xfrm>
                    <a:off x="3290697" y="3800475"/>
                    <a:ext cx="37433" cy="20955"/>
                  </a:xfrm>
                  <a:custGeom>
                    <a:avLst/>
                    <a:gdLst>
                      <a:gd name="csX0" fmla="*/ 0 w 37433"/>
                      <a:gd name="csY0" fmla="*/ 11430 h 20955"/>
                      <a:gd name="csX1" fmla="*/ 0 w 37433"/>
                      <a:gd name="csY1" fmla="*/ 11430 h 20955"/>
                      <a:gd name="csX2" fmla="*/ 17145 w 37433"/>
                      <a:gd name="csY2" fmla="*/ 20955 h 20955"/>
                      <a:gd name="csX3" fmla="*/ 37433 w 37433"/>
                      <a:gd name="csY3" fmla="*/ 8954 h 20955"/>
                      <a:gd name="csX4" fmla="*/ 19907 w 37433"/>
                      <a:gd name="csY4" fmla="*/ 0 h 20955"/>
                      <a:gd name="csX5" fmla="*/ 857 w 37433"/>
                      <a:gd name="csY5" fmla="*/ 11144 h 20955"/>
                      <a:gd name="csX6" fmla="*/ 0 w 37433"/>
                      <a:gd name="csY6" fmla="*/ 11430 h 209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433" h="20955">
                        <a:moveTo>
                          <a:pt x="0" y="11430"/>
                        </a:moveTo>
                        <a:lnTo>
                          <a:pt x="0" y="11430"/>
                        </a:lnTo>
                        <a:lnTo>
                          <a:pt x="17145" y="20955"/>
                        </a:lnTo>
                        <a:lnTo>
                          <a:pt x="37433" y="8954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542" y="11089"/>
                          <a:pt x="219" y="11197"/>
                          <a:pt x="0" y="11430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7" name="Freeform: Shape 566">
                    <a:extLst>
                      <a:ext uri="{FF2B5EF4-FFF2-40B4-BE49-F238E27FC236}">
                        <a16:creationId xmlns:a16="http://schemas.microsoft.com/office/drawing/2014/main" id="{6A6D4CE9-AF85-899D-B698-2B6695BCA03F}"/>
                      </a:ext>
                    </a:extLst>
                  </p:cNvPr>
                  <p:cNvSpPr/>
                  <p:nvPr/>
                </p:nvSpPr>
                <p:spPr>
                  <a:xfrm>
                    <a:off x="3208657" y="3752850"/>
                    <a:ext cx="67942" cy="39624"/>
                  </a:xfrm>
                  <a:custGeom>
                    <a:avLst/>
                    <a:gdLst>
                      <a:gd name="csX0" fmla="*/ 29 w 67942"/>
                      <a:gd name="csY0" fmla="*/ 11621 h 39624"/>
                      <a:gd name="csX1" fmla="*/ 47654 w 67942"/>
                      <a:gd name="csY1" fmla="*/ 39624 h 39624"/>
                      <a:gd name="csX2" fmla="*/ 67942 w 67942"/>
                      <a:gd name="csY2" fmla="*/ 27622 h 39624"/>
                      <a:gd name="csX3" fmla="*/ 20317 w 67942"/>
                      <a:gd name="csY3" fmla="*/ 0 h 39624"/>
                      <a:gd name="csX4" fmla="*/ 1267 w 67942"/>
                      <a:gd name="csY4" fmla="*/ 11239 h 39624"/>
                      <a:gd name="csX5" fmla="*/ 457 w 67942"/>
                      <a:gd name="csY5" fmla="*/ 10811 h 39624"/>
                      <a:gd name="csX6" fmla="*/ 29 w 67942"/>
                      <a:gd name="csY6" fmla="*/ 11620 h 396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67942" h="39624">
                        <a:moveTo>
                          <a:pt x="29" y="11621"/>
                        </a:moveTo>
                        <a:lnTo>
                          <a:pt x="47654" y="39624"/>
                        </a:lnTo>
                        <a:lnTo>
                          <a:pt x="67942" y="27622"/>
                        </a:lnTo>
                        <a:lnTo>
                          <a:pt x="20317" y="0"/>
                        </a:lnTo>
                        <a:lnTo>
                          <a:pt x="1267" y="11239"/>
                        </a:lnTo>
                        <a:cubicBezTo>
                          <a:pt x="1162" y="10898"/>
                          <a:pt x="799" y="10705"/>
                          <a:pt x="457" y="10811"/>
                        </a:cubicBezTo>
                        <a:cubicBezTo>
                          <a:pt x="116" y="10916"/>
                          <a:pt x="-76" y="11278"/>
                          <a:pt x="29" y="11620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8" name="Freeform: Shape 567">
                    <a:extLst>
                      <a:ext uri="{FF2B5EF4-FFF2-40B4-BE49-F238E27FC236}">
                        <a16:creationId xmlns:a16="http://schemas.microsoft.com/office/drawing/2014/main" id="{CCFBAD30-4FF2-AE2C-5432-8511C87F18F2}"/>
                      </a:ext>
                    </a:extLst>
                  </p:cNvPr>
                  <p:cNvSpPr/>
                  <p:nvPr/>
                </p:nvSpPr>
                <p:spPr>
                  <a:xfrm>
                    <a:off x="3342121" y="3829716"/>
                    <a:ext cx="37443" cy="21812"/>
                  </a:xfrm>
                  <a:custGeom>
                    <a:avLst/>
                    <a:gdLst>
                      <a:gd name="csX0" fmla="*/ 10 w 37443"/>
                      <a:gd name="csY0" fmla="*/ 11811 h 21812"/>
                      <a:gd name="csX1" fmla="*/ 10 w 37443"/>
                      <a:gd name="csY1" fmla="*/ 12287 h 21812"/>
                      <a:gd name="csX2" fmla="*/ 17155 w 37443"/>
                      <a:gd name="csY2" fmla="*/ 21812 h 21812"/>
                      <a:gd name="csX3" fmla="*/ 37443 w 37443"/>
                      <a:gd name="csY3" fmla="*/ 9715 h 21812"/>
                      <a:gd name="csX4" fmla="*/ 20203 w 37443"/>
                      <a:gd name="csY4" fmla="*/ 0 h 21812"/>
                      <a:gd name="csX5" fmla="*/ 1153 w 37443"/>
                      <a:gd name="csY5" fmla="*/ 11239 h 21812"/>
                      <a:gd name="csX6" fmla="*/ 211 w 37443"/>
                      <a:gd name="csY6" fmla="*/ 11209 h 21812"/>
                      <a:gd name="csX7" fmla="*/ 10 w 37443"/>
                      <a:gd name="csY7" fmla="*/ 11811 h 218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7443" h="21812">
                        <a:moveTo>
                          <a:pt x="10" y="11811"/>
                        </a:moveTo>
                        <a:lnTo>
                          <a:pt x="10" y="12287"/>
                        </a:lnTo>
                        <a:lnTo>
                          <a:pt x="17155" y="21812"/>
                        </a:lnTo>
                        <a:lnTo>
                          <a:pt x="37443" y="9715"/>
                        </a:lnTo>
                        <a:lnTo>
                          <a:pt x="20203" y="0"/>
                        </a:lnTo>
                        <a:lnTo>
                          <a:pt x="1153" y="11239"/>
                        </a:lnTo>
                        <a:cubicBezTo>
                          <a:pt x="901" y="10971"/>
                          <a:pt x="479" y="10957"/>
                          <a:pt x="211" y="11209"/>
                        </a:cubicBezTo>
                        <a:cubicBezTo>
                          <a:pt x="47" y="11363"/>
                          <a:pt x="-29" y="11589"/>
                          <a:pt x="1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9" name="Freeform: Shape 568">
                    <a:extLst>
                      <a:ext uri="{FF2B5EF4-FFF2-40B4-BE49-F238E27FC236}">
                        <a16:creationId xmlns:a16="http://schemas.microsoft.com/office/drawing/2014/main" id="{E13580AD-53F0-F116-5353-7B2E8461D01C}"/>
                      </a:ext>
                    </a:extLst>
                  </p:cNvPr>
                  <p:cNvSpPr/>
                  <p:nvPr/>
                </p:nvSpPr>
                <p:spPr>
                  <a:xfrm>
                    <a:off x="3365468" y="3842289"/>
                    <a:ext cx="37337" cy="22193"/>
                  </a:xfrm>
                  <a:custGeom>
                    <a:avLst/>
                    <a:gdLst>
                      <a:gd name="csX0" fmla="*/ 0 w 37337"/>
                      <a:gd name="csY0" fmla="*/ 12668 h 22193"/>
                      <a:gd name="csX1" fmla="*/ 0 w 37337"/>
                      <a:gd name="csY1" fmla="*/ 12668 h 22193"/>
                      <a:gd name="csX2" fmla="*/ 17050 w 37337"/>
                      <a:gd name="csY2" fmla="*/ 22193 h 22193"/>
                      <a:gd name="csX3" fmla="*/ 37338 w 37337"/>
                      <a:gd name="csY3" fmla="*/ 10096 h 22193"/>
                      <a:gd name="csX4" fmla="*/ 19717 w 37337"/>
                      <a:gd name="csY4" fmla="*/ 0 h 22193"/>
                      <a:gd name="csX5" fmla="*/ 667 w 37337"/>
                      <a:gd name="csY5" fmla="*/ 11144 h 22193"/>
                      <a:gd name="csX6" fmla="*/ 0 w 37337"/>
                      <a:gd name="csY6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2193">
                        <a:moveTo>
                          <a:pt x="0" y="12668"/>
                        </a:moveTo>
                        <a:lnTo>
                          <a:pt x="0" y="12668"/>
                        </a:lnTo>
                        <a:lnTo>
                          <a:pt x="17050" y="22193"/>
                        </a:lnTo>
                        <a:lnTo>
                          <a:pt x="37338" y="10096"/>
                        </a:lnTo>
                        <a:lnTo>
                          <a:pt x="19717" y="0"/>
                        </a:lnTo>
                        <a:lnTo>
                          <a:pt x="667" y="11144"/>
                        </a:lnTo>
                        <a:cubicBezTo>
                          <a:pt x="667" y="11144"/>
                          <a:pt x="0" y="12573"/>
                          <a:pt x="0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0" name="Freeform: Shape 569">
                    <a:extLst>
                      <a:ext uri="{FF2B5EF4-FFF2-40B4-BE49-F238E27FC236}">
                        <a16:creationId xmlns:a16="http://schemas.microsoft.com/office/drawing/2014/main" id="{40260FF3-9787-3E00-D82D-E9127834D559}"/>
                      </a:ext>
                    </a:extLst>
                  </p:cNvPr>
                  <p:cNvSpPr/>
                  <p:nvPr/>
                </p:nvSpPr>
                <p:spPr>
                  <a:xfrm>
                    <a:off x="3185445" y="3739229"/>
                    <a:ext cx="37433" cy="22098"/>
                  </a:xfrm>
                  <a:custGeom>
                    <a:avLst/>
                    <a:gdLst>
                      <a:gd name="csX0" fmla="*/ 0 w 37433"/>
                      <a:gd name="csY0" fmla="*/ 11811 h 22098"/>
                      <a:gd name="csX1" fmla="*/ 17145 w 37433"/>
                      <a:gd name="csY1" fmla="*/ 22098 h 22098"/>
                      <a:gd name="csX2" fmla="*/ 37433 w 37433"/>
                      <a:gd name="csY2" fmla="*/ 10096 h 22098"/>
                      <a:gd name="csX3" fmla="*/ 19812 w 37433"/>
                      <a:gd name="csY3" fmla="*/ 0 h 22098"/>
                      <a:gd name="csX4" fmla="*/ 762 w 37433"/>
                      <a:gd name="csY4" fmla="*/ 11144 h 22098"/>
                      <a:gd name="csX5" fmla="*/ 0 w 37433"/>
                      <a:gd name="csY5" fmla="*/ 11811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098">
                        <a:moveTo>
                          <a:pt x="0" y="11811"/>
                        </a:moveTo>
                        <a:lnTo>
                          <a:pt x="17145" y="22098"/>
                        </a:lnTo>
                        <a:lnTo>
                          <a:pt x="37433" y="10096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401" y="11202"/>
                          <a:pt x="105" y="11461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1" name="Freeform: Shape 570">
                    <a:extLst>
                      <a:ext uri="{FF2B5EF4-FFF2-40B4-BE49-F238E27FC236}">
                        <a16:creationId xmlns:a16="http://schemas.microsoft.com/office/drawing/2014/main" id="{0F59B5E1-2B66-3EC3-71A2-AAAB3B5F6E92}"/>
                      </a:ext>
                    </a:extLst>
                  </p:cNvPr>
                  <p:cNvSpPr/>
                  <p:nvPr/>
                </p:nvSpPr>
                <p:spPr>
                  <a:xfrm>
                    <a:off x="3368516" y="3813714"/>
                    <a:ext cx="37337" cy="22193"/>
                  </a:xfrm>
                  <a:custGeom>
                    <a:avLst/>
                    <a:gdLst>
                      <a:gd name="csX0" fmla="*/ 0 w 37337"/>
                      <a:gd name="csY0" fmla="*/ 12668 h 22193"/>
                      <a:gd name="csX1" fmla="*/ 0 w 37337"/>
                      <a:gd name="csY1" fmla="*/ 12668 h 22193"/>
                      <a:gd name="csX2" fmla="*/ 17145 w 37337"/>
                      <a:gd name="csY2" fmla="*/ 22193 h 22193"/>
                      <a:gd name="csX3" fmla="*/ 37338 w 37337"/>
                      <a:gd name="csY3" fmla="*/ 10192 h 22193"/>
                      <a:gd name="csX4" fmla="*/ 19812 w 37337"/>
                      <a:gd name="csY4" fmla="*/ 0 h 22193"/>
                      <a:gd name="csX5" fmla="*/ 762 w 37337"/>
                      <a:gd name="csY5" fmla="*/ 11144 h 22193"/>
                      <a:gd name="csX6" fmla="*/ 0 w 37337"/>
                      <a:gd name="csY6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2193">
                        <a:moveTo>
                          <a:pt x="0" y="12668"/>
                        </a:moveTo>
                        <a:lnTo>
                          <a:pt x="0" y="12668"/>
                        </a:lnTo>
                        <a:lnTo>
                          <a:pt x="17145" y="22193"/>
                        </a:lnTo>
                        <a:lnTo>
                          <a:pt x="37338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0" y="12192"/>
                          <a:pt x="0" y="12478"/>
                          <a:pt x="0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2" name="Freeform: Shape 571">
                    <a:extLst>
                      <a:ext uri="{FF2B5EF4-FFF2-40B4-BE49-F238E27FC236}">
                        <a16:creationId xmlns:a16="http://schemas.microsoft.com/office/drawing/2014/main" id="{AC5DBCAF-1579-CFBF-517F-903F551D2532}"/>
                      </a:ext>
                    </a:extLst>
                  </p:cNvPr>
                  <p:cNvSpPr/>
                  <p:nvPr/>
                </p:nvSpPr>
                <p:spPr>
                  <a:xfrm>
                    <a:off x="3069050" y="3672077"/>
                    <a:ext cx="37242" cy="22098"/>
                  </a:xfrm>
                  <a:custGeom>
                    <a:avLst/>
                    <a:gdLst>
                      <a:gd name="csX0" fmla="*/ 0 w 37242"/>
                      <a:gd name="csY0" fmla="*/ 11811 h 22098"/>
                      <a:gd name="csX1" fmla="*/ 17050 w 37242"/>
                      <a:gd name="csY1" fmla="*/ 22098 h 22098"/>
                      <a:gd name="csX2" fmla="*/ 37243 w 37242"/>
                      <a:gd name="csY2" fmla="*/ 10096 h 22098"/>
                      <a:gd name="csX3" fmla="*/ 19717 w 37242"/>
                      <a:gd name="csY3" fmla="*/ 0 h 22098"/>
                      <a:gd name="csX4" fmla="*/ 667 w 37242"/>
                      <a:gd name="csY4" fmla="*/ 11144 h 22098"/>
                      <a:gd name="csX5" fmla="*/ 0 w 37242"/>
                      <a:gd name="csY5" fmla="*/ 11811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242" h="22098">
                        <a:moveTo>
                          <a:pt x="0" y="11811"/>
                        </a:moveTo>
                        <a:lnTo>
                          <a:pt x="17050" y="22098"/>
                        </a:lnTo>
                        <a:lnTo>
                          <a:pt x="37243" y="10096"/>
                        </a:lnTo>
                        <a:lnTo>
                          <a:pt x="19717" y="0"/>
                        </a:lnTo>
                        <a:lnTo>
                          <a:pt x="667" y="11144"/>
                        </a:lnTo>
                        <a:cubicBezTo>
                          <a:pt x="342" y="11233"/>
                          <a:pt x="89" y="11487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3" name="Freeform: Shape 572">
                    <a:extLst>
                      <a:ext uri="{FF2B5EF4-FFF2-40B4-BE49-F238E27FC236}">
                        <a16:creationId xmlns:a16="http://schemas.microsoft.com/office/drawing/2014/main" id="{0C0583F5-1C14-3C5E-758E-B9329F5DC7A6}"/>
                      </a:ext>
                    </a:extLst>
                  </p:cNvPr>
                  <p:cNvSpPr/>
                  <p:nvPr/>
                </p:nvSpPr>
                <p:spPr>
                  <a:xfrm>
                    <a:off x="3162300" y="3725799"/>
                    <a:ext cx="37528" cy="22098"/>
                  </a:xfrm>
                  <a:custGeom>
                    <a:avLst/>
                    <a:gdLst>
                      <a:gd name="csX0" fmla="*/ 0 w 37528"/>
                      <a:gd name="csY0" fmla="*/ 11811 h 22098"/>
                      <a:gd name="csX1" fmla="*/ 17240 w 37528"/>
                      <a:gd name="csY1" fmla="*/ 22098 h 22098"/>
                      <a:gd name="csX2" fmla="*/ 37529 w 37528"/>
                      <a:gd name="csY2" fmla="*/ 10096 h 22098"/>
                      <a:gd name="csX3" fmla="*/ 19907 w 37528"/>
                      <a:gd name="csY3" fmla="*/ 0 h 22098"/>
                      <a:gd name="csX4" fmla="*/ 857 w 37528"/>
                      <a:gd name="csY4" fmla="*/ 11239 h 22098"/>
                      <a:gd name="csX5" fmla="*/ 0 w 37528"/>
                      <a:gd name="csY5" fmla="*/ 11811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528" h="22098">
                        <a:moveTo>
                          <a:pt x="0" y="11811"/>
                        </a:moveTo>
                        <a:lnTo>
                          <a:pt x="17240" y="22098"/>
                        </a:lnTo>
                        <a:lnTo>
                          <a:pt x="37529" y="10096"/>
                        </a:lnTo>
                        <a:lnTo>
                          <a:pt x="19907" y="0"/>
                        </a:lnTo>
                        <a:lnTo>
                          <a:pt x="857" y="11239"/>
                        </a:lnTo>
                        <a:cubicBezTo>
                          <a:pt x="857" y="11239"/>
                          <a:pt x="0" y="11525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4" name="Freeform: Shape 573">
                    <a:extLst>
                      <a:ext uri="{FF2B5EF4-FFF2-40B4-BE49-F238E27FC236}">
                        <a16:creationId xmlns:a16="http://schemas.microsoft.com/office/drawing/2014/main" id="{67E22724-9CBD-FC1F-654D-9F9F7DF7C591}"/>
                      </a:ext>
                    </a:extLst>
                  </p:cNvPr>
                  <p:cNvSpPr/>
                  <p:nvPr/>
                </p:nvSpPr>
                <p:spPr>
                  <a:xfrm>
                    <a:off x="3045680" y="3657885"/>
                    <a:ext cx="37466" cy="22098"/>
                  </a:xfrm>
                  <a:custGeom>
                    <a:avLst/>
                    <a:gdLst>
                      <a:gd name="csX0" fmla="*/ 129 w 37466"/>
                      <a:gd name="csY0" fmla="*/ 12573 h 22098"/>
                      <a:gd name="csX1" fmla="*/ 129 w 37466"/>
                      <a:gd name="csY1" fmla="*/ 12573 h 22098"/>
                      <a:gd name="csX2" fmla="*/ 17274 w 37466"/>
                      <a:gd name="csY2" fmla="*/ 22098 h 22098"/>
                      <a:gd name="csX3" fmla="*/ 37467 w 37466"/>
                      <a:gd name="csY3" fmla="*/ 10096 h 22098"/>
                      <a:gd name="csX4" fmla="*/ 19941 w 37466"/>
                      <a:gd name="csY4" fmla="*/ 0 h 22098"/>
                      <a:gd name="csX5" fmla="*/ 891 w 37466"/>
                      <a:gd name="csY5" fmla="*/ 11144 h 22098"/>
                      <a:gd name="csX6" fmla="*/ 2 w 37466"/>
                      <a:gd name="csY6" fmla="*/ 12157 h 22098"/>
                      <a:gd name="csX7" fmla="*/ 129 w 37466"/>
                      <a:gd name="csY7" fmla="*/ 12573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7466" h="22098">
                        <a:moveTo>
                          <a:pt x="129" y="12573"/>
                        </a:moveTo>
                        <a:lnTo>
                          <a:pt x="129" y="12573"/>
                        </a:lnTo>
                        <a:lnTo>
                          <a:pt x="17274" y="22098"/>
                        </a:lnTo>
                        <a:lnTo>
                          <a:pt x="37467" y="10096"/>
                        </a:lnTo>
                        <a:lnTo>
                          <a:pt x="19941" y="0"/>
                        </a:lnTo>
                        <a:lnTo>
                          <a:pt x="891" y="11144"/>
                        </a:lnTo>
                        <a:cubicBezTo>
                          <a:pt x="366" y="11178"/>
                          <a:pt x="-32" y="11632"/>
                          <a:pt x="2" y="12157"/>
                        </a:cubicBezTo>
                        <a:cubicBezTo>
                          <a:pt x="12" y="12303"/>
                          <a:pt x="55" y="12446"/>
                          <a:pt x="129" y="12573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5" name="Freeform: Shape 574">
                    <a:extLst>
                      <a:ext uri="{FF2B5EF4-FFF2-40B4-BE49-F238E27FC236}">
                        <a16:creationId xmlns:a16="http://schemas.microsoft.com/office/drawing/2014/main" id="{C3D53F71-E113-07C6-3EB2-6B7724FEBB96}"/>
                      </a:ext>
                    </a:extLst>
                  </p:cNvPr>
                  <p:cNvSpPr/>
                  <p:nvPr/>
                </p:nvSpPr>
                <p:spPr>
                  <a:xfrm>
                    <a:off x="3092386" y="3685603"/>
                    <a:ext cx="37433" cy="22002"/>
                  </a:xfrm>
                  <a:custGeom>
                    <a:avLst/>
                    <a:gdLst>
                      <a:gd name="csX0" fmla="*/ 0 w 37433"/>
                      <a:gd name="csY0" fmla="*/ 11716 h 22002"/>
                      <a:gd name="csX1" fmla="*/ 17145 w 37433"/>
                      <a:gd name="csY1" fmla="*/ 22003 h 22002"/>
                      <a:gd name="csX2" fmla="*/ 37433 w 37433"/>
                      <a:gd name="csY2" fmla="*/ 10096 h 22002"/>
                      <a:gd name="csX3" fmla="*/ 19812 w 37433"/>
                      <a:gd name="csY3" fmla="*/ 0 h 22002"/>
                      <a:gd name="csX4" fmla="*/ 762 w 37433"/>
                      <a:gd name="csY4" fmla="*/ 11239 h 22002"/>
                      <a:gd name="csX5" fmla="*/ 0 w 37433"/>
                      <a:gd name="csY5" fmla="*/ 11716 h 2200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002">
                        <a:moveTo>
                          <a:pt x="0" y="11716"/>
                        </a:moveTo>
                        <a:lnTo>
                          <a:pt x="17145" y="22003"/>
                        </a:lnTo>
                        <a:lnTo>
                          <a:pt x="37433" y="10096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423" y="11178"/>
                          <a:pt x="93" y="11384"/>
                          <a:pt x="0" y="1171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6" name="Freeform: Shape 575">
                    <a:extLst>
                      <a:ext uri="{FF2B5EF4-FFF2-40B4-BE49-F238E27FC236}">
                        <a16:creationId xmlns:a16="http://schemas.microsoft.com/office/drawing/2014/main" id="{073A0558-2008-3A2D-350B-D4EAC09E317B}"/>
                      </a:ext>
                    </a:extLst>
                  </p:cNvPr>
                  <p:cNvSpPr/>
                  <p:nvPr/>
                </p:nvSpPr>
                <p:spPr>
                  <a:xfrm>
                    <a:off x="3115627" y="3698938"/>
                    <a:ext cx="37147" cy="21812"/>
                  </a:xfrm>
                  <a:custGeom>
                    <a:avLst/>
                    <a:gdLst>
                      <a:gd name="csX0" fmla="*/ 0 w 37147"/>
                      <a:gd name="csY0" fmla="*/ 11811 h 21812"/>
                      <a:gd name="csX1" fmla="*/ 0 w 37147"/>
                      <a:gd name="csY1" fmla="*/ 12287 h 21812"/>
                      <a:gd name="csX2" fmla="*/ 17145 w 37147"/>
                      <a:gd name="csY2" fmla="*/ 21812 h 21812"/>
                      <a:gd name="csX3" fmla="*/ 37148 w 37147"/>
                      <a:gd name="csY3" fmla="*/ 10096 h 21812"/>
                      <a:gd name="csX4" fmla="*/ 19526 w 37147"/>
                      <a:gd name="csY4" fmla="*/ 0 h 21812"/>
                      <a:gd name="csX5" fmla="*/ 476 w 37147"/>
                      <a:gd name="csY5" fmla="*/ 11144 h 21812"/>
                      <a:gd name="csX6" fmla="*/ 0 w 37147"/>
                      <a:gd name="csY6" fmla="*/ 11811 h 218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147" h="21812">
                        <a:moveTo>
                          <a:pt x="0" y="11811"/>
                        </a:moveTo>
                        <a:lnTo>
                          <a:pt x="0" y="12287"/>
                        </a:lnTo>
                        <a:lnTo>
                          <a:pt x="17145" y="21812"/>
                        </a:lnTo>
                        <a:lnTo>
                          <a:pt x="37148" y="10096"/>
                        </a:lnTo>
                        <a:lnTo>
                          <a:pt x="19526" y="0"/>
                        </a:lnTo>
                        <a:lnTo>
                          <a:pt x="476" y="11144"/>
                        </a:lnTo>
                        <a:cubicBezTo>
                          <a:pt x="215" y="11271"/>
                          <a:pt x="35" y="11523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7" name="Freeform: Shape 576">
                    <a:extLst>
                      <a:ext uri="{FF2B5EF4-FFF2-40B4-BE49-F238E27FC236}">
                        <a16:creationId xmlns:a16="http://schemas.microsoft.com/office/drawing/2014/main" id="{5220B648-40AE-CFFA-1312-10F5C65E9899}"/>
                      </a:ext>
                    </a:extLst>
                  </p:cNvPr>
                  <p:cNvSpPr/>
                  <p:nvPr/>
                </p:nvSpPr>
                <p:spPr>
                  <a:xfrm>
                    <a:off x="3138739" y="3711701"/>
                    <a:ext cx="37466" cy="22098"/>
                  </a:xfrm>
                  <a:custGeom>
                    <a:avLst/>
                    <a:gdLst>
                      <a:gd name="csX0" fmla="*/ 129 w 37466"/>
                      <a:gd name="csY0" fmla="*/ 12573 h 22098"/>
                      <a:gd name="csX1" fmla="*/ 129 w 37466"/>
                      <a:gd name="csY1" fmla="*/ 12573 h 22098"/>
                      <a:gd name="csX2" fmla="*/ 17274 w 37466"/>
                      <a:gd name="csY2" fmla="*/ 22098 h 22098"/>
                      <a:gd name="csX3" fmla="*/ 37467 w 37466"/>
                      <a:gd name="csY3" fmla="*/ 10096 h 22098"/>
                      <a:gd name="csX4" fmla="*/ 19941 w 37466"/>
                      <a:gd name="csY4" fmla="*/ 0 h 22098"/>
                      <a:gd name="csX5" fmla="*/ 891 w 37466"/>
                      <a:gd name="csY5" fmla="*/ 11144 h 22098"/>
                      <a:gd name="csX6" fmla="*/ 2 w 37466"/>
                      <a:gd name="csY6" fmla="*/ 12157 h 22098"/>
                      <a:gd name="csX7" fmla="*/ 129 w 37466"/>
                      <a:gd name="csY7" fmla="*/ 12573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37466" h="22098">
                        <a:moveTo>
                          <a:pt x="129" y="12573"/>
                        </a:moveTo>
                        <a:lnTo>
                          <a:pt x="129" y="12573"/>
                        </a:lnTo>
                        <a:lnTo>
                          <a:pt x="17274" y="22098"/>
                        </a:lnTo>
                        <a:lnTo>
                          <a:pt x="37467" y="10096"/>
                        </a:lnTo>
                        <a:lnTo>
                          <a:pt x="19941" y="0"/>
                        </a:lnTo>
                        <a:lnTo>
                          <a:pt x="891" y="11144"/>
                        </a:lnTo>
                        <a:cubicBezTo>
                          <a:pt x="366" y="11178"/>
                          <a:pt x="-32" y="11632"/>
                          <a:pt x="2" y="12157"/>
                        </a:cubicBezTo>
                        <a:cubicBezTo>
                          <a:pt x="12" y="12303"/>
                          <a:pt x="55" y="12446"/>
                          <a:pt x="129" y="12573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8" name="Freeform: Shape 577">
                    <a:extLst>
                      <a:ext uri="{FF2B5EF4-FFF2-40B4-BE49-F238E27FC236}">
                        <a16:creationId xmlns:a16="http://schemas.microsoft.com/office/drawing/2014/main" id="{CF302A61-31ED-EF88-86EF-CC9D6A74D257}"/>
                      </a:ext>
                    </a:extLst>
                  </p:cNvPr>
                  <p:cNvSpPr/>
                  <p:nvPr/>
                </p:nvSpPr>
                <p:spPr>
                  <a:xfrm>
                    <a:off x="3303365" y="3679316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144"/>
                        </a:lnTo>
                        <a:cubicBezTo>
                          <a:pt x="341" y="11144"/>
                          <a:pt x="0" y="1148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9" name="Freeform: Shape 578">
                    <a:extLst>
                      <a:ext uri="{FF2B5EF4-FFF2-40B4-BE49-F238E27FC236}">
                        <a16:creationId xmlns:a16="http://schemas.microsoft.com/office/drawing/2014/main" id="{98F49BD7-53BA-B924-E60A-6B804C5ED830}"/>
                      </a:ext>
                    </a:extLst>
                  </p:cNvPr>
                  <p:cNvSpPr/>
                  <p:nvPr/>
                </p:nvSpPr>
                <p:spPr>
                  <a:xfrm>
                    <a:off x="3388709" y="3856958"/>
                    <a:ext cx="37433" cy="21050"/>
                  </a:xfrm>
                  <a:custGeom>
                    <a:avLst/>
                    <a:gdLst>
                      <a:gd name="csX0" fmla="*/ 0 w 37433"/>
                      <a:gd name="csY0" fmla="*/ 11525 h 21050"/>
                      <a:gd name="csX1" fmla="*/ 0 w 37433"/>
                      <a:gd name="csY1" fmla="*/ 11525 h 21050"/>
                      <a:gd name="csX2" fmla="*/ 17050 w 37433"/>
                      <a:gd name="csY2" fmla="*/ 21050 h 21050"/>
                      <a:gd name="csX3" fmla="*/ 37433 w 37433"/>
                      <a:gd name="csY3" fmla="*/ 10192 h 21050"/>
                      <a:gd name="csX4" fmla="*/ 19812 w 37433"/>
                      <a:gd name="csY4" fmla="*/ 0 h 21050"/>
                      <a:gd name="csX5" fmla="*/ 762 w 37433"/>
                      <a:gd name="csY5" fmla="*/ 11239 h 21050"/>
                      <a:gd name="csX6" fmla="*/ 0 w 37433"/>
                      <a:gd name="csY6" fmla="*/ 11525 h 21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433" h="21050">
                        <a:moveTo>
                          <a:pt x="0" y="11525"/>
                        </a:moveTo>
                        <a:lnTo>
                          <a:pt x="0" y="11525"/>
                        </a:lnTo>
                        <a:lnTo>
                          <a:pt x="17050" y="21050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762" y="11239"/>
                          <a:pt x="0" y="11239"/>
                          <a:pt x="0" y="11525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0" name="Freeform: Shape 579">
                    <a:extLst>
                      <a:ext uri="{FF2B5EF4-FFF2-40B4-BE49-F238E27FC236}">
                        <a16:creationId xmlns:a16="http://schemas.microsoft.com/office/drawing/2014/main" id="{C647EBC1-6640-0372-B469-AF06204F574A}"/>
                      </a:ext>
                    </a:extLst>
                  </p:cNvPr>
                  <p:cNvSpPr/>
                  <p:nvPr/>
                </p:nvSpPr>
                <p:spPr>
                  <a:xfrm>
                    <a:off x="3349847" y="3706177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907 w 37433"/>
                      <a:gd name="csY3" fmla="*/ 0 h 22193"/>
                      <a:gd name="csX4" fmla="*/ 857 w 37433"/>
                      <a:gd name="csY4" fmla="*/ 11144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857" y="11144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1" name="Freeform: Shape 580">
                    <a:extLst>
                      <a:ext uri="{FF2B5EF4-FFF2-40B4-BE49-F238E27FC236}">
                        <a16:creationId xmlns:a16="http://schemas.microsoft.com/office/drawing/2014/main" id="{199A5098-AD72-8F14-22CC-642D0E502DB0}"/>
                      </a:ext>
                    </a:extLst>
                  </p:cNvPr>
                  <p:cNvSpPr/>
                  <p:nvPr/>
                </p:nvSpPr>
                <p:spPr>
                  <a:xfrm>
                    <a:off x="3401567" y="3735990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376" y="11237"/>
                          <a:pt x="48" y="11523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2" name="Freeform: Shape 581">
                    <a:extLst>
                      <a:ext uri="{FF2B5EF4-FFF2-40B4-BE49-F238E27FC236}">
                        <a16:creationId xmlns:a16="http://schemas.microsoft.com/office/drawing/2014/main" id="{C3E24DC3-8C43-ADB5-EA8F-C11242D518E3}"/>
                      </a:ext>
                    </a:extLst>
                  </p:cNvPr>
                  <p:cNvSpPr/>
                  <p:nvPr/>
                </p:nvSpPr>
                <p:spPr>
                  <a:xfrm>
                    <a:off x="3378326" y="3722560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145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7 w 37433"/>
                      <a:gd name="csY5" fmla="*/ 11804 h 22193"/>
                      <a:gd name="csX6" fmla="*/ 0 w 37433"/>
                      <a:gd name="csY6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145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398" y="11187"/>
                          <a:pt x="59" y="11440"/>
                          <a:pt x="7" y="11804"/>
                        </a:cubicBezTo>
                        <a:cubicBezTo>
                          <a:pt x="2" y="11838"/>
                          <a:pt x="0" y="11872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3" name="Freeform: Shape 582">
                    <a:extLst>
                      <a:ext uri="{FF2B5EF4-FFF2-40B4-BE49-F238E27FC236}">
                        <a16:creationId xmlns:a16="http://schemas.microsoft.com/office/drawing/2014/main" id="{2CF4BB7B-42AC-87E6-0302-CED38983ED34}"/>
                      </a:ext>
                    </a:extLst>
                  </p:cNvPr>
                  <p:cNvSpPr/>
                  <p:nvPr/>
                </p:nvSpPr>
                <p:spPr>
                  <a:xfrm>
                    <a:off x="3280029" y="3665886"/>
                    <a:ext cx="37528" cy="22193"/>
                  </a:xfrm>
                  <a:custGeom>
                    <a:avLst/>
                    <a:gdLst>
                      <a:gd name="csX0" fmla="*/ 0 w 37528"/>
                      <a:gd name="csY0" fmla="*/ 11906 h 22193"/>
                      <a:gd name="csX1" fmla="*/ 17240 w 37528"/>
                      <a:gd name="csY1" fmla="*/ 22193 h 22193"/>
                      <a:gd name="csX2" fmla="*/ 37529 w 37528"/>
                      <a:gd name="csY2" fmla="*/ 10192 h 22193"/>
                      <a:gd name="csX3" fmla="*/ 19907 w 37528"/>
                      <a:gd name="csY3" fmla="*/ 0 h 22193"/>
                      <a:gd name="csX4" fmla="*/ 857 w 37528"/>
                      <a:gd name="csY4" fmla="*/ 11144 h 22193"/>
                      <a:gd name="csX5" fmla="*/ 0 w 37528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528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529" y="10192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857" y="11144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4" name="Freeform: Shape 583">
                    <a:extLst>
                      <a:ext uri="{FF2B5EF4-FFF2-40B4-BE49-F238E27FC236}">
                        <a16:creationId xmlns:a16="http://schemas.microsoft.com/office/drawing/2014/main" id="{2991B70E-85BE-F57D-D9DB-CAA6CDF50E4E}"/>
                      </a:ext>
                    </a:extLst>
                  </p:cNvPr>
                  <p:cNvSpPr/>
                  <p:nvPr/>
                </p:nvSpPr>
                <p:spPr>
                  <a:xfrm>
                    <a:off x="3326606" y="3691985"/>
                    <a:ext cx="37337" cy="22193"/>
                  </a:xfrm>
                  <a:custGeom>
                    <a:avLst/>
                    <a:gdLst>
                      <a:gd name="csX0" fmla="*/ 0 w 37337"/>
                      <a:gd name="csY0" fmla="*/ 12668 h 22193"/>
                      <a:gd name="csX1" fmla="*/ 0 w 37337"/>
                      <a:gd name="csY1" fmla="*/ 12668 h 22193"/>
                      <a:gd name="csX2" fmla="*/ 17050 w 37337"/>
                      <a:gd name="csY2" fmla="*/ 22193 h 22193"/>
                      <a:gd name="csX3" fmla="*/ 37338 w 37337"/>
                      <a:gd name="csY3" fmla="*/ 10192 h 22193"/>
                      <a:gd name="csX4" fmla="*/ 19717 w 37337"/>
                      <a:gd name="csY4" fmla="*/ 0 h 22193"/>
                      <a:gd name="csX5" fmla="*/ 667 w 37337"/>
                      <a:gd name="csY5" fmla="*/ 11144 h 22193"/>
                      <a:gd name="csX6" fmla="*/ 0 w 37337"/>
                      <a:gd name="csY6" fmla="*/ 12668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7337" h="22193">
                        <a:moveTo>
                          <a:pt x="0" y="12668"/>
                        </a:moveTo>
                        <a:lnTo>
                          <a:pt x="0" y="12668"/>
                        </a:lnTo>
                        <a:lnTo>
                          <a:pt x="17050" y="22193"/>
                        </a:lnTo>
                        <a:lnTo>
                          <a:pt x="37338" y="10192"/>
                        </a:lnTo>
                        <a:lnTo>
                          <a:pt x="19717" y="0"/>
                        </a:lnTo>
                        <a:lnTo>
                          <a:pt x="667" y="11144"/>
                        </a:lnTo>
                        <a:cubicBezTo>
                          <a:pt x="667" y="11144"/>
                          <a:pt x="0" y="12478"/>
                          <a:pt x="0" y="12668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5" name="Freeform: Shape 584">
                    <a:extLst>
                      <a:ext uri="{FF2B5EF4-FFF2-40B4-BE49-F238E27FC236}">
                        <a16:creationId xmlns:a16="http://schemas.microsoft.com/office/drawing/2014/main" id="{1FFEDEC2-623D-B51C-1D78-6E97ECA328A7}"/>
                      </a:ext>
                    </a:extLst>
                  </p:cNvPr>
                  <p:cNvSpPr/>
                  <p:nvPr/>
                </p:nvSpPr>
                <p:spPr>
                  <a:xfrm>
                    <a:off x="3424808" y="3749421"/>
                    <a:ext cx="37433" cy="22193"/>
                  </a:xfrm>
                  <a:custGeom>
                    <a:avLst/>
                    <a:gdLst>
                      <a:gd name="csX0" fmla="*/ 0 w 37433"/>
                      <a:gd name="csY0" fmla="*/ 11906 h 22193"/>
                      <a:gd name="csX1" fmla="*/ 17240 w 37433"/>
                      <a:gd name="csY1" fmla="*/ 22193 h 22193"/>
                      <a:gd name="csX2" fmla="*/ 37433 w 37433"/>
                      <a:gd name="csY2" fmla="*/ 10192 h 22193"/>
                      <a:gd name="csX3" fmla="*/ 19812 w 37433"/>
                      <a:gd name="csY3" fmla="*/ 0 h 22193"/>
                      <a:gd name="csX4" fmla="*/ 762 w 37433"/>
                      <a:gd name="csY4" fmla="*/ 11239 h 22193"/>
                      <a:gd name="csX5" fmla="*/ 0 w 37433"/>
                      <a:gd name="csY5" fmla="*/ 11906 h 221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433" h="22193">
                        <a:moveTo>
                          <a:pt x="0" y="11906"/>
                        </a:moveTo>
                        <a:lnTo>
                          <a:pt x="17240" y="22193"/>
                        </a:lnTo>
                        <a:lnTo>
                          <a:pt x="37433" y="10192"/>
                        </a:lnTo>
                        <a:lnTo>
                          <a:pt x="19812" y="0"/>
                        </a:lnTo>
                        <a:lnTo>
                          <a:pt x="762" y="11239"/>
                        </a:lnTo>
                        <a:cubicBezTo>
                          <a:pt x="95" y="11430"/>
                          <a:pt x="0" y="11716"/>
                          <a:pt x="0" y="11906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6" name="Freeform: Shape 585">
                    <a:extLst>
                      <a:ext uri="{FF2B5EF4-FFF2-40B4-BE49-F238E27FC236}">
                        <a16:creationId xmlns:a16="http://schemas.microsoft.com/office/drawing/2014/main" id="{669B7A4C-3E5F-98B4-638E-1066C4EB9FEA}"/>
                      </a:ext>
                    </a:extLst>
                  </p:cNvPr>
                  <p:cNvSpPr/>
                  <p:nvPr/>
                </p:nvSpPr>
                <p:spPr>
                  <a:xfrm>
                    <a:off x="3529488" y="3807618"/>
                    <a:ext cx="27812" cy="16668"/>
                  </a:xfrm>
                  <a:custGeom>
                    <a:avLst/>
                    <a:gdLst>
                      <a:gd name="csX0" fmla="*/ 0 w 27812"/>
                      <a:gd name="csY0" fmla="*/ 6382 h 16668"/>
                      <a:gd name="csX1" fmla="*/ 17240 w 27812"/>
                      <a:gd name="csY1" fmla="*/ 16669 h 16668"/>
                      <a:gd name="csX2" fmla="*/ 27813 w 27812"/>
                      <a:gd name="csY2" fmla="*/ 10096 h 16668"/>
                      <a:gd name="csX3" fmla="*/ 10192 w 27812"/>
                      <a:gd name="csY3" fmla="*/ 0 h 16668"/>
                      <a:gd name="csX4" fmla="*/ 667 w 27812"/>
                      <a:gd name="csY4" fmla="*/ 5715 h 16668"/>
                      <a:gd name="csX5" fmla="*/ 0 w 27812"/>
                      <a:gd name="csY5" fmla="*/ 6382 h 166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7812" h="16668">
                        <a:moveTo>
                          <a:pt x="0" y="6382"/>
                        </a:moveTo>
                        <a:lnTo>
                          <a:pt x="17240" y="16669"/>
                        </a:lnTo>
                        <a:lnTo>
                          <a:pt x="27813" y="10096"/>
                        </a:lnTo>
                        <a:lnTo>
                          <a:pt x="10192" y="0"/>
                        </a:lnTo>
                        <a:lnTo>
                          <a:pt x="667" y="5715"/>
                        </a:lnTo>
                        <a:cubicBezTo>
                          <a:pt x="667" y="5715"/>
                          <a:pt x="0" y="6096"/>
                          <a:pt x="0" y="6382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7" name="Freeform: Shape 586">
                    <a:extLst>
                      <a:ext uri="{FF2B5EF4-FFF2-40B4-BE49-F238E27FC236}">
                        <a16:creationId xmlns:a16="http://schemas.microsoft.com/office/drawing/2014/main" id="{82EC9676-01DF-B346-CEB6-5623A839469D}"/>
                      </a:ext>
                    </a:extLst>
                  </p:cNvPr>
                  <p:cNvSpPr/>
                  <p:nvPr/>
                </p:nvSpPr>
                <p:spPr>
                  <a:xfrm>
                    <a:off x="3490817" y="3824477"/>
                    <a:ext cx="37528" cy="22098"/>
                  </a:xfrm>
                  <a:custGeom>
                    <a:avLst/>
                    <a:gdLst>
                      <a:gd name="csX0" fmla="*/ 0 w 37528"/>
                      <a:gd name="csY0" fmla="*/ 11811 h 22098"/>
                      <a:gd name="csX1" fmla="*/ 17240 w 37528"/>
                      <a:gd name="csY1" fmla="*/ 22098 h 22098"/>
                      <a:gd name="csX2" fmla="*/ 37528 w 37528"/>
                      <a:gd name="csY2" fmla="*/ 10096 h 22098"/>
                      <a:gd name="csX3" fmla="*/ 19907 w 37528"/>
                      <a:gd name="csY3" fmla="*/ 0 h 22098"/>
                      <a:gd name="csX4" fmla="*/ 857 w 37528"/>
                      <a:gd name="csY4" fmla="*/ 11144 h 22098"/>
                      <a:gd name="csX5" fmla="*/ 0 w 37528"/>
                      <a:gd name="csY5" fmla="*/ 11811 h 22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37528" h="22098">
                        <a:moveTo>
                          <a:pt x="0" y="11811"/>
                        </a:moveTo>
                        <a:lnTo>
                          <a:pt x="17240" y="22098"/>
                        </a:lnTo>
                        <a:lnTo>
                          <a:pt x="37528" y="10096"/>
                        </a:lnTo>
                        <a:lnTo>
                          <a:pt x="19907" y="0"/>
                        </a:lnTo>
                        <a:lnTo>
                          <a:pt x="857" y="11144"/>
                        </a:lnTo>
                        <a:cubicBezTo>
                          <a:pt x="95" y="11430"/>
                          <a:pt x="0" y="11716"/>
                          <a:pt x="0" y="11811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8" name="Freeform: Shape 587">
                    <a:extLst>
                      <a:ext uri="{FF2B5EF4-FFF2-40B4-BE49-F238E27FC236}">
                        <a16:creationId xmlns:a16="http://schemas.microsoft.com/office/drawing/2014/main" id="{F6B4BA8C-124E-30FE-7A3C-D81DEC37ABA0}"/>
                      </a:ext>
                    </a:extLst>
                  </p:cNvPr>
                  <p:cNvSpPr/>
                  <p:nvPr/>
                </p:nvSpPr>
                <p:spPr>
                  <a:xfrm>
                    <a:off x="3459205" y="3766566"/>
                    <a:ext cx="28182" cy="16668"/>
                  </a:xfrm>
                  <a:custGeom>
                    <a:avLst/>
                    <a:gdLst>
                      <a:gd name="csX0" fmla="*/ 560 w 28182"/>
                      <a:gd name="csY0" fmla="*/ 7144 h 16668"/>
                      <a:gd name="csX1" fmla="*/ 560 w 28182"/>
                      <a:gd name="csY1" fmla="*/ 7144 h 16668"/>
                      <a:gd name="csX2" fmla="*/ 17610 w 28182"/>
                      <a:gd name="csY2" fmla="*/ 16669 h 16668"/>
                      <a:gd name="csX3" fmla="*/ 28183 w 28182"/>
                      <a:gd name="csY3" fmla="*/ 10096 h 16668"/>
                      <a:gd name="csX4" fmla="*/ 10562 w 28182"/>
                      <a:gd name="csY4" fmla="*/ 0 h 16668"/>
                      <a:gd name="csX5" fmla="*/ 1037 w 28182"/>
                      <a:gd name="csY5" fmla="*/ 5620 h 16668"/>
                      <a:gd name="csX6" fmla="*/ 37 w 28182"/>
                      <a:gd name="csY6" fmla="*/ 6144 h 16668"/>
                      <a:gd name="csX7" fmla="*/ 560 w 28182"/>
                      <a:gd name="csY7" fmla="*/ 7144 h 166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28182" h="16668">
                        <a:moveTo>
                          <a:pt x="560" y="7144"/>
                        </a:moveTo>
                        <a:lnTo>
                          <a:pt x="560" y="7144"/>
                        </a:lnTo>
                        <a:lnTo>
                          <a:pt x="17610" y="16669"/>
                        </a:lnTo>
                        <a:lnTo>
                          <a:pt x="28183" y="10096"/>
                        </a:lnTo>
                        <a:lnTo>
                          <a:pt x="10562" y="0"/>
                        </a:lnTo>
                        <a:lnTo>
                          <a:pt x="1037" y="5620"/>
                        </a:lnTo>
                        <a:cubicBezTo>
                          <a:pt x="616" y="5488"/>
                          <a:pt x="168" y="5723"/>
                          <a:pt x="37" y="6144"/>
                        </a:cubicBezTo>
                        <a:cubicBezTo>
                          <a:pt x="-95" y="6564"/>
                          <a:pt x="140" y="7012"/>
                          <a:pt x="560" y="7144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9" name="Freeform: Shape 588">
                    <a:extLst>
                      <a:ext uri="{FF2B5EF4-FFF2-40B4-BE49-F238E27FC236}">
                        <a16:creationId xmlns:a16="http://schemas.microsoft.com/office/drawing/2014/main" id="{3CAF3884-F636-E472-4D0E-8612F4BF5E0C}"/>
                      </a:ext>
                    </a:extLst>
                  </p:cNvPr>
                  <p:cNvSpPr/>
                  <p:nvPr/>
                </p:nvSpPr>
                <p:spPr>
                  <a:xfrm>
                    <a:off x="3482861" y="3779996"/>
                    <a:ext cx="27768" cy="16668"/>
                  </a:xfrm>
                  <a:custGeom>
                    <a:avLst/>
                    <a:gdLst>
                      <a:gd name="csX0" fmla="*/ 146 w 27768"/>
                      <a:gd name="csY0" fmla="*/ 7144 h 16668"/>
                      <a:gd name="csX1" fmla="*/ 146 w 27768"/>
                      <a:gd name="csY1" fmla="*/ 7144 h 16668"/>
                      <a:gd name="csX2" fmla="*/ 17195 w 27768"/>
                      <a:gd name="csY2" fmla="*/ 16669 h 16668"/>
                      <a:gd name="csX3" fmla="*/ 27768 w 27768"/>
                      <a:gd name="csY3" fmla="*/ 10096 h 16668"/>
                      <a:gd name="csX4" fmla="*/ 10242 w 27768"/>
                      <a:gd name="csY4" fmla="*/ 0 h 16668"/>
                      <a:gd name="csX5" fmla="*/ 717 w 27768"/>
                      <a:gd name="csY5" fmla="*/ 5715 h 16668"/>
                      <a:gd name="csX6" fmla="*/ 30 w 27768"/>
                      <a:gd name="csY6" fmla="*/ 6873 h 16668"/>
                      <a:gd name="csX7" fmla="*/ 146 w 27768"/>
                      <a:gd name="csY7" fmla="*/ 7144 h 166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27768" h="16668">
                        <a:moveTo>
                          <a:pt x="146" y="7144"/>
                        </a:moveTo>
                        <a:lnTo>
                          <a:pt x="146" y="7144"/>
                        </a:lnTo>
                        <a:lnTo>
                          <a:pt x="17195" y="16669"/>
                        </a:lnTo>
                        <a:lnTo>
                          <a:pt x="27768" y="10096"/>
                        </a:lnTo>
                        <a:lnTo>
                          <a:pt x="10242" y="0"/>
                        </a:lnTo>
                        <a:lnTo>
                          <a:pt x="717" y="5715"/>
                        </a:lnTo>
                        <a:cubicBezTo>
                          <a:pt x="207" y="5845"/>
                          <a:pt x="-100" y="6364"/>
                          <a:pt x="30" y="6873"/>
                        </a:cubicBezTo>
                        <a:cubicBezTo>
                          <a:pt x="54" y="6969"/>
                          <a:pt x="93" y="7060"/>
                          <a:pt x="146" y="7144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90" name="Freeform: Shape 589">
                    <a:extLst>
                      <a:ext uri="{FF2B5EF4-FFF2-40B4-BE49-F238E27FC236}">
                        <a16:creationId xmlns:a16="http://schemas.microsoft.com/office/drawing/2014/main" id="{7C5C4B3D-75FA-57FA-4F75-C18BB19EB653}"/>
                      </a:ext>
                    </a:extLst>
                  </p:cNvPr>
                  <p:cNvSpPr/>
                  <p:nvPr/>
                </p:nvSpPr>
                <p:spPr>
                  <a:xfrm>
                    <a:off x="3506247" y="3794093"/>
                    <a:ext cx="27812" cy="16668"/>
                  </a:xfrm>
                  <a:custGeom>
                    <a:avLst/>
                    <a:gdLst>
                      <a:gd name="csX0" fmla="*/ 0 w 27812"/>
                      <a:gd name="csY0" fmla="*/ 6382 h 16668"/>
                      <a:gd name="csX1" fmla="*/ 17240 w 27812"/>
                      <a:gd name="csY1" fmla="*/ 16669 h 16668"/>
                      <a:gd name="csX2" fmla="*/ 27813 w 27812"/>
                      <a:gd name="csY2" fmla="*/ 10097 h 16668"/>
                      <a:gd name="csX3" fmla="*/ 10192 w 27812"/>
                      <a:gd name="csY3" fmla="*/ 0 h 16668"/>
                      <a:gd name="csX4" fmla="*/ 667 w 27812"/>
                      <a:gd name="csY4" fmla="*/ 5715 h 16668"/>
                      <a:gd name="csX5" fmla="*/ 0 w 27812"/>
                      <a:gd name="csY5" fmla="*/ 6382 h 166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27812" h="16668">
                        <a:moveTo>
                          <a:pt x="0" y="6382"/>
                        </a:moveTo>
                        <a:lnTo>
                          <a:pt x="17240" y="16669"/>
                        </a:lnTo>
                        <a:lnTo>
                          <a:pt x="27813" y="10097"/>
                        </a:lnTo>
                        <a:lnTo>
                          <a:pt x="10192" y="0"/>
                        </a:lnTo>
                        <a:lnTo>
                          <a:pt x="667" y="5715"/>
                        </a:lnTo>
                        <a:cubicBezTo>
                          <a:pt x="667" y="5715"/>
                          <a:pt x="0" y="6382"/>
                          <a:pt x="0" y="6382"/>
                        </a:cubicBezTo>
                        <a:close/>
                      </a:path>
                    </a:pathLst>
                  </a:custGeom>
                  <a:solidFill>
                    <a:srgbClr val="37474F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</p:grpSp>
        </p:grpSp>
        <p:grpSp>
          <p:nvGrpSpPr>
            <p:cNvPr id="591" name="Graphic 5">
              <a:extLst>
                <a:ext uri="{FF2B5EF4-FFF2-40B4-BE49-F238E27FC236}">
                  <a16:creationId xmlns:a16="http://schemas.microsoft.com/office/drawing/2014/main" id="{CA0BAB19-9E69-4D11-C0EF-4DED8A94480B}"/>
                </a:ext>
              </a:extLst>
            </p:cNvPr>
            <p:cNvGrpSpPr/>
            <p:nvPr/>
          </p:nvGrpSpPr>
          <p:grpSpPr>
            <a:xfrm>
              <a:off x="6077365" y="3005145"/>
              <a:ext cx="417887" cy="985265"/>
              <a:chOff x="6077365" y="3005145"/>
              <a:chExt cx="417887" cy="985265"/>
            </a:xfrm>
          </p:grpSpPr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D870791C-43E4-5961-6977-C751566345D5}"/>
                  </a:ext>
                </a:extLst>
              </p:cNvPr>
              <p:cNvSpPr/>
              <p:nvPr/>
            </p:nvSpPr>
            <p:spPr>
              <a:xfrm>
                <a:off x="6383094" y="3827716"/>
                <a:ext cx="78232" cy="79124"/>
              </a:xfrm>
              <a:custGeom>
                <a:avLst/>
                <a:gdLst>
                  <a:gd name="csX0" fmla="*/ 655 w 78232"/>
                  <a:gd name="csY0" fmla="*/ 0 h 79124"/>
                  <a:gd name="csX1" fmla="*/ 1894 w 78232"/>
                  <a:gd name="csY1" fmla="*/ 20669 h 79124"/>
                  <a:gd name="csX2" fmla="*/ 18562 w 78232"/>
                  <a:gd name="csY2" fmla="*/ 40767 h 79124"/>
                  <a:gd name="csX3" fmla="*/ 32469 w 78232"/>
                  <a:gd name="csY3" fmla="*/ 57626 h 79124"/>
                  <a:gd name="csX4" fmla="*/ 46947 w 78232"/>
                  <a:gd name="csY4" fmla="*/ 75724 h 79124"/>
                  <a:gd name="csX5" fmla="*/ 70378 w 78232"/>
                  <a:gd name="csY5" fmla="*/ 77438 h 79124"/>
                  <a:gd name="csX6" fmla="*/ 78189 w 78232"/>
                  <a:gd name="csY6" fmla="*/ 62675 h 79124"/>
                  <a:gd name="csX7" fmla="*/ 48090 w 78232"/>
                  <a:gd name="csY7" fmla="*/ 49530 h 79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8232" h="79124">
                    <a:moveTo>
                      <a:pt x="655" y="0"/>
                    </a:moveTo>
                    <a:cubicBezTo>
                      <a:pt x="-528" y="6893"/>
                      <a:pt x="-104" y="13967"/>
                      <a:pt x="1894" y="20669"/>
                    </a:cubicBezTo>
                    <a:cubicBezTo>
                      <a:pt x="5406" y="28829"/>
                      <a:pt x="11193" y="35806"/>
                      <a:pt x="18562" y="40767"/>
                    </a:cubicBezTo>
                    <a:cubicBezTo>
                      <a:pt x="23928" y="45742"/>
                      <a:pt x="28605" y="51412"/>
                      <a:pt x="32469" y="57626"/>
                    </a:cubicBezTo>
                    <a:cubicBezTo>
                      <a:pt x="36278" y="64407"/>
                      <a:pt x="41168" y="70520"/>
                      <a:pt x="46947" y="75724"/>
                    </a:cubicBezTo>
                    <a:cubicBezTo>
                      <a:pt x="54171" y="79557"/>
                      <a:pt x="62673" y="80179"/>
                      <a:pt x="70378" y="77438"/>
                    </a:cubicBezTo>
                    <a:cubicBezTo>
                      <a:pt x="76475" y="74867"/>
                      <a:pt x="78570" y="72485"/>
                      <a:pt x="78189" y="62675"/>
                    </a:cubicBezTo>
                    <a:cubicBezTo>
                      <a:pt x="77808" y="52864"/>
                      <a:pt x="48090" y="49530"/>
                      <a:pt x="48090" y="49530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BBCBFEFA-BE1B-9177-97D0-6F20AB0D61B1}"/>
                  </a:ext>
                </a:extLst>
              </p:cNvPr>
              <p:cNvSpPr/>
              <p:nvPr/>
            </p:nvSpPr>
            <p:spPr>
              <a:xfrm>
                <a:off x="6385266" y="3816061"/>
                <a:ext cx="76740" cy="84714"/>
              </a:xfrm>
              <a:custGeom>
                <a:avLst/>
                <a:gdLst>
                  <a:gd name="csX0" fmla="*/ 72683 w 76740"/>
                  <a:gd name="csY0" fmla="*/ 45088 h 84714"/>
                  <a:gd name="csX1" fmla="*/ 76207 w 76740"/>
                  <a:gd name="csY1" fmla="*/ 60518 h 84714"/>
                  <a:gd name="csX2" fmla="*/ 69540 w 76740"/>
                  <a:gd name="csY2" fmla="*/ 82998 h 84714"/>
                  <a:gd name="csX3" fmla="*/ 43061 w 76740"/>
                  <a:gd name="csY3" fmla="*/ 77378 h 84714"/>
                  <a:gd name="csX4" fmla="*/ 21915 w 76740"/>
                  <a:gd name="csY4" fmla="*/ 50898 h 84714"/>
                  <a:gd name="csX5" fmla="*/ 960 w 76740"/>
                  <a:gd name="csY5" fmla="*/ 20609 h 84714"/>
                  <a:gd name="csX6" fmla="*/ 8294 w 76740"/>
                  <a:gd name="csY6" fmla="*/ 892 h 84714"/>
                  <a:gd name="csX7" fmla="*/ 44394 w 76740"/>
                  <a:gd name="csY7" fmla="*/ 13656 h 84714"/>
                  <a:gd name="csX8" fmla="*/ 72683 w 76740"/>
                  <a:gd name="csY8" fmla="*/ 45088 h 84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6740" h="84714">
                    <a:moveTo>
                      <a:pt x="72683" y="45088"/>
                    </a:moveTo>
                    <a:cubicBezTo>
                      <a:pt x="75160" y="46041"/>
                      <a:pt x="75826" y="50898"/>
                      <a:pt x="76207" y="60518"/>
                    </a:cubicBezTo>
                    <a:cubicBezTo>
                      <a:pt x="76207" y="67758"/>
                      <a:pt x="79541" y="78426"/>
                      <a:pt x="69540" y="82998"/>
                    </a:cubicBezTo>
                    <a:cubicBezTo>
                      <a:pt x="60387" y="86619"/>
                      <a:pt x="49954" y="84405"/>
                      <a:pt x="43061" y="77378"/>
                    </a:cubicBezTo>
                    <a:cubicBezTo>
                      <a:pt x="36479" y="68188"/>
                      <a:pt x="29421" y="59350"/>
                      <a:pt x="21915" y="50898"/>
                    </a:cubicBezTo>
                    <a:cubicBezTo>
                      <a:pt x="13533" y="41373"/>
                      <a:pt x="4675" y="38801"/>
                      <a:pt x="960" y="20609"/>
                    </a:cubicBezTo>
                    <a:cubicBezTo>
                      <a:pt x="-1421" y="8988"/>
                      <a:pt x="484" y="4226"/>
                      <a:pt x="8294" y="892"/>
                    </a:cubicBezTo>
                    <a:cubicBezTo>
                      <a:pt x="19057" y="-3775"/>
                      <a:pt x="36012" y="11274"/>
                      <a:pt x="44394" y="13656"/>
                    </a:cubicBezTo>
                    <a:cubicBezTo>
                      <a:pt x="52776" y="16037"/>
                      <a:pt x="69635" y="44135"/>
                      <a:pt x="72683" y="4508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0DDF814-9F99-85CC-9104-D7A29F9C71C9}"/>
                  </a:ext>
                </a:extLst>
              </p:cNvPr>
              <p:cNvSpPr/>
              <p:nvPr/>
            </p:nvSpPr>
            <p:spPr>
              <a:xfrm>
                <a:off x="6404334" y="3829145"/>
                <a:ext cx="29231" cy="19488"/>
              </a:xfrm>
              <a:custGeom>
                <a:avLst/>
                <a:gdLst>
                  <a:gd name="csX0" fmla="*/ 25040 w 29231"/>
                  <a:gd name="csY0" fmla="*/ 571 h 19488"/>
                  <a:gd name="csX1" fmla="*/ 23611 w 29231"/>
                  <a:gd name="csY1" fmla="*/ 0 h 19488"/>
                  <a:gd name="csX2" fmla="*/ 275 w 29231"/>
                  <a:gd name="csY2" fmla="*/ 15335 h 19488"/>
                  <a:gd name="csX3" fmla="*/ 5895 w 29231"/>
                  <a:gd name="csY3" fmla="*/ 18479 h 19488"/>
                  <a:gd name="csX4" fmla="*/ 29231 w 29231"/>
                  <a:gd name="csY4" fmla="*/ 3334 h 19488"/>
                  <a:gd name="csX5" fmla="*/ 25040 w 29231"/>
                  <a:gd name="csY5" fmla="*/ 571 h 19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9231" h="19488">
                    <a:moveTo>
                      <a:pt x="25040" y="571"/>
                    </a:moveTo>
                    <a:lnTo>
                      <a:pt x="23611" y="0"/>
                    </a:lnTo>
                    <a:cubicBezTo>
                      <a:pt x="13695" y="704"/>
                      <a:pt x="4856" y="6512"/>
                      <a:pt x="275" y="15335"/>
                    </a:cubicBezTo>
                    <a:cubicBezTo>
                      <a:pt x="-1154" y="18479"/>
                      <a:pt x="3323" y="20955"/>
                      <a:pt x="5895" y="18479"/>
                    </a:cubicBezTo>
                    <a:cubicBezTo>
                      <a:pt x="10684" y="9876"/>
                      <a:pt x="19424" y="4205"/>
                      <a:pt x="29231" y="3334"/>
                    </a:cubicBezTo>
                    <a:cubicBezTo>
                      <a:pt x="28045" y="2128"/>
                      <a:pt x="26616" y="1187"/>
                      <a:pt x="25040" y="57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C1DAEB1A-4C13-F050-0E74-76933DB704EE}"/>
                  </a:ext>
                </a:extLst>
              </p:cNvPr>
              <p:cNvSpPr/>
              <p:nvPr/>
            </p:nvSpPr>
            <p:spPr>
              <a:xfrm>
                <a:off x="6414236" y="3835146"/>
                <a:ext cx="24949" cy="19390"/>
              </a:xfrm>
              <a:custGeom>
                <a:avLst/>
                <a:gdLst>
                  <a:gd name="csX0" fmla="*/ 21901 w 24949"/>
                  <a:gd name="csY0" fmla="*/ 0 h 19390"/>
                  <a:gd name="csX1" fmla="*/ 279 w 24949"/>
                  <a:gd name="csY1" fmla="*/ 15145 h 19390"/>
                  <a:gd name="csX2" fmla="*/ 5899 w 24949"/>
                  <a:gd name="csY2" fmla="*/ 18383 h 19390"/>
                  <a:gd name="csX3" fmla="*/ 24949 w 24949"/>
                  <a:gd name="csY3" fmla="*/ 3810 h 19390"/>
                  <a:gd name="csX4" fmla="*/ 21901 w 24949"/>
                  <a:gd name="csY4" fmla="*/ 0 h 193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949" h="19390">
                    <a:moveTo>
                      <a:pt x="21901" y="0"/>
                    </a:moveTo>
                    <a:cubicBezTo>
                      <a:pt x="12598" y="1072"/>
                      <a:pt x="4466" y="6768"/>
                      <a:pt x="279" y="15145"/>
                    </a:cubicBezTo>
                    <a:cubicBezTo>
                      <a:pt x="-1149" y="18383"/>
                      <a:pt x="3232" y="20859"/>
                      <a:pt x="5899" y="18383"/>
                    </a:cubicBezTo>
                    <a:cubicBezTo>
                      <a:pt x="9804" y="10966"/>
                      <a:pt x="16769" y="5639"/>
                      <a:pt x="24949" y="3810"/>
                    </a:cubicBezTo>
                    <a:cubicBezTo>
                      <a:pt x="24663" y="2476"/>
                      <a:pt x="23044" y="1143"/>
                      <a:pt x="2190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59F56DA-E8DA-90B6-1EF9-31E8458E107A}"/>
                  </a:ext>
                </a:extLst>
              </p:cNvPr>
              <p:cNvSpPr/>
              <p:nvPr/>
            </p:nvSpPr>
            <p:spPr>
              <a:xfrm>
                <a:off x="6383488" y="3814255"/>
                <a:ext cx="38838" cy="35844"/>
              </a:xfrm>
              <a:custGeom>
                <a:avLst/>
                <a:gdLst>
                  <a:gd name="csX0" fmla="*/ 7215 w 38838"/>
                  <a:gd name="csY0" fmla="*/ 35844 h 35844"/>
                  <a:gd name="csX1" fmla="*/ 37219 w 38838"/>
                  <a:gd name="csY1" fmla="*/ 11270 h 35844"/>
                  <a:gd name="csX2" fmla="*/ 38838 w 38838"/>
                  <a:gd name="csY2" fmla="*/ 12223 h 35844"/>
                  <a:gd name="csX3" fmla="*/ 24551 w 38838"/>
                  <a:gd name="csY3" fmla="*/ 1173 h 35844"/>
                  <a:gd name="csX4" fmla="*/ 2072 w 38838"/>
                  <a:gd name="csY4" fmla="*/ 7650 h 35844"/>
                  <a:gd name="csX5" fmla="*/ 7215 w 38838"/>
                  <a:gd name="csY5" fmla="*/ 35844 h 35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8838" h="35844">
                    <a:moveTo>
                      <a:pt x="7215" y="35844"/>
                    </a:moveTo>
                    <a:cubicBezTo>
                      <a:pt x="7215" y="35844"/>
                      <a:pt x="8072" y="14318"/>
                      <a:pt x="37219" y="11270"/>
                    </a:cubicBezTo>
                    <a:lnTo>
                      <a:pt x="38838" y="12223"/>
                    </a:lnTo>
                    <a:cubicBezTo>
                      <a:pt x="35581" y="6921"/>
                      <a:pt x="30500" y="2992"/>
                      <a:pt x="24551" y="1173"/>
                    </a:cubicBezTo>
                    <a:cubicBezTo>
                      <a:pt x="16444" y="-1731"/>
                      <a:pt x="7389" y="878"/>
                      <a:pt x="2072" y="7650"/>
                    </a:cubicBezTo>
                    <a:cubicBezTo>
                      <a:pt x="-2977" y="14223"/>
                      <a:pt x="2167" y="31653"/>
                      <a:pt x="7215" y="35844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C070623F-38C3-E712-167D-10283FE89D04}"/>
                  </a:ext>
                </a:extLst>
              </p:cNvPr>
              <p:cNvSpPr/>
              <p:nvPr/>
            </p:nvSpPr>
            <p:spPr>
              <a:xfrm>
                <a:off x="6426041" y="3845623"/>
                <a:ext cx="31908" cy="23066"/>
              </a:xfrm>
              <a:custGeom>
                <a:avLst/>
                <a:gdLst>
                  <a:gd name="csX0" fmla="*/ 31909 w 31908"/>
                  <a:gd name="csY0" fmla="*/ 0 h 23066"/>
                  <a:gd name="csX1" fmla="*/ 31909 w 31908"/>
                  <a:gd name="csY1" fmla="*/ 18479 h 23066"/>
                  <a:gd name="csX2" fmla="*/ 2096 w 31908"/>
                  <a:gd name="csY2" fmla="*/ 19240 h 23066"/>
                  <a:gd name="csX3" fmla="*/ 0 w 31908"/>
                  <a:gd name="csY3" fmla="*/ 191 h 23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908" h="23066">
                    <a:moveTo>
                      <a:pt x="31909" y="0"/>
                    </a:moveTo>
                    <a:lnTo>
                      <a:pt x="31909" y="18479"/>
                    </a:lnTo>
                    <a:cubicBezTo>
                      <a:pt x="22902" y="24310"/>
                      <a:pt x="11388" y="24604"/>
                      <a:pt x="2096" y="19240"/>
                    </a:cubicBezTo>
                    <a:cubicBezTo>
                      <a:pt x="1524" y="18098"/>
                      <a:pt x="0" y="191"/>
                      <a:pt x="0" y="191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2A8CCC35-9122-4D8C-B8F1-A7C2510514C5}"/>
                  </a:ext>
                </a:extLst>
              </p:cNvPr>
              <p:cNvSpPr/>
              <p:nvPr/>
            </p:nvSpPr>
            <p:spPr>
              <a:xfrm>
                <a:off x="6230799" y="3954684"/>
                <a:ext cx="128662" cy="35726"/>
              </a:xfrm>
              <a:custGeom>
                <a:avLst/>
                <a:gdLst>
                  <a:gd name="csX0" fmla="*/ 456 w 128662"/>
                  <a:gd name="csY0" fmla="*/ 11144 h 35726"/>
                  <a:gd name="csX1" fmla="*/ 12267 w 128662"/>
                  <a:gd name="csY1" fmla="*/ 29623 h 35726"/>
                  <a:gd name="csX2" fmla="*/ 56653 w 128662"/>
                  <a:gd name="csY2" fmla="*/ 32766 h 35726"/>
                  <a:gd name="csX3" fmla="*/ 89514 w 128662"/>
                  <a:gd name="csY3" fmla="*/ 18288 h 35726"/>
                  <a:gd name="csX4" fmla="*/ 121709 w 128662"/>
                  <a:gd name="csY4" fmla="*/ 14288 h 35726"/>
                  <a:gd name="csX5" fmla="*/ 128662 w 128662"/>
                  <a:gd name="csY5" fmla="*/ 0 h 357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8662" h="35726">
                    <a:moveTo>
                      <a:pt x="456" y="11144"/>
                    </a:moveTo>
                    <a:cubicBezTo>
                      <a:pt x="-1259" y="19336"/>
                      <a:pt x="1694" y="23622"/>
                      <a:pt x="12267" y="29623"/>
                    </a:cubicBezTo>
                    <a:cubicBezTo>
                      <a:pt x="26070" y="36478"/>
                      <a:pt x="42021" y="37608"/>
                      <a:pt x="56653" y="32766"/>
                    </a:cubicBezTo>
                    <a:cubicBezTo>
                      <a:pt x="73989" y="27718"/>
                      <a:pt x="82275" y="20098"/>
                      <a:pt x="89514" y="18288"/>
                    </a:cubicBezTo>
                    <a:cubicBezTo>
                      <a:pt x="96753" y="16478"/>
                      <a:pt x="114565" y="16383"/>
                      <a:pt x="121709" y="14288"/>
                    </a:cubicBezTo>
                    <a:cubicBezTo>
                      <a:pt x="128852" y="12192"/>
                      <a:pt x="128662" y="8572"/>
                      <a:pt x="128662" y="0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71F51AD4-134C-8E57-28BF-70E86553E288}"/>
                  </a:ext>
                </a:extLst>
              </p:cNvPr>
              <p:cNvSpPr/>
              <p:nvPr/>
            </p:nvSpPr>
            <p:spPr>
              <a:xfrm>
                <a:off x="6231520" y="3913346"/>
                <a:ext cx="128140" cy="70149"/>
              </a:xfrm>
              <a:custGeom>
                <a:avLst/>
                <a:gdLst>
                  <a:gd name="csX0" fmla="*/ 120988 w 128140"/>
                  <a:gd name="csY0" fmla="*/ 0 h 70149"/>
                  <a:gd name="csX1" fmla="*/ 126131 w 128140"/>
                  <a:gd name="csY1" fmla="*/ 19050 h 70149"/>
                  <a:gd name="csX2" fmla="*/ 127179 w 128140"/>
                  <a:gd name="csY2" fmla="*/ 43434 h 70149"/>
                  <a:gd name="csX3" fmla="*/ 99842 w 128140"/>
                  <a:gd name="csY3" fmla="*/ 52197 h 70149"/>
                  <a:gd name="csX4" fmla="*/ 64314 w 128140"/>
                  <a:gd name="csY4" fmla="*/ 64579 h 70149"/>
                  <a:gd name="csX5" fmla="*/ 30500 w 128140"/>
                  <a:gd name="csY5" fmla="*/ 69246 h 70149"/>
                  <a:gd name="csX6" fmla="*/ 878 w 128140"/>
                  <a:gd name="csY6" fmla="*/ 54292 h 70149"/>
                  <a:gd name="csX7" fmla="*/ 29453 w 128140"/>
                  <a:gd name="csY7" fmla="*/ 31051 h 70149"/>
                  <a:gd name="csX8" fmla="*/ 81554 w 128140"/>
                  <a:gd name="csY8" fmla="*/ 571 h 701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140" h="70149">
                    <a:moveTo>
                      <a:pt x="120988" y="0"/>
                    </a:moveTo>
                    <a:cubicBezTo>
                      <a:pt x="120988" y="0"/>
                      <a:pt x="124321" y="10287"/>
                      <a:pt x="126131" y="19050"/>
                    </a:cubicBezTo>
                    <a:cubicBezTo>
                      <a:pt x="128392" y="26983"/>
                      <a:pt x="128751" y="35337"/>
                      <a:pt x="127179" y="43434"/>
                    </a:cubicBezTo>
                    <a:cubicBezTo>
                      <a:pt x="124703" y="48863"/>
                      <a:pt x="114892" y="52292"/>
                      <a:pt x="99842" y="52197"/>
                    </a:cubicBezTo>
                    <a:cubicBezTo>
                      <a:pt x="87251" y="53741"/>
                      <a:pt x="75137" y="57963"/>
                      <a:pt x="64314" y="64579"/>
                    </a:cubicBezTo>
                    <a:cubicBezTo>
                      <a:pt x="53837" y="69730"/>
                      <a:pt x="41980" y="71367"/>
                      <a:pt x="30500" y="69246"/>
                    </a:cubicBezTo>
                    <a:cubicBezTo>
                      <a:pt x="16975" y="67723"/>
                      <a:pt x="3068" y="59722"/>
                      <a:pt x="878" y="54292"/>
                    </a:cubicBezTo>
                    <a:cubicBezTo>
                      <a:pt x="-1313" y="48863"/>
                      <a:pt x="-1789" y="44767"/>
                      <a:pt x="29453" y="31051"/>
                    </a:cubicBezTo>
                    <a:cubicBezTo>
                      <a:pt x="29453" y="31051"/>
                      <a:pt x="66219" y="17526"/>
                      <a:pt x="81554" y="571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51830FAD-049E-D391-15A8-816D09338E6C}"/>
                  </a:ext>
                </a:extLst>
              </p:cNvPr>
              <p:cNvSpPr/>
              <p:nvPr/>
            </p:nvSpPr>
            <p:spPr>
              <a:xfrm>
                <a:off x="6231098" y="3943430"/>
                <a:ext cx="60449" cy="41659"/>
              </a:xfrm>
              <a:custGeom>
                <a:avLst/>
                <a:gdLst>
                  <a:gd name="csX0" fmla="*/ 60450 w 60449"/>
                  <a:gd name="csY0" fmla="*/ 36781 h 41659"/>
                  <a:gd name="csX1" fmla="*/ 35590 w 60449"/>
                  <a:gd name="csY1" fmla="*/ 1824 h 41659"/>
                  <a:gd name="csX2" fmla="*/ 157 w 60449"/>
                  <a:gd name="csY2" fmla="*/ 22398 h 41659"/>
                  <a:gd name="csX3" fmla="*/ 60450 w 60449"/>
                  <a:gd name="csY3" fmla="*/ 36781 h 416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449" h="41659">
                    <a:moveTo>
                      <a:pt x="60450" y="36781"/>
                    </a:moveTo>
                    <a:cubicBezTo>
                      <a:pt x="60450" y="36781"/>
                      <a:pt x="57688" y="9540"/>
                      <a:pt x="35590" y="1824"/>
                    </a:cubicBezTo>
                    <a:cubicBezTo>
                      <a:pt x="15587" y="-5224"/>
                      <a:pt x="-1844" y="9540"/>
                      <a:pt x="157" y="22398"/>
                    </a:cubicBezTo>
                    <a:cubicBezTo>
                      <a:pt x="1395" y="31066"/>
                      <a:pt x="25779" y="50783"/>
                      <a:pt x="60450" y="3678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7693E057-C87D-FE19-54F0-035F55F0D46A}"/>
                  </a:ext>
                </a:extLst>
              </p:cNvPr>
              <p:cNvSpPr/>
              <p:nvPr/>
            </p:nvSpPr>
            <p:spPr>
              <a:xfrm>
                <a:off x="6272307" y="3936349"/>
                <a:ext cx="27484" cy="20544"/>
              </a:xfrm>
              <a:custGeom>
                <a:avLst/>
                <a:gdLst>
                  <a:gd name="csX0" fmla="*/ 0 w 27484"/>
                  <a:gd name="csY0" fmla="*/ 3762 h 20544"/>
                  <a:gd name="csX1" fmla="*/ 15145 w 27484"/>
                  <a:gd name="csY1" fmla="*/ 10430 h 20544"/>
                  <a:gd name="csX2" fmla="*/ 21622 w 27484"/>
                  <a:gd name="csY2" fmla="*/ 19383 h 20544"/>
                  <a:gd name="csX3" fmla="*/ 26323 w 27484"/>
                  <a:gd name="csY3" fmla="*/ 19740 h 20544"/>
                  <a:gd name="csX4" fmla="*/ 27432 w 27484"/>
                  <a:gd name="csY4" fmla="*/ 16621 h 20544"/>
                  <a:gd name="csX5" fmla="*/ 7906 w 27484"/>
                  <a:gd name="csY5" fmla="*/ 142 h 20544"/>
                  <a:gd name="csX6" fmla="*/ 0 w 27484"/>
                  <a:gd name="csY6" fmla="*/ 3762 h 20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484" h="20544">
                    <a:moveTo>
                      <a:pt x="0" y="3762"/>
                    </a:moveTo>
                    <a:cubicBezTo>
                      <a:pt x="5639" y="4276"/>
                      <a:pt x="10957" y="6617"/>
                      <a:pt x="15145" y="10430"/>
                    </a:cubicBezTo>
                    <a:cubicBezTo>
                      <a:pt x="21431" y="15859"/>
                      <a:pt x="21622" y="19383"/>
                      <a:pt x="21622" y="19383"/>
                    </a:cubicBezTo>
                    <a:cubicBezTo>
                      <a:pt x="22821" y="20780"/>
                      <a:pt x="24926" y="20940"/>
                      <a:pt x="26323" y="19740"/>
                    </a:cubicBezTo>
                    <a:cubicBezTo>
                      <a:pt x="27219" y="18971"/>
                      <a:pt x="27641" y="17784"/>
                      <a:pt x="27432" y="16621"/>
                    </a:cubicBezTo>
                    <a:cubicBezTo>
                      <a:pt x="25473" y="7300"/>
                      <a:pt x="17424" y="507"/>
                      <a:pt x="7906" y="142"/>
                    </a:cubicBezTo>
                    <a:cubicBezTo>
                      <a:pt x="4766" y="-480"/>
                      <a:pt x="1580" y="978"/>
                      <a:pt x="0" y="3762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145D98F1-C151-BE4B-5FB4-84BBBEEE1BF2}"/>
                  </a:ext>
                </a:extLst>
              </p:cNvPr>
              <p:cNvSpPr/>
              <p:nvPr/>
            </p:nvSpPr>
            <p:spPr>
              <a:xfrm>
                <a:off x="6284975" y="3929965"/>
                <a:ext cx="27445" cy="20455"/>
              </a:xfrm>
              <a:custGeom>
                <a:avLst/>
                <a:gdLst>
                  <a:gd name="csX0" fmla="*/ 0 w 27445"/>
                  <a:gd name="csY0" fmla="*/ 3859 h 20455"/>
                  <a:gd name="csX1" fmla="*/ 15240 w 27445"/>
                  <a:gd name="csY1" fmla="*/ 9955 h 20455"/>
                  <a:gd name="csX2" fmla="*/ 21622 w 27445"/>
                  <a:gd name="csY2" fmla="*/ 19480 h 20455"/>
                  <a:gd name="csX3" fmla="*/ 26471 w 27445"/>
                  <a:gd name="csY3" fmla="*/ 19422 h 20455"/>
                  <a:gd name="csX4" fmla="*/ 27432 w 27445"/>
                  <a:gd name="csY4" fmla="*/ 16718 h 20455"/>
                  <a:gd name="csX5" fmla="*/ 7906 w 27445"/>
                  <a:gd name="csY5" fmla="*/ 145 h 20455"/>
                  <a:gd name="csX6" fmla="*/ 0 w 27445"/>
                  <a:gd name="csY6" fmla="*/ 3860 h 20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445" h="20455">
                    <a:moveTo>
                      <a:pt x="0" y="3859"/>
                    </a:moveTo>
                    <a:cubicBezTo>
                      <a:pt x="5656" y="3953"/>
                      <a:pt x="11080" y="6122"/>
                      <a:pt x="15240" y="9955"/>
                    </a:cubicBezTo>
                    <a:cubicBezTo>
                      <a:pt x="21622" y="15289"/>
                      <a:pt x="21622" y="19480"/>
                      <a:pt x="21622" y="19480"/>
                    </a:cubicBezTo>
                    <a:cubicBezTo>
                      <a:pt x="22977" y="20803"/>
                      <a:pt x="25148" y="20777"/>
                      <a:pt x="26471" y="19422"/>
                    </a:cubicBezTo>
                    <a:cubicBezTo>
                      <a:pt x="27171" y="18704"/>
                      <a:pt x="27522" y="17717"/>
                      <a:pt x="27432" y="16718"/>
                    </a:cubicBezTo>
                    <a:cubicBezTo>
                      <a:pt x="25480" y="7378"/>
                      <a:pt x="17439" y="553"/>
                      <a:pt x="7906" y="145"/>
                    </a:cubicBezTo>
                    <a:cubicBezTo>
                      <a:pt x="4740" y="-492"/>
                      <a:pt x="1530" y="1016"/>
                      <a:pt x="0" y="3860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FBF4AD07-615C-262B-DCAA-C66C49F31AD4}"/>
                  </a:ext>
                </a:extLst>
              </p:cNvPr>
              <p:cNvSpPr/>
              <p:nvPr/>
            </p:nvSpPr>
            <p:spPr>
              <a:xfrm>
                <a:off x="6297548" y="3922985"/>
                <a:ext cx="28258" cy="19404"/>
              </a:xfrm>
              <a:custGeom>
                <a:avLst/>
                <a:gdLst>
                  <a:gd name="csX0" fmla="*/ 0 w 28258"/>
                  <a:gd name="csY0" fmla="*/ 3886 h 19404"/>
                  <a:gd name="csX1" fmla="*/ 15621 w 28258"/>
                  <a:gd name="csY1" fmla="*/ 8934 h 19404"/>
                  <a:gd name="csX2" fmla="*/ 22670 w 28258"/>
                  <a:gd name="csY2" fmla="*/ 18459 h 19404"/>
                  <a:gd name="csX3" fmla="*/ 28194 w 28258"/>
                  <a:gd name="csY3" fmla="*/ 15221 h 19404"/>
                  <a:gd name="csX4" fmla="*/ 7525 w 28258"/>
                  <a:gd name="csY4" fmla="*/ 76 h 19404"/>
                  <a:gd name="csX5" fmla="*/ 0 w 28258"/>
                  <a:gd name="csY5" fmla="*/ 3886 h 19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8258" h="19404">
                    <a:moveTo>
                      <a:pt x="0" y="3886"/>
                    </a:moveTo>
                    <a:cubicBezTo>
                      <a:pt x="5656" y="3549"/>
                      <a:pt x="11232" y="5351"/>
                      <a:pt x="15621" y="8934"/>
                    </a:cubicBezTo>
                    <a:cubicBezTo>
                      <a:pt x="22289" y="13792"/>
                      <a:pt x="22670" y="18459"/>
                      <a:pt x="22670" y="18459"/>
                    </a:cubicBezTo>
                    <a:cubicBezTo>
                      <a:pt x="24194" y="20555"/>
                      <a:pt x="28861" y="19031"/>
                      <a:pt x="28194" y="15221"/>
                    </a:cubicBezTo>
                    <a:cubicBezTo>
                      <a:pt x="25612" y="6016"/>
                      <a:pt x="17079" y="-235"/>
                      <a:pt x="7525" y="76"/>
                    </a:cubicBezTo>
                    <a:cubicBezTo>
                      <a:pt x="4464" y="-367"/>
                      <a:pt x="1454" y="1157"/>
                      <a:pt x="0" y="3886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974062ED-8B13-C175-F883-1CE3AE332ABB}"/>
                  </a:ext>
                </a:extLst>
              </p:cNvPr>
              <p:cNvSpPr/>
              <p:nvPr/>
            </p:nvSpPr>
            <p:spPr>
              <a:xfrm>
                <a:off x="6313441" y="3900582"/>
                <a:ext cx="39066" cy="25738"/>
              </a:xfrm>
              <a:custGeom>
                <a:avLst/>
                <a:gdLst>
                  <a:gd name="csX0" fmla="*/ 39067 w 39066"/>
                  <a:gd name="csY0" fmla="*/ 0 h 25738"/>
                  <a:gd name="csX1" fmla="*/ 39067 w 39066"/>
                  <a:gd name="csY1" fmla="*/ 13716 h 25738"/>
                  <a:gd name="csX2" fmla="*/ 17826 w 39066"/>
                  <a:gd name="csY2" fmla="*/ 25717 h 25738"/>
                  <a:gd name="csX3" fmla="*/ 14 w 39066"/>
                  <a:gd name="csY3" fmla="*/ 13525 h 25738"/>
                  <a:gd name="csX4" fmla="*/ 14 w 39066"/>
                  <a:gd name="csY4" fmla="*/ 762 h 257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9066" h="25738">
                    <a:moveTo>
                      <a:pt x="39067" y="0"/>
                    </a:moveTo>
                    <a:cubicBezTo>
                      <a:pt x="39067" y="0"/>
                      <a:pt x="39067" y="8763"/>
                      <a:pt x="39067" y="13716"/>
                    </a:cubicBezTo>
                    <a:cubicBezTo>
                      <a:pt x="39067" y="18669"/>
                      <a:pt x="33161" y="26194"/>
                      <a:pt x="17826" y="25717"/>
                    </a:cubicBezTo>
                    <a:cubicBezTo>
                      <a:pt x="7063" y="25717"/>
                      <a:pt x="-367" y="22384"/>
                      <a:pt x="14" y="13525"/>
                    </a:cubicBezTo>
                    <a:lnTo>
                      <a:pt x="14" y="762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F42331CE-532C-D54F-FBD8-18F9E967D8D8}"/>
                  </a:ext>
                </a:extLst>
              </p:cNvPr>
              <p:cNvSpPr/>
              <p:nvPr/>
            </p:nvSpPr>
            <p:spPr>
              <a:xfrm>
                <a:off x="6412938" y="3195351"/>
                <a:ext cx="80466" cy="327183"/>
              </a:xfrm>
              <a:custGeom>
                <a:avLst/>
                <a:gdLst>
                  <a:gd name="csX0" fmla="*/ 79873 w 80466"/>
                  <a:gd name="csY0" fmla="*/ 171450 h 327183"/>
                  <a:gd name="csX1" fmla="*/ 41297 w 80466"/>
                  <a:gd name="csY1" fmla="*/ 0 h 327183"/>
                  <a:gd name="csX2" fmla="*/ 28914 w 80466"/>
                  <a:gd name="csY2" fmla="*/ 69913 h 327183"/>
                  <a:gd name="csX3" fmla="*/ 41963 w 80466"/>
                  <a:gd name="csY3" fmla="*/ 179832 h 327183"/>
                  <a:gd name="csX4" fmla="*/ 32438 w 80466"/>
                  <a:gd name="csY4" fmla="*/ 253555 h 327183"/>
                  <a:gd name="csX5" fmla="*/ 26057 w 80466"/>
                  <a:gd name="csY5" fmla="*/ 261842 h 327183"/>
                  <a:gd name="csX6" fmla="*/ 8340 w 80466"/>
                  <a:gd name="csY6" fmla="*/ 278606 h 327183"/>
                  <a:gd name="csX7" fmla="*/ 53 w 80466"/>
                  <a:gd name="csY7" fmla="*/ 286512 h 327183"/>
                  <a:gd name="csX8" fmla="*/ 10245 w 80466"/>
                  <a:gd name="csY8" fmla="*/ 290131 h 327183"/>
                  <a:gd name="csX9" fmla="*/ 21866 w 80466"/>
                  <a:gd name="csY9" fmla="*/ 283845 h 327183"/>
                  <a:gd name="csX10" fmla="*/ 9960 w 80466"/>
                  <a:gd name="csY10" fmla="*/ 304324 h 327183"/>
                  <a:gd name="csX11" fmla="*/ 21199 w 80466"/>
                  <a:gd name="csY11" fmla="*/ 327184 h 327183"/>
                  <a:gd name="csX12" fmla="*/ 58156 w 80466"/>
                  <a:gd name="csY12" fmla="*/ 286417 h 327183"/>
                  <a:gd name="csX13" fmla="*/ 68348 w 80466"/>
                  <a:gd name="csY13" fmla="*/ 250508 h 327183"/>
                  <a:gd name="csX14" fmla="*/ 79873 w 80466"/>
                  <a:gd name="csY14" fmla="*/ 171450 h 3271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80466" h="327183">
                    <a:moveTo>
                      <a:pt x="79873" y="171450"/>
                    </a:moveTo>
                    <a:cubicBezTo>
                      <a:pt x="83111" y="50768"/>
                      <a:pt x="73491" y="21812"/>
                      <a:pt x="41297" y="0"/>
                    </a:cubicBezTo>
                    <a:lnTo>
                      <a:pt x="28914" y="69913"/>
                    </a:lnTo>
                    <a:cubicBezTo>
                      <a:pt x="28914" y="69913"/>
                      <a:pt x="43487" y="152305"/>
                      <a:pt x="41963" y="179832"/>
                    </a:cubicBezTo>
                    <a:cubicBezTo>
                      <a:pt x="41199" y="204658"/>
                      <a:pt x="38009" y="229350"/>
                      <a:pt x="32438" y="253555"/>
                    </a:cubicBezTo>
                    <a:cubicBezTo>
                      <a:pt x="31378" y="256996"/>
                      <a:pt x="29112" y="259938"/>
                      <a:pt x="26057" y="261842"/>
                    </a:cubicBezTo>
                    <a:cubicBezTo>
                      <a:pt x="19398" y="266577"/>
                      <a:pt x="13435" y="272220"/>
                      <a:pt x="8340" y="278606"/>
                    </a:cubicBezTo>
                    <a:cubicBezTo>
                      <a:pt x="3578" y="283655"/>
                      <a:pt x="-518" y="284988"/>
                      <a:pt x="53" y="286512"/>
                    </a:cubicBezTo>
                    <a:cubicBezTo>
                      <a:pt x="1998" y="290179"/>
                      <a:pt x="6423" y="291751"/>
                      <a:pt x="10245" y="290131"/>
                    </a:cubicBezTo>
                    <a:cubicBezTo>
                      <a:pt x="14363" y="288523"/>
                      <a:pt x="18266" y="286411"/>
                      <a:pt x="21866" y="283845"/>
                    </a:cubicBezTo>
                    <a:cubicBezTo>
                      <a:pt x="19028" y="291269"/>
                      <a:pt x="15007" y="298185"/>
                      <a:pt x="9960" y="304324"/>
                    </a:cubicBezTo>
                    <a:cubicBezTo>
                      <a:pt x="-1471" y="318326"/>
                      <a:pt x="-2042" y="326993"/>
                      <a:pt x="21199" y="327184"/>
                    </a:cubicBezTo>
                    <a:cubicBezTo>
                      <a:pt x="35677" y="327184"/>
                      <a:pt x="47297" y="318421"/>
                      <a:pt x="58156" y="286417"/>
                    </a:cubicBezTo>
                    <a:cubicBezTo>
                      <a:pt x="62411" y="274707"/>
                      <a:pt x="65817" y="262706"/>
                      <a:pt x="68348" y="250508"/>
                    </a:cubicBezTo>
                    <a:cubicBezTo>
                      <a:pt x="73821" y="224419"/>
                      <a:pt x="77670" y="198016"/>
                      <a:pt x="79873" y="171450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7432C556-B44B-C4C4-1A23-633CBB1D2913}"/>
                  </a:ext>
                </a:extLst>
              </p:cNvPr>
              <p:cNvSpPr/>
              <p:nvPr/>
            </p:nvSpPr>
            <p:spPr>
              <a:xfrm>
                <a:off x="6447853" y="3405663"/>
                <a:ext cx="39814" cy="40304"/>
              </a:xfrm>
              <a:custGeom>
                <a:avLst/>
                <a:gdLst>
                  <a:gd name="csX0" fmla="*/ 39814 w 39814"/>
                  <a:gd name="csY0" fmla="*/ 4286 h 40304"/>
                  <a:gd name="csX1" fmla="*/ 33528 w 39814"/>
                  <a:gd name="csY1" fmla="*/ 39910 h 40304"/>
                  <a:gd name="csX2" fmla="*/ 0 w 39814"/>
                  <a:gd name="csY2" fmla="*/ 33242 h 40304"/>
                  <a:gd name="csX3" fmla="*/ 4286 w 39814"/>
                  <a:gd name="csY3" fmla="*/ 0 h 403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814" h="40304">
                    <a:moveTo>
                      <a:pt x="39814" y="4286"/>
                    </a:moveTo>
                    <a:cubicBezTo>
                      <a:pt x="38582" y="16297"/>
                      <a:pt x="36481" y="28203"/>
                      <a:pt x="33528" y="39910"/>
                    </a:cubicBezTo>
                    <a:cubicBezTo>
                      <a:pt x="21927" y="41308"/>
                      <a:pt x="10183" y="38972"/>
                      <a:pt x="0" y="33242"/>
                    </a:cubicBezTo>
                    <a:lnTo>
                      <a:pt x="4286" y="0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9F5302DD-9B5C-A6D0-0258-9D7BB8A08B18}"/>
                  </a:ext>
                </a:extLst>
              </p:cNvPr>
              <p:cNvSpPr/>
              <p:nvPr/>
            </p:nvSpPr>
            <p:spPr>
              <a:xfrm>
                <a:off x="6435988" y="3188495"/>
                <a:ext cx="59264" cy="222928"/>
              </a:xfrm>
              <a:custGeom>
                <a:avLst/>
                <a:gdLst>
                  <a:gd name="csX0" fmla="*/ 7007 w 59264"/>
                  <a:gd name="csY0" fmla="*/ 94 h 222928"/>
                  <a:gd name="csX1" fmla="*/ 52918 w 59264"/>
                  <a:gd name="csY1" fmla="*/ 51814 h 222928"/>
                  <a:gd name="csX2" fmla="*/ 51679 w 59264"/>
                  <a:gd name="csY2" fmla="*/ 221455 h 222928"/>
                  <a:gd name="csX3" fmla="*/ 16151 w 59264"/>
                  <a:gd name="csY3" fmla="*/ 217168 h 222928"/>
                  <a:gd name="csX4" fmla="*/ 13198 w 59264"/>
                  <a:gd name="csY4" fmla="*/ 146874 h 222928"/>
                  <a:gd name="csX5" fmla="*/ 340 w 59264"/>
                  <a:gd name="csY5" fmla="*/ 61149 h 222928"/>
                  <a:gd name="csX6" fmla="*/ 7007 w 59264"/>
                  <a:gd name="csY6" fmla="*/ 94 h 2229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9264" h="222928">
                    <a:moveTo>
                      <a:pt x="7007" y="94"/>
                    </a:moveTo>
                    <a:cubicBezTo>
                      <a:pt x="24343" y="-1716"/>
                      <a:pt x="45107" y="22954"/>
                      <a:pt x="52918" y="51814"/>
                    </a:cubicBezTo>
                    <a:cubicBezTo>
                      <a:pt x="60728" y="80675"/>
                      <a:pt x="62443" y="180307"/>
                      <a:pt x="51679" y="221455"/>
                    </a:cubicBezTo>
                    <a:cubicBezTo>
                      <a:pt x="39711" y="224412"/>
                      <a:pt x="27073" y="222888"/>
                      <a:pt x="16151" y="217168"/>
                    </a:cubicBezTo>
                    <a:cubicBezTo>
                      <a:pt x="17033" y="193696"/>
                      <a:pt x="16046" y="170190"/>
                      <a:pt x="13198" y="146874"/>
                    </a:cubicBezTo>
                    <a:cubicBezTo>
                      <a:pt x="8721" y="123919"/>
                      <a:pt x="-2042" y="69436"/>
                      <a:pt x="340" y="61149"/>
                    </a:cubicBezTo>
                    <a:cubicBezTo>
                      <a:pt x="2721" y="52862"/>
                      <a:pt x="7007" y="94"/>
                      <a:pt x="7007" y="94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91CA044B-0B39-6F79-0E7F-F7671CB96628}"/>
                  </a:ext>
                </a:extLst>
              </p:cNvPr>
              <p:cNvSpPr/>
              <p:nvPr/>
            </p:nvSpPr>
            <p:spPr>
              <a:xfrm>
                <a:off x="6304489" y="3389523"/>
                <a:ext cx="172658" cy="517764"/>
              </a:xfrm>
              <a:custGeom>
                <a:avLst/>
                <a:gdLst>
                  <a:gd name="csX0" fmla="*/ 172511 w 172658"/>
                  <a:gd name="csY0" fmla="*/ 307224 h 517764"/>
                  <a:gd name="csX1" fmla="*/ 161462 w 172658"/>
                  <a:gd name="csY1" fmla="*/ 242550 h 517764"/>
                  <a:gd name="csX2" fmla="*/ 168320 w 172658"/>
                  <a:gd name="csY2" fmla="*/ 142632 h 517764"/>
                  <a:gd name="csX3" fmla="*/ 168320 w 172658"/>
                  <a:gd name="csY3" fmla="*/ 12140 h 517764"/>
                  <a:gd name="csX4" fmla="*/ 1442 w 172658"/>
                  <a:gd name="csY4" fmla="*/ 41762 h 517764"/>
                  <a:gd name="csX5" fmla="*/ 3632 w 172658"/>
                  <a:gd name="csY5" fmla="*/ 282936 h 517764"/>
                  <a:gd name="csX6" fmla="*/ 8300 w 172658"/>
                  <a:gd name="csY6" fmla="*/ 514393 h 517764"/>
                  <a:gd name="csX7" fmla="*/ 50686 w 172658"/>
                  <a:gd name="csY7" fmla="*/ 511250 h 517764"/>
                  <a:gd name="csX8" fmla="*/ 74689 w 172658"/>
                  <a:gd name="csY8" fmla="*/ 366946 h 517764"/>
                  <a:gd name="csX9" fmla="*/ 74689 w 172658"/>
                  <a:gd name="csY9" fmla="*/ 295509 h 517764"/>
                  <a:gd name="csX10" fmla="*/ 81833 w 172658"/>
                  <a:gd name="csY10" fmla="*/ 202735 h 517764"/>
                  <a:gd name="csX11" fmla="*/ 88500 w 172658"/>
                  <a:gd name="csY11" fmla="*/ 119677 h 517764"/>
                  <a:gd name="csX12" fmla="*/ 92024 w 172658"/>
                  <a:gd name="csY12" fmla="*/ 117867 h 517764"/>
                  <a:gd name="csX13" fmla="*/ 97549 w 172658"/>
                  <a:gd name="csY13" fmla="*/ 219309 h 517764"/>
                  <a:gd name="csX14" fmla="*/ 107074 w 172658"/>
                  <a:gd name="csY14" fmla="*/ 323512 h 517764"/>
                  <a:gd name="csX15" fmla="*/ 119266 w 172658"/>
                  <a:gd name="csY15" fmla="*/ 457719 h 517764"/>
                  <a:gd name="csX16" fmla="*/ 154794 w 172658"/>
                  <a:gd name="csY16" fmla="*/ 458862 h 517764"/>
                  <a:gd name="csX17" fmla="*/ 172511 w 172658"/>
                  <a:gd name="csY17" fmla="*/ 307224 h 5177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72658" h="517764">
                    <a:moveTo>
                      <a:pt x="172511" y="307224"/>
                    </a:moveTo>
                    <a:cubicBezTo>
                      <a:pt x="171082" y="271410"/>
                      <a:pt x="167272" y="270648"/>
                      <a:pt x="161462" y="242550"/>
                    </a:cubicBezTo>
                    <a:cubicBezTo>
                      <a:pt x="164414" y="208450"/>
                      <a:pt x="167177" y="179685"/>
                      <a:pt x="168320" y="142632"/>
                    </a:cubicBezTo>
                    <a:cubicBezTo>
                      <a:pt x="169653" y="102723"/>
                      <a:pt x="168320" y="54621"/>
                      <a:pt x="168320" y="12140"/>
                    </a:cubicBezTo>
                    <a:cubicBezTo>
                      <a:pt x="124600" y="9187"/>
                      <a:pt x="15158" y="-27008"/>
                      <a:pt x="1442" y="41762"/>
                    </a:cubicBezTo>
                    <a:cubicBezTo>
                      <a:pt x="-2559" y="97293"/>
                      <a:pt x="2966" y="207212"/>
                      <a:pt x="3632" y="282936"/>
                    </a:cubicBezTo>
                    <a:cubicBezTo>
                      <a:pt x="4299" y="358659"/>
                      <a:pt x="3632" y="433145"/>
                      <a:pt x="8300" y="514393"/>
                    </a:cubicBezTo>
                    <a:cubicBezTo>
                      <a:pt x="22176" y="519810"/>
                      <a:pt x="37760" y="518655"/>
                      <a:pt x="50686" y="511250"/>
                    </a:cubicBezTo>
                    <a:cubicBezTo>
                      <a:pt x="61211" y="463602"/>
                      <a:pt x="69223" y="415435"/>
                      <a:pt x="74689" y="366946"/>
                    </a:cubicBezTo>
                    <a:cubicBezTo>
                      <a:pt x="78975" y="328846"/>
                      <a:pt x="72784" y="325703"/>
                      <a:pt x="74689" y="295509"/>
                    </a:cubicBezTo>
                    <a:cubicBezTo>
                      <a:pt x="76594" y="265314"/>
                      <a:pt x="79451" y="232358"/>
                      <a:pt x="81833" y="202735"/>
                    </a:cubicBezTo>
                    <a:cubicBezTo>
                      <a:pt x="84214" y="173112"/>
                      <a:pt x="87167" y="148443"/>
                      <a:pt x="88500" y="119677"/>
                    </a:cubicBezTo>
                    <a:cubicBezTo>
                      <a:pt x="89730" y="119189"/>
                      <a:pt x="90910" y="118583"/>
                      <a:pt x="92024" y="117867"/>
                    </a:cubicBezTo>
                    <a:cubicBezTo>
                      <a:pt x="94310" y="153015"/>
                      <a:pt x="95168" y="183304"/>
                      <a:pt x="97549" y="219309"/>
                    </a:cubicBezTo>
                    <a:cubicBezTo>
                      <a:pt x="99930" y="255313"/>
                      <a:pt x="102883" y="282364"/>
                      <a:pt x="107074" y="323512"/>
                    </a:cubicBezTo>
                    <a:cubicBezTo>
                      <a:pt x="110598" y="361612"/>
                      <a:pt x="112122" y="411809"/>
                      <a:pt x="119266" y="457719"/>
                    </a:cubicBezTo>
                    <a:cubicBezTo>
                      <a:pt x="129648" y="462672"/>
                      <a:pt x="144888" y="467244"/>
                      <a:pt x="154794" y="458862"/>
                    </a:cubicBezTo>
                    <a:cubicBezTo>
                      <a:pt x="163462" y="417333"/>
                      <a:pt x="174035" y="343038"/>
                      <a:pt x="172511" y="307224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233173AE-F99E-ADD2-09E7-C7AF57337B90}"/>
                  </a:ext>
                </a:extLst>
              </p:cNvPr>
              <p:cNvSpPr/>
              <p:nvPr/>
            </p:nvSpPr>
            <p:spPr>
              <a:xfrm>
                <a:off x="6304489" y="3389523"/>
                <a:ext cx="172658" cy="517764"/>
              </a:xfrm>
              <a:custGeom>
                <a:avLst/>
                <a:gdLst>
                  <a:gd name="csX0" fmla="*/ 172511 w 172658"/>
                  <a:gd name="csY0" fmla="*/ 307224 h 517764"/>
                  <a:gd name="csX1" fmla="*/ 161462 w 172658"/>
                  <a:gd name="csY1" fmla="*/ 242550 h 517764"/>
                  <a:gd name="csX2" fmla="*/ 168320 w 172658"/>
                  <a:gd name="csY2" fmla="*/ 142632 h 517764"/>
                  <a:gd name="csX3" fmla="*/ 168320 w 172658"/>
                  <a:gd name="csY3" fmla="*/ 12140 h 517764"/>
                  <a:gd name="csX4" fmla="*/ 1442 w 172658"/>
                  <a:gd name="csY4" fmla="*/ 41762 h 517764"/>
                  <a:gd name="csX5" fmla="*/ 3632 w 172658"/>
                  <a:gd name="csY5" fmla="*/ 282936 h 517764"/>
                  <a:gd name="csX6" fmla="*/ 8300 w 172658"/>
                  <a:gd name="csY6" fmla="*/ 514393 h 517764"/>
                  <a:gd name="csX7" fmla="*/ 50686 w 172658"/>
                  <a:gd name="csY7" fmla="*/ 511250 h 517764"/>
                  <a:gd name="csX8" fmla="*/ 74689 w 172658"/>
                  <a:gd name="csY8" fmla="*/ 366946 h 517764"/>
                  <a:gd name="csX9" fmla="*/ 74689 w 172658"/>
                  <a:gd name="csY9" fmla="*/ 295509 h 517764"/>
                  <a:gd name="csX10" fmla="*/ 81833 w 172658"/>
                  <a:gd name="csY10" fmla="*/ 202735 h 517764"/>
                  <a:gd name="csX11" fmla="*/ 88500 w 172658"/>
                  <a:gd name="csY11" fmla="*/ 119677 h 517764"/>
                  <a:gd name="csX12" fmla="*/ 92024 w 172658"/>
                  <a:gd name="csY12" fmla="*/ 117867 h 517764"/>
                  <a:gd name="csX13" fmla="*/ 97549 w 172658"/>
                  <a:gd name="csY13" fmla="*/ 219309 h 517764"/>
                  <a:gd name="csX14" fmla="*/ 107074 w 172658"/>
                  <a:gd name="csY14" fmla="*/ 323512 h 517764"/>
                  <a:gd name="csX15" fmla="*/ 119266 w 172658"/>
                  <a:gd name="csY15" fmla="*/ 457719 h 517764"/>
                  <a:gd name="csX16" fmla="*/ 154794 w 172658"/>
                  <a:gd name="csY16" fmla="*/ 458862 h 517764"/>
                  <a:gd name="csX17" fmla="*/ 172511 w 172658"/>
                  <a:gd name="csY17" fmla="*/ 307224 h 5177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72658" h="517764">
                    <a:moveTo>
                      <a:pt x="172511" y="307224"/>
                    </a:moveTo>
                    <a:cubicBezTo>
                      <a:pt x="171082" y="271410"/>
                      <a:pt x="167272" y="270648"/>
                      <a:pt x="161462" y="242550"/>
                    </a:cubicBezTo>
                    <a:cubicBezTo>
                      <a:pt x="164414" y="208450"/>
                      <a:pt x="167177" y="179685"/>
                      <a:pt x="168320" y="142632"/>
                    </a:cubicBezTo>
                    <a:cubicBezTo>
                      <a:pt x="169653" y="102723"/>
                      <a:pt x="168320" y="54621"/>
                      <a:pt x="168320" y="12140"/>
                    </a:cubicBezTo>
                    <a:cubicBezTo>
                      <a:pt x="124600" y="9187"/>
                      <a:pt x="15158" y="-27008"/>
                      <a:pt x="1442" y="41762"/>
                    </a:cubicBezTo>
                    <a:cubicBezTo>
                      <a:pt x="-2559" y="97293"/>
                      <a:pt x="2966" y="207212"/>
                      <a:pt x="3632" y="282936"/>
                    </a:cubicBezTo>
                    <a:cubicBezTo>
                      <a:pt x="4299" y="358659"/>
                      <a:pt x="3632" y="433145"/>
                      <a:pt x="8300" y="514393"/>
                    </a:cubicBezTo>
                    <a:cubicBezTo>
                      <a:pt x="22176" y="519810"/>
                      <a:pt x="37760" y="518655"/>
                      <a:pt x="50686" y="511250"/>
                    </a:cubicBezTo>
                    <a:cubicBezTo>
                      <a:pt x="61211" y="463602"/>
                      <a:pt x="69223" y="415435"/>
                      <a:pt x="74689" y="366946"/>
                    </a:cubicBezTo>
                    <a:cubicBezTo>
                      <a:pt x="78975" y="328846"/>
                      <a:pt x="72784" y="325703"/>
                      <a:pt x="74689" y="295509"/>
                    </a:cubicBezTo>
                    <a:cubicBezTo>
                      <a:pt x="76594" y="265314"/>
                      <a:pt x="79451" y="232358"/>
                      <a:pt x="81833" y="202735"/>
                    </a:cubicBezTo>
                    <a:cubicBezTo>
                      <a:pt x="84214" y="173112"/>
                      <a:pt x="87167" y="148443"/>
                      <a:pt x="88500" y="119677"/>
                    </a:cubicBezTo>
                    <a:cubicBezTo>
                      <a:pt x="89730" y="119189"/>
                      <a:pt x="90910" y="118583"/>
                      <a:pt x="92024" y="117867"/>
                    </a:cubicBezTo>
                    <a:cubicBezTo>
                      <a:pt x="94310" y="153015"/>
                      <a:pt x="95168" y="183304"/>
                      <a:pt x="97549" y="219309"/>
                    </a:cubicBezTo>
                    <a:cubicBezTo>
                      <a:pt x="99930" y="255313"/>
                      <a:pt x="102883" y="282364"/>
                      <a:pt x="107074" y="323512"/>
                    </a:cubicBezTo>
                    <a:cubicBezTo>
                      <a:pt x="110598" y="361612"/>
                      <a:pt x="112122" y="411809"/>
                      <a:pt x="119266" y="457719"/>
                    </a:cubicBezTo>
                    <a:cubicBezTo>
                      <a:pt x="129648" y="462672"/>
                      <a:pt x="144888" y="467244"/>
                      <a:pt x="154794" y="458862"/>
                    </a:cubicBezTo>
                    <a:cubicBezTo>
                      <a:pt x="163462" y="417333"/>
                      <a:pt x="174035" y="343038"/>
                      <a:pt x="172511" y="3072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EBFAB361-B095-127E-EE1A-B02C086AB1AF}"/>
                  </a:ext>
                </a:extLst>
              </p:cNvPr>
              <p:cNvSpPr/>
              <p:nvPr/>
            </p:nvSpPr>
            <p:spPr>
              <a:xfrm>
                <a:off x="6392799" y="3471195"/>
                <a:ext cx="60864" cy="123844"/>
              </a:xfrm>
              <a:custGeom>
                <a:avLst/>
                <a:gdLst>
                  <a:gd name="csX0" fmla="*/ 0 w 60864"/>
                  <a:gd name="csY0" fmla="*/ 38100 h 123844"/>
                  <a:gd name="csX1" fmla="*/ 60865 w 60864"/>
                  <a:gd name="csY1" fmla="*/ 0 h 123844"/>
                  <a:gd name="csX2" fmla="*/ 17241 w 60864"/>
                  <a:gd name="csY2" fmla="*/ 40005 h 123844"/>
                  <a:gd name="csX3" fmla="*/ 8954 w 60864"/>
                  <a:gd name="csY3" fmla="*/ 123825 h 123844"/>
                  <a:gd name="csX4" fmla="*/ 3429 w 60864"/>
                  <a:gd name="csY4" fmla="*/ 38100 h 123844"/>
                  <a:gd name="csX5" fmla="*/ 0 w 60864"/>
                  <a:gd name="csY5" fmla="*/ 38100 h 1238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0864" h="123844">
                    <a:moveTo>
                      <a:pt x="0" y="38100"/>
                    </a:moveTo>
                    <a:cubicBezTo>
                      <a:pt x="21620" y="27664"/>
                      <a:pt x="42031" y="14888"/>
                      <a:pt x="60865" y="0"/>
                    </a:cubicBezTo>
                    <a:cubicBezTo>
                      <a:pt x="48734" y="15746"/>
                      <a:pt x="33976" y="29280"/>
                      <a:pt x="17241" y="40005"/>
                    </a:cubicBezTo>
                    <a:cubicBezTo>
                      <a:pt x="17240" y="49530"/>
                      <a:pt x="9049" y="125254"/>
                      <a:pt x="8954" y="123825"/>
                    </a:cubicBezTo>
                    <a:cubicBezTo>
                      <a:pt x="6763" y="106871"/>
                      <a:pt x="6191" y="63818"/>
                      <a:pt x="3429" y="38100"/>
                    </a:cubicBezTo>
                    <a:cubicBezTo>
                      <a:pt x="2286" y="37624"/>
                      <a:pt x="1143" y="38195"/>
                      <a:pt x="0" y="381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35E4DD66-C742-D5BC-924E-795D3C278BC4}"/>
                  </a:ext>
                </a:extLst>
              </p:cNvPr>
              <p:cNvSpPr/>
              <p:nvPr/>
            </p:nvSpPr>
            <p:spPr>
              <a:xfrm>
                <a:off x="6301549" y="3185909"/>
                <a:ext cx="172071" cy="272094"/>
              </a:xfrm>
              <a:custGeom>
                <a:avLst/>
                <a:gdLst>
                  <a:gd name="csX0" fmla="*/ 165926 w 172071"/>
                  <a:gd name="csY0" fmla="*/ 28111 h 272094"/>
                  <a:gd name="csX1" fmla="*/ 123254 w 172071"/>
                  <a:gd name="csY1" fmla="*/ 489 h 272094"/>
                  <a:gd name="csX2" fmla="*/ 40481 w 172071"/>
                  <a:gd name="csY2" fmla="*/ 21158 h 272094"/>
                  <a:gd name="csX3" fmla="*/ 5906 w 172071"/>
                  <a:gd name="csY3" fmla="*/ 99263 h 272094"/>
                  <a:gd name="csX4" fmla="*/ 0 w 172071"/>
                  <a:gd name="csY4" fmla="*/ 257568 h 272094"/>
                  <a:gd name="csX5" fmla="*/ 113633 w 172071"/>
                  <a:gd name="csY5" fmla="*/ 268808 h 272094"/>
                  <a:gd name="csX6" fmla="*/ 171926 w 172071"/>
                  <a:gd name="csY6" fmla="*/ 235851 h 272094"/>
                  <a:gd name="csX7" fmla="*/ 171069 w 172071"/>
                  <a:gd name="csY7" fmla="*/ 99263 h 272094"/>
                  <a:gd name="csX8" fmla="*/ 165926 w 172071"/>
                  <a:gd name="csY8" fmla="*/ 28111 h 2720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72071" h="272094">
                    <a:moveTo>
                      <a:pt x="165926" y="28111"/>
                    </a:moveTo>
                    <a:cubicBezTo>
                      <a:pt x="160973" y="13157"/>
                      <a:pt x="142113" y="-3036"/>
                      <a:pt x="123254" y="489"/>
                    </a:cubicBezTo>
                    <a:cubicBezTo>
                      <a:pt x="95176" y="5255"/>
                      <a:pt x="67504" y="12165"/>
                      <a:pt x="40481" y="21158"/>
                    </a:cubicBezTo>
                    <a:cubicBezTo>
                      <a:pt x="23146" y="27349"/>
                      <a:pt x="7334" y="42303"/>
                      <a:pt x="5906" y="99263"/>
                    </a:cubicBezTo>
                    <a:cubicBezTo>
                      <a:pt x="5906" y="99263"/>
                      <a:pt x="95" y="231946"/>
                      <a:pt x="0" y="257568"/>
                    </a:cubicBezTo>
                    <a:cubicBezTo>
                      <a:pt x="36107" y="271762"/>
                      <a:pt x="75445" y="275653"/>
                      <a:pt x="113633" y="268808"/>
                    </a:cubicBezTo>
                    <a:cubicBezTo>
                      <a:pt x="165640" y="257473"/>
                      <a:pt x="171926" y="235851"/>
                      <a:pt x="171926" y="235851"/>
                    </a:cubicBezTo>
                    <a:cubicBezTo>
                      <a:pt x="171926" y="235851"/>
                      <a:pt x="172593" y="140601"/>
                      <a:pt x="171069" y="99263"/>
                    </a:cubicBezTo>
                    <a:cubicBezTo>
                      <a:pt x="169736" y="64211"/>
                      <a:pt x="169259" y="38303"/>
                      <a:pt x="165926" y="28111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965F5FEC-35D1-B76B-E1A1-565583D176C3}"/>
                  </a:ext>
                </a:extLst>
              </p:cNvPr>
              <p:cNvSpPr/>
              <p:nvPr/>
            </p:nvSpPr>
            <p:spPr>
              <a:xfrm>
                <a:off x="6358318" y="3159918"/>
                <a:ext cx="53244" cy="60198"/>
              </a:xfrm>
              <a:custGeom>
                <a:avLst/>
                <a:gdLst>
                  <a:gd name="csX0" fmla="*/ 0 w 53244"/>
                  <a:gd name="csY0" fmla="*/ 6953 h 60198"/>
                  <a:gd name="csX1" fmla="*/ 5620 w 53244"/>
                  <a:gd name="csY1" fmla="*/ 60103 h 60198"/>
                  <a:gd name="csX2" fmla="*/ 53245 w 53244"/>
                  <a:gd name="csY2" fmla="*/ 60198 h 60198"/>
                  <a:gd name="csX3" fmla="*/ 47720 w 53244"/>
                  <a:gd name="csY3" fmla="*/ 0 h 60198"/>
                  <a:gd name="csX4" fmla="*/ 0 w 53244"/>
                  <a:gd name="csY4" fmla="*/ 6953 h 601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244" h="60198">
                    <a:moveTo>
                      <a:pt x="0" y="6953"/>
                    </a:moveTo>
                    <a:lnTo>
                      <a:pt x="5620" y="60103"/>
                    </a:lnTo>
                    <a:lnTo>
                      <a:pt x="53245" y="60198"/>
                    </a:lnTo>
                    <a:lnTo>
                      <a:pt x="47720" y="0"/>
                    </a:lnTo>
                    <a:lnTo>
                      <a:pt x="0" y="6953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0B928C79-04F0-06F3-438A-7CE7CA17668C}"/>
                  </a:ext>
                </a:extLst>
              </p:cNvPr>
              <p:cNvSpPr/>
              <p:nvPr/>
            </p:nvSpPr>
            <p:spPr>
              <a:xfrm>
                <a:off x="6347078" y="3174420"/>
                <a:ext cx="116800" cy="118731"/>
              </a:xfrm>
              <a:custGeom>
                <a:avLst/>
                <a:gdLst>
                  <a:gd name="csX0" fmla="*/ 0 w 116800"/>
                  <a:gd name="csY0" fmla="*/ 30932 h 118731"/>
                  <a:gd name="csX1" fmla="*/ 12764 w 116800"/>
                  <a:gd name="csY1" fmla="*/ 12835 h 118731"/>
                  <a:gd name="csX2" fmla="*/ 47721 w 116800"/>
                  <a:gd name="csY2" fmla="*/ 11501 h 118731"/>
                  <a:gd name="csX3" fmla="*/ 62389 w 116800"/>
                  <a:gd name="csY3" fmla="*/ 1214 h 118731"/>
                  <a:gd name="csX4" fmla="*/ 79534 w 116800"/>
                  <a:gd name="csY4" fmla="*/ 4357 h 118731"/>
                  <a:gd name="csX5" fmla="*/ 112681 w 116800"/>
                  <a:gd name="csY5" fmla="*/ 45696 h 118731"/>
                  <a:gd name="csX6" fmla="*/ 97536 w 116800"/>
                  <a:gd name="csY6" fmla="*/ 115228 h 118731"/>
                  <a:gd name="csX7" fmla="*/ 25908 w 116800"/>
                  <a:gd name="csY7" fmla="*/ 78938 h 118731"/>
                  <a:gd name="csX8" fmla="*/ 0 w 116800"/>
                  <a:gd name="csY8" fmla="*/ 30932 h 1187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6800" h="118731">
                    <a:moveTo>
                      <a:pt x="0" y="30932"/>
                    </a:moveTo>
                    <a:cubicBezTo>
                      <a:pt x="3429" y="23693"/>
                      <a:pt x="6096" y="14073"/>
                      <a:pt x="12764" y="12835"/>
                    </a:cubicBezTo>
                    <a:cubicBezTo>
                      <a:pt x="24390" y="14696"/>
                      <a:pt x="36270" y="14242"/>
                      <a:pt x="47721" y="11501"/>
                    </a:cubicBezTo>
                    <a:cubicBezTo>
                      <a:pt x="53544" y="9646"/>
                      <a:pt x="58662" y="6057"/>
                      <a:pt x="62389" y="1214"/>
                    </a:cubicBezTo>
                    <a:cubicBezTo>
                      <a:pt x="68226" y="-1191"/>
                      <a:pt x="74930" y="38"/>
                      <a:pt x="79534" y="4357"/>
                    </a:cubicBezTo>
                    <a:cubicBezTo>
                      <a:pt x="86487" y="11692"/>
                      <a:pt x="107252" y="23979"/>
                      <a:pt x="112681" y="45696"/>
                    </a:cubicBezTo>
                    <a:cubicBezTo>
                      <a:pt x="118110" y="67413"/>
                      <a:pt x="122206" y="107513"/>
                      <a:pt x="97536" y="115228"/>
                    </a:cubicBezTo>
                    <a:cubicBezTo>
                      <a:pt x="60770" y="126563"/>
                      <a:pt x="34671" y="109323"/>
                      <a:pt x="25908" y="78938"/>
                    </a:cubicBezTo>
                    <a:cubicBezTo>
                      <a:pt x="16288" y="45601"/>
                      <a:pt x="18955" y="36933"/>
                      <a:pt x="0" y="30932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7C3C3FD2-4BCF-2B92-0038-0D8F95E4410C}"/>
                  </a:ext>
                </a:extLst>
              </p:cNvPr>
              <p:cNvSpPr/>
              <p:nvPr/>
            </p:nvSpPr>
            <p:spPr>
              <a:xfrm>
                <a:off x="6375749" y="3208115"/>
                <a:ext cx="77438" cy="74779"/>
              </a:xfrm>
              <a:custGeom>
                <a:avLst/>
                <a:gdLst>
                  <a:gd name="csX0" fmla="*/ 0 w 77438"/>
                  <a:gd name="csY0" fmla="*/ 0 h 74779"/>
                  <a:gd name="csX1" fmla="*/ 26670 w 77438"/>
                  <a:gd name="csY1" fmla="*/ 58007 h 74779"/>
                  <a:gd name="csX2" fmla="*/ 77438 w 77438"/>
                  <a:gd name="csY2" fmla="*/ 54388 h 74779"/>
                  <a:gd name="csX3" fmla="*/ 54578 w 77438"/>
                  <a:gd name="csY3" fmla="*/ 74676 h 74779"/>
                  <a:gd name="csX4" fmla="*/ 8096 w 77438"/>
                  <a:gd name="csY4" fmla="*/ 40100 h 74779"/>
                  <a:gd name="csX5" fmla="*/ 0 w 77438"/>
                  <a:gd name="csY5" fmla="*/ 0 h 747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7438" h="74779">
                    <a:moveTo>
                      <a:pt x="0" y="0"/>
                    </a:moveTo>
                    <a:cubicBezTo>
                      <a:pt x="6001" y="8192"/>
                      <a:pt x="12383" y="44005"/>
                      <a:pt x="26670" y="58007"/>
                    </a:cubicBezTo>
                    <a:cubicBezTo>
                      <a:pt x="40958" y="72009"/>
                      <a:pt x="71819" y="68580"/>
                      <a:pt x="77438" y="54388"/>
                    </a:cubicBezTo>
                    <a:cubicBezTo>
                      <a:pt x="76083" y="65978"/>
                      <a:pt x="66247" y="74706"/>
                      <a:pt x="54578" y="74676"/>
                    </a:cubicBezTo>
                    <a:cubicBezTo>
                      <a:pt x="32686" y="76162"/>
                      <a:pt x="12969" y="61495"/>
                      <a:pt x="8096" y="40100"/>
                    </a:cubicBezTo>
                    <a:cubicBezTo>
                      <a:pt x="2667" y="18860"/>
                      <a:pt x="3429" y="962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9E9065F6-821B-CB43-39DB-0CAABDCE3440}"/>
                  </a:ext>
                </a:extLst>
              </p:cNvPr>
              <p:cNvSpPr/>
              <p:nvPr/>
            </p:nvSpPr>
            <p:spPr>
              <a:xfrm>
                <a:off x="6309322" y="3105150"/>
                <a:ext cx="10800" cy="24383"/>
              </a:xfrm>
              <a:custGeom>
                <a:avLst/>
                <a:gdLst>
                  <a:gd name="csX0" fmla="*/ 10705 w 10800"/>
                  <a:gd name="csY0" fmla="*/ 0 h 24383"/>
                  <a:gd name="csX1" fmla="*/ 133 w 10800"/>
                  <a:gd name="csY1" fmla="*/ 21050 h 24383"/>
                  <a:gd name="csX2" fmla="*/ 10801 w 10800"/>
                  <a:gd name="csY2" fmla="*/ 24384 h 243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800" h="24383">
                    <a:moveTo>
                      <a:pt x="10705" y="0"/>
                    </a:moveTo>
                    <a:cubicBezTo>
                      <a:pt x="10705" y="0"/>
                      <a:pt x="-1391" y="19050"/>
                      <a:pt x="133" y="21050"/>
                    </a:cubicBezTo>
                    <a:cubicBezTo>
                      <a:pt x="1657" y="23051"/>
                      <a:pt x="10801" y="24384"/>
                      <a:pt x="10801" y="24384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E3D28041-37D8-5CAE-AD96-EA5F3281E0B1}"/>
                  </a:ext>
                </a:extLst>
              </p:cNvPr>
              <p:cNvSpPr/>
              <p:nvPr/>
            </p:nvSpPr>
            <p:spPr>
              <a:xfrm>
                <a:off x="6319255" y="3048811"/>
                <a:ext cx="112555" cy="123692"/>
              </a:xfrm>
              <a:custGeom>
                <a:avLst/>
                <a:gdLst>
                  <a:gd name="csX0" fmla="*/ 33920 w 112555"/>
                  <a:gd name="csY0" fmla="*/ 2998 h 123692"/>
                  <a:gd name="csX1" fmla="*/ 296 w 112555"/>
                  <a:gd name="csY1" fmla="*/ 60148 h 123692"/>
                  <a:gd name="csX2" fmla="*/ 8964 w 112555"/>
                  <a:gd name="csY2" fmla="*/ 120728 h 123692"/>
                  <a:gd name="csX3" fmla="*/ 43730 w 112555"/>
                  <a:gd name="csY3" fmla="*/ 121489 h 123692"/>
                  <a:gd name="csX4" fmla="*/ 99261 w 112555"/>
                  <a:gd name="csY4" fmla="*/ 85104 h 123692"/>
                  <a:gd name="csX5" fmla="*/ 100785 w 112555"/>
                  <a:gd name="csY5" fmla="*/ 12905 h 123692"/>
                  <a:gd name="csX6" fmla="*/ 33920 w 112555"/>
                  <a:gd name="csY6" fmla="*/ 2998 h 1236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2555" h="123692">
                    <a:moveTo>
                      <a:pt x="33920" y="2998"/>
                    </a:moveTo>
                    <a:cubicBezTo>
                      <a:pt x="8774" y="8904"/>
                      <a:pt x="1725" y="20144"/>
                      <a:pt x="296" y="60148"/>
                    </a:cubicBezTo>
                    <a:cubicBezTo>
                      <a:pt x="-1228" y="102058"/>
                      <a:pt x="3345" y="115203"/>
                      <a:pt x="8964" y="120728"/>
                    </a:cubicBezTo>
                    <a:cubicBezTo>
                      <a:pt x="12774" y="124442"/>
                      <a:pt x="33444" y="124633"/>
                      <a:pt x="43730" y="121489"/>
                    </a:cubicBezTo>
                    <a:cubicBezTo>
                      <a:pt x="56685" y="117680"/>
                      <a:pt x="85926" y="106535"/>
                      <a:pt x="99261" y="85104"/>
                    </a:cubicBezTo>
                    <a:cubicBezTo>
                      <a:pt x="114978" y="59958"/>
                      <a:pt x="118311" y="26335"/>
                      <a:pt x="100785" y="12905"/>
                    </a:cubicBezTo>
                    <a:cubicBezTo>
                      <a:pt x="76211" y="-5764"/>
                      <a:pt x="44397" y="617"/>
                      <a:pt x="33920" y="299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68146C30-B29A-49C8-31E3-957CDFEB4177}"/>
                  </a:ext>
                </a:extLst>
              </p:cNvPr>
              <p:cNvSpPr/>
              <p:nvPr/>
            </p:nvSpPr>
            <p:spPr>
              <a:xfrm>
                <a:off x="6302395" y="3005145"/>
                <a:ext cx="150091" cy="163393"/>
              </a:xfrm>
              <a:custGeom>
                <a:avLst/>
                <a:gdLst>
                  <a:gd name="csX0" fmla="*/ 14204 w 150091"/>
                  <a:gd name="csY0" fmla="*/ 65333 h 163393"/>
                  <a:gd name="csX1" fmla="*/ 30968 w 150091"/>
                  <a:gd name="csY1" fmla="*/ 68571 h 163393"/>
                  <a:gd name="csX2" fmla="*/ 30396 w 150091"/>
                  <a:gd name="csY2" fmla="*/ 73906 h 163393"/>
                  <a:gd name="csX3" fmla="*/ 33444 w 150091"/>
                  <a:gd name="csY3" fmla="*/ 78859 h 163393"/>
                  <a:gd name="csX4" fmla="*/ 44779 w 150091"/>
                  <a:gd name="csY4" fmla="*/ 80859 h 163393"/>
                  <a:gd name="csX5" fmla="*/ 44779 w 150091"/>
                  <a:gd name="csY5" fmla="*/ 95623 h 163393"/>
                  <a:gd name="csX6" fmla="*/ 51446 w 150091"/>
                  <a:gd name="csY6" fmla="*/ 106100 h 163393"/>
                  <a:gd name="csX7" fmla="*/ 68210 w 150091"/>
                  <a:gd name="csY7" fmla="*/ 92194 h 163393"/>
                  <a:gd name="csX8" fmla="*/ 75449 w 150091"/>
                  <a:gd name="csY8" fmla="*/ 120769 h 163393"/>
                  <a:gd name="csX9" fmla="*/ 59638 w 150091"/>
                  <a:gd name="csY9" fmla="*/ 127436 h 163393"/>
                  <a:gd name="csX10" fmla="*/ 70592 w 150091"/>
                  <a:gd name="csY10" fmla="*/ 161917 h 163393"/>
                  <a:gd name="csX11" fmla="*/ 139457 w 150091"/>
                  <a:gd name="csY11" fmla="*/ 124388 h 163393"/>
                  <a:gd name="csX12" fmla="*/ 132123 w 150091"/>
                  <a:gd name="csY12" fmla="*/ 48188 h 163393"/>
                  <a:gd name="csX13" fmla="*/ 116883 w 150091"/>
                  <a:gd name="csY13" fmla="*/ 15612 h 163393"/>
                  <a:gd name="csX14" fmla="*/ 85927 w 150091"/>
                  <a:gd name="csY14" fmla="*/ 15612 h 163393"/>
                  <a:gd name="csX15" fmla="*/ 81736 w 150091"/>
                  <a:gd name="csY15" fmla="*/ 9135 h 163393"/>
                  <a:gd name="csX16" fmla="*/ 73259 w 150091"/>
                  <a:gd name="csY16" fmla="*/ 2373 h 163393"/>
                  <a:gd name="csX17" fmla="*/ 42207 w 150091"/>
                  <a:gd name="csY17" fmla="*/ 5707 h 163393"/>
                  <a:gd name="csX18" fmla="*/ 33349 w 150091"/>
                  <a:gd name="csY18" fmla="*/ 20185 h 163393"/>
                  <a:gd name="csX19" fmla="*/ 7822 w 150091"/>
                  <a:gd name="csY19" fmla="*/ 26185 h 163393"/>
                  <a:gd name="csX20" fmla="*/ 3155 w 150091"/>
                  <a:gd name="csY20" fmla="*/ 55332 h 163393"/>
                  <a:gd name="csX21" fmla="*/ 14204 w 150091"/>
                  <a:gd name="csY21" fmla="*/ 65333 h 1633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150091" h="163393">
                    <a:moveTo>
                      <a:pt x="14204" y="65333"/>
                    </a:moveTo>
                    <a:cubicBezTo>
                      <a:pt x="19379" y="67958"/>
                      <a:pt x="25187" y="69080"/>
                      <a:pt x="30968" y="68571"/>
                    </a:cubicBezTo>
                    <a:cubicBezTo>
                      <a:pt x="29825" y="68572"/>
                      <a:pt x="30206" y="73334"/>
                      <a:pt x="30396" y="73906"/>
                    </a:cubicBezTo>
                    <a:cubicBezTo>
                      <a:pt x="30819" y="75856"/>
                      <a:pt x="31894" y="77603"/>
                      <a:pt x="33444" y="78859"/>
                    </a:cubicBezTo>
                    <a:cubicBezTo>
                      <a:pt x="36347" y="81991"/>
                      <a:pt x="40979" y="82808"/>
                      <a:pt x="44779" y="80859"/>
                    </a:cubicBezTo>
                    <a:cubicBezTo>
                      <a:pt x="41350" y="83621"/>
                      <a:pt x="43922" y="92194"/>
                      <a:pt x="44779" y="95623"/>
                    </a:cubicBezTo>
                    <a:cubicBezTo>
                      <a:pt x="45636" y="99052"/>
                      <a:pt x="46779" y="104195"/>
                      <a:pt x="51446" y="106100"/>
                    </a:cubicBezTo>
                    <a:cubicBezTo>
                      <a:pt x="51446" y="106100"/>
                      <a:pt x="55066" y="90479"/>
                      <a:pt x="68210" y="92194"/>
                    </a:cubicBezTo>
                    <a:cubicBezTo>
                      <a:pt x="81355" y="93908"/>
                      <a:pt x="83546" y="110577"/>
                      <a:pt x="75449" y="120769"/>
                    </a:cubicBezTo>
                    <a:cubicBezTo>
                      <a:pt x="67353" y="130960"/>
                      <a:pt x="59638" y="127436"/>
                      <a:pt x="59638" y="127436"/>
                    </a:cubicBezTo>
                    <a:cubicBezTo>
                      <a:pt x="60137" y="139703"/>
                      <a:pt x="63920" y="151611"/>
                      <a:pt x="70592" y="161917"/>
                    </a:cubicBezTo>
                    <a:cubicBezTo>
                      <a:pt x="99720" y="168521"/>
                      <a:pt x="129218" y="152446"/>
                      <a:pt x="139457" y="124388"/>
                    </a:cubicBezTo>
                    <a:cubicBezTo>
                      <a:pt x="154507" y="88669"/>
                      <a:pt x="154888" y="56856"/>
                      <a:pt x="132123" y="48188"/>
                    </a:cubicBezTo>
                    <a:cubicBezTo>
                      <a:pt x="134611" y="35178"/>
                      <a:pt x="128464" y="22041"/>
                      <a:pt x="116883" y="15612"/>
                    </a:cubicBezTo>
                    <a:cubicBezTo>
                      <a:pt x="107367" y="9857"/>
                      <a:pt x="95443" y="9857"/>
                      <a:pt x="85927" y="15612"/>
                    </a:cubicBezTo>
                    <a:cubicBezTo>
                      <a:pt x="85260" y="15613"/>
                      <a:pt x="82022" y="9612"/>
                      <a:pt x="81736" y="9135"/>
                    </a:cubicBezTo>
                    <a:cubicBezTo>
                      <a:pt x="79524" y="6204"/>
                      <a:pt x="76609" y="3877"/>
                      <a:pt x="73259" y="2373"/>
                    </a:cubicBezTo>
                    <a:cubicBezTo>
                      <a:pt x="62993" y="-1716"/>
                      <a:pt x="51371" y="-468"/>
                      <a:pt x="42207" y="5707"/>
                    </a:cubicBezTo>
                    <a:cubicBezTo>
                      <a:pt x="37396" y="9116"/>
                      <a:pt x="34194" y="14349"/>
                      <a:pt x="33349" y="20185"/>
                    </a:cubicBezTo>
                    <a:cubicBezTo>
                      <a:pt x="24413" y="19347"/>
                      <a:pt x="15449" y="21455"/>
                      <a:pt x="7822" y="26185"/>
                    </a:cubicBezTo>
                    <a:cubicBezTo>
                      <a:pt x="-461" y="33558"/>
                      <a:pt x="-2412" y="45741"/>
                      <a:pt x="3155" y="55332"/>
                    </a:cubicBezTo>
                    <a:cubicBezTo>
                      <a:pt x="5832" y="59631"/>
                      <a:pt x="9660" y="63095"/>
                      <a:pt x="14204" y="6533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F76BAE8F-2133-C64B-7369-1666DC4DBE32}"/>
                  </a:ext>
                </a:extLst>
              </p:cNvPr>
              <p:cNvSpPr/>
              <p:nvPr/>
            </p:nvSpPr>
            <p:spPr>
              <a:xfrm>
                <a:off x="6433979" y="3044984"/>
                <a:ext cx="16255" cy="13588"/>
              </a:xfrm>
              <a:custGeom>
                <a:avLst/>
                <a:gdLst>
                  <a:gd name="csX0" fmla="*/ 1397 w 16255"/>
                  <a:gd name="csY0" fmla="*/ 13589 h 13588"/>
                  <a:gd name="csX1" fmla="*/ 16256 w 16255"/>
                  <a:gd name="csY1" fmla="*/ 4064 h 13588"/>
                  <a:gd name="csX2" fmla="*/ 4064 w 16255"/>
                  <a:gd name="csY2" fmla="*/ 1397 h 13588"/>
                  <a:gd name="csX3" fmla="*/ 1397 w 16255"/>
                  <a:gd name="csY3" fmla="*/ 13589 h 135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255" h="13588">
                    <a:moveTo>
                      <a:pt x="1397" y="13589"/>
                    </a:moveTo>
                    <a:lnTo>
                      <a:pt x="16256" y="4064"/>
                    </a:lnTo>
                    <a:cubicBezTo>
                      <a:pt x="13625" y="-40"/>
                      <a:pt x="8167" y="-1234"/>
                      <a:pt x="4064" y="1397"/>
                    </a:cubicBezTo>
                    <a:cubicBezTo>
                      <a:pt x="-40" y="4027"/>
                      <a:pt x="-1234" y="9485"/>
                      <a:pt x="1397" y="1358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D3C23EFA-356A-23E3-68E6-39A412957318}"/>
                  </a:ext>
                </a:extLst>
              </p:cNvPr>
              <p:cNvSpPr/>
              <p:nvPr/>
            </p:nvSpPr>
            <p:spPr>
              <a:xfrm>
                <a:off x="6077365" y="3206873"/>
                <a:ext cx="276161" cy="165650"/>
              </a:xfrm>
              <a:custGeom>
                <a:avLst/>
                <a:gdLst>
                  <a:gd name="csX0" fmla="*/ 55496 w 276161"/>
                  <a:gd name="csY0" fmla="*/ 98778 h 165650"/>
                  <a:gd name="csX1" fmla="*/ 174368 w 276161"/>
                  <a:gd name="csY1" fmla="*/ 164977 h 165650"/>
                  <a:gd name="csX2" fmla="*/ 266284 w 276161"/>
                  <a:gd name="csY2" fmla="*/ 67155 h 165650"/>
                  <a:gd name="csX3" fmla="*/ 266284 w 276161"/>
                  <a:gd name="csY3" fmla="*/ 4 h 165650"/>
                  <a:gd name="csX4" fmla="*/ 222565 w 276161"/>
                  <a:gd name="csY4" fmla="*/ 22864 h 165650"/>
                  <a:gd name="csX5" fmla="*/ 159700 w 276161"/>
                  <a:gd name="csY5" fmla="*/ 106112 h 165650"/>
                  <a:gd name="csX6" fmla="*/ 85881 w 276161"/>
                  <a:gd name="csY6" fmla="*/ 74299 h 165650"/>
                  <a:gd name="csX7" fmla="*/ 77308 w 276161"/>
                  <a:gd name="csY7" fmla="*/ 68965 h 165650"/>
                  <a:gd name="csX8" fmla="*/ 72832 w 276161"/>
                  <a:gd name="csY8" fmla="*/ 43628 h 165650"/>
                  <a:gd name="csX9" fmla="*/ 72832 w 276161"/>
                  <a:gd name="csY9" fmla="*/ 34103 h 165650"/>
                  <a:gd name="csX10" fmla="*/ 66831 w 276161"/>
                  <a:gd name="csY10" fmla="*/ 23340 h 165650"/>
                  <a:gd name="csX11" fmla="*/ 63402 w 276161"/>
                  <a:gd name="csY11" fmla="*/ 26293 h 165650"/>
                  <a:gd name="csX12" fmla="*/ 60830 w 276161"/>
                  <a:gd name="csY12" fmla="*/ 31246 h 165650"/>
                  <a:gd name="csX13" fmla="*/ 58640 w 276161"/>
                  <a:gd name="csY13" fmla="*/ 44486 h 165650"/>
                  <a:gd name="csX14" fmla="*/ 57687 w 276161"/>
                  <a:gd name="csY14" fmla="*/ 46200 h 165650"/>
                  <a:gd name="csX15" fmla="*/ 55401 w 276161"/>
                  <a:gd name="csY15" fmla="*/ 46867 h 165650"/>
                  <a:gd name="csX16" fmla="*/ 30065 w 276161"/>
                  <a:gd name="csY16" fmla="*/ 23912 h 165650"/>
                  <a:gd name="csX17" fmla="*/ 22064 w 276161"/>
                  <a:gd name="csY17" fmla="*/ 14387 h 165650"/>
                  <a:gd name="csX18" fmla="*/ 5585 w 276161"/>
                  <a:gd name="csY18" fmla="*/ 20673 h 165650"/>
                  <a:gd name="csX19" fmla="*/ 347 w 276161"/>
                  <a:gd name="csY19" fmla="*/ 44009 h 165650"/>
                  <a:gd name="csX20" fmla="*/ 14158 w 276161"/>
                  <a:gd name="csY20" fmla="*/ 73156 h 165650"/>
                  <a:gd name="csX21" fmla="*/ 55496 w 276161"/>
                  <a:gd name="csY21" fmla="*/ 98778 h 165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276161" h="165650">
                    <a:moveTo>
                      <a:pt x="55496" y="98778"/>
                    </a:moveTo>
                    <a:cubicBezTo>
                      <a:pt x="63592" y="102397"/>
                      <a:pt x="159414" y="173264"/>
                      <a:pt x="174368" y="164977"/>
                    </a:cubicBezTo>
                    <a:cubicBezTo>
                      <a:pt x="189323" y="156690"/>
                      <a:pt x="266284" y="67155"/>
                      <a:pt x="266284" y="67155"/>
                    </a:cubicBezTo>
                    <a:cubicBezTo>
                      <a:pt x="279453" y="46708"/>
                      <a:pt x="279453" y="20451"/>
                      <a:pt x="266284" y="4"/>
                    </a:cubicBezTo>
                    <a:cubicBezTo>
                      <a:pt x="248794" y="-213"/>
                      <a:pt x="232366" y="8377"/>
                      <a:pt x="222565" y="22864"/>
                    </a:cubicBezTo>
                    <a:cubicBezTo>
                      <a:pt x="208849" y="41914"/>
                      <a:pt x="159700" y="106112"/>
                      <a:pt x="159700" y="106112"/>
                    </a:cubicBezTo>
                    <a:cubicBezTo>
                      <a:pt x="145984" y="99254"/>
                      <a:pt x="96930" y="80585"/>
                      <a:pt x="85881" y="74299"/>
                    </a:cubicBezTo>
                    <a:cubicBezTo>
                      <a:pt x="82787" y="72932"/>
                      <a:pt x="79901" y="71137"/>
                      <a:pt x="77308" y="68965"/>
                    </a:cubicBezTo>
                    <a:cubicBezTo>
                      <a:pt x="71879" y="63631"/>
                      <a:pt x="72736" y="50677"/>
                      <a:pt x="72832" y="43628"/>
                    </a:cubicBezTo>
                    <a:cubicBezTo>
                      <a:pt x="72832" y="40295"/>
                      <a:pt x="72832" y="37056"/>
                      <a:pt x="72832" y="34103"/>
                    </a:cubicBezTo>
                    <a:cubicBezTo>
                      <a:pt x="72832" y="31151"/>
                      <a:pt x="74070" y="20197"/>
                      <a:pt x="66831" y="23340"/>
                    </a:cubicBezTo>
                    <a:cubicBezTo>
                      <a:pt x="65479" y="24052"/>
                      <a:pt x="64307" y="25062"/>
                      <a:pt x="63402" y="26293"/>
                    </a:cubicBezTo>
                    <a:cubicBezTo>
                      <a:pt x="62249" y="27773"/>
                      <a:pt x="61377" y="29451"/>
                      <a:pt x="60830" y="31246"/>
                    </a:cubicBezTo>
                    <a:cubicBezTo>
                      <a:pt x="59401" y="35437"/>
                      <a:pt x="59878" y="40104"/>
                      <a:pt x="58640" y="44486"/>
                    </a:cubicBezTo>
                    <a:cubicBezTo>
                      <a:pt x="58456" y="45122"/>
                      <a:pt x="58130" y="45708"/>
                      <a:pt x="57687" y="46200"/>
                    </a:cubicBezTo>
                    <a:cubicBezTo>
                      <a:pt x="57022" y="46674"/>
                      <a:pt x="56216" y="46909"/>
                      <a:pt x="55401" y="46867"/>
                    </a:cubicBezTo>
                    <a:cubicBezTo>
                      <a:pt x="44924" y="46867"/>
                      <a:pt x="34922" y="31722"/>
                      <a:pt x="30065" y="23912"/>
                    </a:cubicBezTo>
                    <a:cubicBezTo>
                      <a:pt x="28398" y="20015"/>
                      <a:pt x="25614" y="16701"/>
                      <a:pt x="22064" y="14387"/>
                    </a:cubicBezTo>
                    <a:cubicBezTo>
                      <a:pt x="15779" y="12437"/>
                      <a:pt x="8975" y="15033"/>
                      <a:pt x="5585" y="20673"/>
                    </a:cubicBezTo>
                    <a:cubicBezTo>
                      <a:pt x="1030" y="27543"/>
                      <a:pt x="-836" y="35851"/>
                      <a:pt x="347" y="44009"/>
                    </a:cubicBezTo>
                    <a:cubicBezTo>
                      <a:pt x="1324" y="55062"/>
                      <a:pt x="6223" y="65400"/>
                      <a:pt x="14158" y="73156"/>
                    </a:cubicBezTo>
                    <a:cubicBezTo>
                      <a:pt x="26347" y="84030"/>
                      <a:pt x="40335" y="92700"/>
                      <a:pt x="55496" y="9877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85871571-D123-B98E-0ED2-31DBFA19EDCF}"/>
                  </a:ext>
                </a:extLst>
              </p:cNvPr>
              <p:cNvSpPr/>
              <p:nvPr/>
            </p:nvSpPr>
            <p:spPr>
              <a:xfrm>
                <a:off x="6159426" y="3288410"/>
                <a:ext cx="43062" cy="50291"/>
              </a:xfrm>
              <a:custGeom>
                <a:avLst/>
                <a:gdLst>
                  <a:gd name="csX0" fmla="*/ 43063 w 43062"/>
                  <a:gd name="csY0" fmla="*/ 10001 h 50291"/>
                  <a:gd name="csX1" fmla="*/ 19060 w 43062"/>
                  <a:gd name="csY1" fmla="*/ 0 h 50291"/>
                  <a:gd name="csX2" fmla="*/ 10 w 43062"/>
                  <a:gd name="csY2" fmla="*/ 34862 h 50291"/>
                  <a:gd name="csX3" fmla="*/ 23251 w 43062"/>
                  <a:gd name="csY3" fmla="*/ 50292 h 50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3062" h="50291">
                    <a:moveTo>
                      <a:pt x="43063" y="10001"/>
                    </a:moveTo>
                    <a:lnTo>
                      <a:pt x="19060" y="0"/>
                    </a:lnTo>
                    <a:cubicBezTo>
                      <a:pt x="6952" y="7396"/>
                      <a:pt x="-305" y="20677"/>
                      <a:pt x="10" y="34862"/>
                    </a:cubicBezTo>
                    <a:lnTo>
                      <a:pt x="23251" y="50292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38B99F24-5954-E96D-4E53-858EF217F704}"/>
                  </a:ext>
                </a:extLst>
              </p:cNvPr>
              <p:cNvSpPr/>
              <p:nvPr/>
            </p:nvSpPr>
            <p:spPr>
              <a:xfrm>
                <a:off x="6182727" y="3205175"/>
                <a:ext cx="173590" cy="170579"/>
              </a:xfrm>
              <a:custGeom>
                <a:avLst/>
                <a:gdLst>
                  <a:gd name="csX0" fmla="*/ 164352 w 173590"/>
                  <a:gd name="csY0" fmla="*/ 177 h 170579"/>
                  <a:gd name="csX1" fmla="*/ 127299 w 173590"/>
                  <a:gd name="csY1" fmla="*/ 10178 h 170579"/>
                  <a:gd name="csX2" fmla="*/ 53290 w 173590"/>
                  <a:gd name="csY2" fmla="*/ 104572 h 170579"/>
                  <a:gd name="csX3" fmla="*/ 19762 w 173590"/>
                  <a:gd name="csY3" fmla="*/ 93237 h 170579"/>
                  <a:gd name="csX4" fmla="*/ 45 w 173590"/>
                  <a:gd name="csY4" fmla="*/ 133528 h 170579"/>
                  <a:gd name="csX5" fmla="*/ 36526 w 173590"/>
                  <a:gd name="csY5" fmla="*/ 158578 h 170579"/>
                  <a:gd name="csX6" fmla="*/ 67864 w 173590"/>
                  <a:gd name="csY6" fmla="*/ 170580 h 170579"/>
                  <a:gd name="csX7" fmla="*/ 158256 w 173590"/>
                  <a:gd name="csY7" fmla="*/ 77806 h 170579"/>
                  <a:gd name="csX8" fmla="*/ 173591 w 173590"/>
                  <a:gd name="csY8" fmla="*/ 34563 h 170579"/>
                  <a:gd name="csX9" fmla="*/ 164352 w 173590"/>
                  <a:gd name="csY9" fmla="*/ 178 h 1705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590" h="170579">
                    <a:moveTo>
                      <a:pt x="164352" y="177"/>
                    </a:moveTo>
                    <a:cubicBezTo>
                      <a:pt x="151217" y="-860"/>
                      <a:pt x="138128" y="2673"/>
                      <a:pt x="127299" y="10178"/>
                    </a:cubicBezTo>
                    <a:cubicBezTo>
                      <a:pt x="113583" y="22180"/>
                      <a:pt x="53290" y="104572"/>
                      <a:pt x="53290" y="104572"/>
                    </a:cubicBezTo>
                    <a:lnTo>
                      <a:pt x="19762" y="93237"/>
                    </a:lnTo>
                    <a:cubicBezTo>
                      <a:pt x="6772" y="102445"/>
                      <a:pt x="-654" y="117620"/>
                      <a:pt x="45" y="133528"/>
                    </a:cubicBezTo>
                    <a:cubicBezTo>
                      <a:pt x="45" y="133527"/>
                      <a:pt x="23667" y="151053"/>
                      <a:pt x="36526" y="158578"/>
                    </a:cubicBezTo>
                    <a:cubicBezTo>
                      <a:pt x="45950" y="164857"/>
                      <a:pt x="56656" y="168957"/>
                      <a:pt x="67864" y="170580"/>
                    </a:cubicBezTo>
                    <a:cubicBezTo>
                      <a:pt x="73483" y="170580"/>
                      <a:pt x="158256" y="77806"/>
                      <a:pt x="158256" y="77806"/>
                    </a:cubicBezTo>
                    <a:cubicBezTo>
                      <a:pt x="167814" y="65377"/>
                      <a:pt x="173183" y="50237"/>
                      <a:pt x="173591" y="34563"/>
                    </a:cubicBezTo>
                    <a:cubicBezTo>
                      <a:pt x="173009" y="22572"/>
                      <a:pt x="169858" y="10845"/>
                      <a:pt x="164352" y="178"/>
                    </a:cubicBez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</p:grpSp>
        <p:grpSp>
          <p:nvGrpSpPr>
            <p:cNvPr id="622" name="Graphic 5">
              <a:extLst>
                <a:ext uri="{FF2B5EF4-FFF2-40B4-BE49-F238E27FC236}">
                  <a16:creationId xmlns:a16="http://schemas.microsoft.com/office/drawing/2014/main" id="{AF9C3EDC-A8ED-CE53-3D2E-D1C8B781C9D1}"/>
                </a:ext>
              </a:extLst>
            </p:cNvPr>
            <p:cNvGrpSpPr/>
            <p:nvPr/>
          </p:nvGrpSpPr>
          <p:grpSpPr>
            <a:xfrm>
              <a:off x="2704814" y="3056707"/>
              <a:ext cx="406559" cy="961703"/>
              <a:chOff x="2704814" y="3056707"/>
              <a:chExt cx="406559" cy="961703"/>
            </a:xfrm>
          </p:grpSpPr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FD881E11-DD89-3902-3F38-A1B12819872B}"/>
                  </a:ext>
                </a:extLst>
              </p:cNvPr>
              <p:cNvSpPr/>
              <p:nvPr/>
            </p:nvSpPr>
            <p:spPr>
              <a:xfrm>
                <a:off x="2704814" y="3219450"/>
                <a:ext cx="80962" cy="246239"/>
              </a:xfrm>
              <a:custGeom>
                <a:avLst/>
                <a:gdLst>
                  <a:gd name="csX0" fmla="*/ 80772 w 80962"/>
                  <a:gd name="csY0" fmla="*/ 0 h 246239"/>
                  <a:gd name="csX1" fmla="*/ 38100 w 80962"/>
                  <a:gd name="csY1" fmla="*/ 40577 h 246239"/>
                  <a:gd name="csX2" fmla="*/ 0 w 80962"/>
                  <a:gd name="csY2" fmla="*/ 160496 h 246239"/>
                  <a:gd name="csX3" fmla="*/ 50768 w 80962"/>
                  <a:gd name="csY3" fmla="*/ 246221 h 246239"/>
                  <a:gd name="csX4" fmla="*/ 80963 w 80962"/>
                  <a:gd name="csY4" fmla="*/ 210026 h 246239"/>
                  <a:gd name="csX5" fmla="*/ 48863 w 80962"/>
                  <a:gd name="csY5" fmla="*/ 159258 h 246239"/>
                  <a:gd name="csX6" fmla="*/ 74295 w 80962"/>
                  <a:gd name="csY6" fmla="*/ 109728 h 2462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0962" h="246239">
                    <a:moveTo>
                      <a:pt x="80772" y="0"/>
                    </a:moveTo>
                    <a:cubicBezTo>
                      <a:pt x="59722" y="4096"/>
                      <a:pt x="50101" y="11335"/>
                      <a:pt x="38100" y="40577"/>
                    </a:cubicBezTo>
                    <a:cubicBezTo>
                      <a:pt x="26098" y="69818"/>
                      <a:pt x="0" y="140398"/>
                      <a:pt x="0" y="160496"/>
                    </a:cubicBezTo>
                    <a:cubicBezTo>
                      <a:pt x="0" y="175927"/>
                      <a:pt x="53149" y="247555"/>
                      <a:pt x="50768" y="246221"/>
                    </a:cubicBezTo>
                    <a:cubicBezTo>
                      <a:pt x="50006" y="246221"/>
                      <a:pt x="80963" y="210026"/>
                      <a:pt x="80963" y="210026"/>
                    </a:cubicBezTo>
                    <a:lnTo>
                      <a:pt x="48863" y="159258"/>
                    </a:lnTo>
                    <a:lnTo>
                      <a:pt x="74295" y="109728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F4596DE5-D425-CE69-3D14-EC22F62E9795}"/>
                  </a:ext>
                </a:extLst>
              </p:cNvPr>
              <p:cNvSpPr/>
              <p:nvPr/>
            </p:nvSpPr>
            <p:spPr>
              <a:xfrm>
                <a:off x="2755253" y="3846194"/>
                <a:ext cx="77852" cy="78697"/>
              </a:xfrm>
              <a:custGeom>
                <a:avLst/>
                <a:gdLst>
                  <a:gd name="csX0" fmla="*/ 77196 w 77852"/>
                  <a:gd name="csY0" fmla="*/ 0 h 78697"/>
                  <a:gd name="csX1" fmla="*/ 75958 w 77852"/>
                  <a:gd name="csY1" fmla="*/ 20574 h 78697"/>
                  <a:gd name="csX2" fmla="*/ 59289 w 77852"/>
                  <a:gd name="csY2" fmla="*/ 40577 h 78697"/>
                  <a:gd name="csX3" fmla="*/ 45573 w 77852"/>
                  <a:gd name="csY3" fmla="*/ 57341 h 78697"/>
                  <a:gd name="csX4" fmla="*/ 31095 w 77852"/>
                  <a:gd name="csY4" fmla="*/ 75343 h 78697"/>
                  <a:gd name="csX5" fmla="*/ 7854 w 77852"/>
                  <a:gd name="csY5" fmla="*/ 76962 h 78697"/>
                  <a:gd name="csX6" fmla="*/ 43 w 77852"/>
                  <a:gd name="csY6" fmla="*/ 62389 h 78697"/>
                  <a:gd name="csX7" fmla="*/ 30047 w 77852"/>
                  <a:gd name="csY7" fmla="*/ 49530 h 78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7852" h="78697">
                    <a:moveTo>
                      <a:pt x="77196" y="0"/>
                    </a:moveTo>
                    <a:cubicBezTo>
                      <a:pt x="78382" y="6861"/>
                      <a:pt x="77958" y="13904"/>
                      <a:pt x="75958" y="20574"/>
                    </a:cubicBezTo>
                    <a:cubicBezTo>
                      <a:pt x="72443" y="28708"/>
                      <a:pt x="66655" y="35653"/>
                      <a:pt x="59289" y="40577"/>
                    </a:cubicBezTo>
                    <a:cubicBezTo>
                      <a:pt x="53985" y="45523"/>
                      <a:pt x="49371" y="51162"/>
                      <a:pt x="45573" y="57341"/>
                    </a:cubicBezTo>
                    <a:cubicBezTo>
                      <a:pt x="41735" y="64073"/>
                      <a:pt x="36847" y="70150"/>
                      <a:pt x="31095" y="75343"/>
                    </a:cubicBezTo>
                    <a:cubicBezTo>
                      <a:pt x="23930" y="79160"/>
                      <a:pt x="15479" y="79749"/>
                      <a:pt x="7854" y="76962"/>
                    </a:cubicBezTo>
                    <a:cubicBezTo>
                      <a:pt x="1758" y="74486"/>
                      <a:pt x="-338" y="72104"/>
                      <a:pt x="43" y="62389"/>
                    </a:cubicBezTo>
                    <a:cubicBezTo>
                      <a:pt x="424" y="52673"/>
                      <a:pt x="30047" y="49530"/>
                      <a:pt x="30047" y="4953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E6B92344-3C72-C238-3083-CF97D353A85C}"/>
                  </a:ext>
                </a:extLst>
              </p:cNvPr>
              <p:cNvSpPr/>
              <p:nvPr/>
            </p:nvSpPr>
            <p:spPr>
              <a:xfrm>
                <a:off x="2755049" y="3834663"/>
                <a:ext cx="76608" cy="84215"/>
              </a:xfrm>
              <a:custGeom>
                <a:avLst/>
                <a:gdLst>
                  <a:gd name="csX0" fmla="*/ 4153 w 76608"/>
                  <a:gd name="csY0" fmla="*/ 44869 h 84215"/>
                  <a:gd name="csX1" fmla="*/ 533 w 76608"/>
                  <a:gd name="csY1" fmla="*/ 60109 h 84215"/>
                  <a:gd name="csX2" fmla="*/ 7201 w 76608"/>
                  <a:gd name="csY2" fmla="*/ 82493 h 84215"/>
                  <a:gd name="csX3" fmla="*/ 33490 w 76608"/>
                  <a:gd name="csY3" fmla="*/ 76969 h 84215"/>
                  <a:gd name="csX4" fmla="*/ 54826 w 76608"/>
                  <a:gd name="csY4" fmla="*/ 50585 h 84215"/>
                  <a:gd name="csX5" fmla="*/ 75590 w 76608"/>
                  <a:gd name="csY5" fmla="*/ 20581 h 84215"/>
                  <a:gd name="csX6" fmla="*/ 68351 w 76608"/>
                  <a:gd name="csY6" fmla="*/ 864 h 84215"/>
                  <a:gd name="csX7" fmla="*/ 32442 w 76608"/>
                  <a:gd name="csY7" fmla="*/ 13532 h 84215"/>
                  <a:gd name="csX8" fmla="*/ 4153 w 76608"/>
                  <a:gd name="csY8" fmla="*/ 44869 h 842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6608" h="84215">
                    <a:moveTo>
                      <a:pt x="4153" y="44869"/>
                    </a:moveTo>
                    <a:cubicBezTo>
                      <a:pt x="1581" y="45822"/>
                      <a:pt x="914" y="50584"/>
                      <a:pt x="533" y="60109"/>
                    </a:cubicBezTo>
                    <a:cubicBezTo>
                      <a:pt x="533" y="67348"/>
                      <a:pt x="-2800" y="77921"/>
                      <a:pt x="7201" y="82493"/>
                    </a:cubicBezTo>
                    <a:cubicBezTo>
                      <a:pt x="16277" y="86106"/>
                      <a:pt x="26635" y="83929"/>
                      <a:pt x="33490" y="76969"/>
                    </a:cubicBezTo>
                    <a:cubicBezTo>
                      <a:pt x="40131" y="67803"/>
                      <a:pt x="47253" y="58996"/>
                      <a:pt x="54826" y="50585"/>
                    </a:cubicBezTo>
                    <a:cubicBezTo>
                      <a:pt x="63208" y="41536"/>
                      <a:pt x="71876" y="38488"/>
                      <a:pt x="75590" y="20581"/>
                    </a:cubicBezTo>
                    <a:cubicBezTo>
                      <a:pt x="78067" y="8960"/>
                      <a:pt x="76162" y="4198"/>
                      <a:pt x="68351" y="864"/>
                    </a:cubicBezTo>
                    <a:cubicBezTo>
                      <a:pt x="57683" y="-3708"/>
                      <a:pt x="40824" y="11246"/>
                      <a:pt x="32442" y="13532"/>
                    </a:cubicBezTo>
                    <a:cubicBezTo>
                      <a:pt x="24060" y="15818"/>
                      <a:pt x="6629" y="43917"/>
                      <a:pt x="4153" y="44869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E01702F0-4E1F-7749-54B6-FB54FF0851D8}"/>
                  </a:ext>
                </a:extLst>
              </p:cNvPr>
              <p:cNvSpPr/>
              <p:nvPr/>
            </p:nvSpPr>
            <p:spPr>
              <a:xfrm>
                <a:off x="2755049" y="3834663"/>
                <a:ext cx="76608" cy="84215"/>
              </a:xfrm>
              <a:custGeom>
                <a:avLst/>
                <a:gdLst>
                  <a:gd name="csX0" fmla="*/ 4153 w 76608"/>
                  <a:gd name="csY0" fmla="*/ 44869 h 84215"/>
                  <a:gd name="csX1" fmla="*/ 533 w 76608"/>
                  <a:gd name="csY1" fmla="*/ 60109 h 84215"/>
                  <a:gd name="csX2" fmla="*/ 7201 w 76608"/>
                  <a:gd name="csY2" fmla="*/ 82493 h 84215"/>
                  <a:gd name="csX3" fmla="*/ 33490 w 76608"/>
                  <a:gd name="csY3" fmla="*/ 76969 h 84215"/>
                  <a:gd name="csX4" fmla="*/ 54826 w 76608"/>
                  <a:gd name="csY4" fmla="*/ 50585 h 84215"/>
                  <a:gd name="csX5" fmla="*/ 75590 w 76608"/>
                  <a:gd name="csY5" fmla="*/ 20581 h 84215"/>
                  <a:gd name="csX6" fmla="*/ 68351 w 76608"/>
                  <a:gd name="csY6" fmla="*/ 864 h 84215"/>
                  <a:gd name="csX7" fmla="*/ 32442 w 76608"/>
                  <a:gd name="csY7" fmla="*/ 13532 h 84215"/>
                  <a:gd name="csX8" fmla="*/ 4153 w 76608"/>
                  <a:gd name="csY8" fmla="*/ 44869 h 842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6608" h="84215">
                    <a:moveTo>
                      <a:pt x="4153" y="44869"/>
                    </a:moveTo>
                    <a:cubicBezTo>
                      <a:pt x="1581" y="45822"/>
                      <a:pt x="914" y="50584"/>
                      <a:pt x="533" y="60109"/>
                    </a:cubicBezTo>
                    <a:cubicBezTo>
                      <a:pt x="533" y="67348"/>
                      <a:pt x="-2800" y="77921"/>
                      <a:pt x="7201" y="82493"/>
                    </a:cubicBezTo>
                    <a:cubicBezTo>
                      <a:pt x="16277" y="86106"/>
                      <a:pt x="26635" y="83929"/>
                      <a:pt x="33490" y="76969"/>
                    </a:cubicBezTo>
                    <a:cubicBezTo>
                      <a:pt x="40131" y="67803"/>
                      <a:pt x="47253" y="58996"/>
                      <a:pt x="54826" y="50585"/>
                    </a:cubicBezTo>
                    <a:cubicBezTo>
                      <a:pt x="63208" y="41536"/>
                      <a:pt x="71876" y="38488"/>
                      <a:pt x="75590" y="20581"/>
                    </a:cubicBezTo>
                    <a:cubicBezTo>
                      <a:pt x="78067" y="8960"/>
                      <a:pt x="76162" y="4198"/>
                      <a:pt x="68351" y="864"/>
                    </a:cubicBezTo>
                    <a:cubicBezTo>
                      <a:pt x="57683" y="-3708"/>
                      <a:pt x="40824" y="11246"/>
                      <a:pt x="32442" y="13532"/>
                    </a:cubicBezTo>
                    <a:cubicBezTo>
                      <a:pt x="24060" y="15818"/>
                      <a:pt x="6629" y="43917"/>
                      <a:pt x="4153" y="4486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550DBBB1-2647-0F60-7F88-761A8FBAD587}"/>
                  </a:ext>
                </a:extLst>
              </p:cNvPr>
              <p:cNvSpPr/>
              <p:nvPr/>
            </p:nvSpPr>
            <p:spPr>
              <a:xfrm>
                <a:off x="2783109" y="3847623"/>
                <a:ext cx="28949" cy="19351"/>
              </a:xfrm>
              <a:custGeom>
                <a:avLst/>
                <a:gdLst>
                  <a:gd name="csX0" fmla="*/ 4096 w 28949"/>
                  <a:gd name="csY0" fmla="*/ 476 h 19351"/>
                  <a:gd name="csX1" fmla="*/ 5524 w 28949"/>
                  <a:gd name="csY1" fmla="*/ 0 h 19351"/>
                  <a:gd name="csX2" fmla="*/ 28670 w 28949"/>
                  <a:gd name="csY2" fmla="*/ 15240 h 19351"/>
                  <a:gd name="csX3" fmla="*/ 23146 w 28949"/>
                  <a:gd name="csY3" fmla="*/ 18383 h 19351"/>
                  <a:gd name="csX4" fmla="*/ 0 w 28949"/>
                  <a:gd name="csY4" fmla="*/ 3238 h 19351"/>
                  <a:gd name="csX5" fmla="*/ 4096 w 28949"/>
                  <a:gd name="csY5" fmla="*/ 476 h 193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28949" h="19351">
                    <a:moveTo>
                      <a:pt x="4096" y="476"/>
                    </a:moveTo>
                    <a:lnTo>
                      <a:pt x="5524" y="0"/>
                    </a:lnTo>
                    <a:cubicBezTo>
                      <a:pt x="15427" y="523"/>
                      <a:pt x="24277" y="6350"/>
                      <a:pt x="28670" y="15240"/>
                    </a:cubicBezTo>
                    <a:cubicBezTo>
                      <a:pt x="30099" y="18383"/>
                      <a:pt x="25717" y="20764"/>
                      <a:pt x="23146" y="18383"/>
                    </a:cubicBezTo>
                    <a:cubicBezTo>
                      <a:pt x="18418" y="9810"/>
                      <a:pt x="9749" y="4137"/>
                      <a:pt x="0" y="3238"/>
                    </a:cubicBezTo>
                    <a:cubicBezTo>
                      <a:pt x="1164" y="2050"/>
                      <a:pt x="2558" y="1110"/>
                      <a:pt x="4096" y="476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A4529FE-1176-C147-6EB9-72CF99762F70}"/>
                  </a:ext>
                </a:extLst>
              </p:cNvPr>
              <p:cNvSpPr/>
              <p:nvPr/>
            </p:nvSpPr>
            <p:spPr>
              <a:xfrm>
                <a:off x="2777204" y="3853624"/>
                <a:ext cx="24944" cy="19256"/>
              </a:xfrm>
              <a:custGeom>
                <a:avLst/>
                <a:gdLst>
                  <a:gd name="csX0" fmla="*/ 3143 w 24944"/>
                  <a:gd name="csY0" fmla="*/ 0 h 19256"/>
                  <a:gd name="csX1" fmla="*/ 24670 w 24944"/>
                  <a:gd name="csY1" fmla="*/ 15145 h 19256"/>
                  <a:gd name="csX2" fmla="*/ 19050 w 24944"/>
                  <a:gd name="csY2" fmla="*/ 18288 h 19256"/>
                  <a:gd name="csX3" fmla="*/ 0 w 24944"/>
                  <a:gd name="csY3" fmla="*/ 3810 h 19256"/>
                  <a:gd name="csX4" fmla="*/ 3143 w 24944"/>
                  <a:gd name="csY4" fmla="*/ 0 h 19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944" h="19256">
                    <a:moveTo>
                      <a:pt x="3143" y="0"/>
                    </a:moveTo>
                    <a:cubicBezTo>
                      <a:pt x="12424" y="1069"/>
                      <a:pt x="20529" y="6771"/>
                      <a:pt x="24670" y="15145"/>
                    </a:cubicBezTo>
                    <a:cubicBezTo>
                      <a:pt x="26098" y="18288"/>
                      <a:pt x="21622" y="20669"/>
                      <a:pt x="19050" y="18288"/>
                    </a:cubicBezTo>
                    <a:cubicBezTo>
                      <a:pt x="15123" y="10908"/>
                      <a:pt x="8162" y="5617"/>
                      <a:pt x="0" y="3810"/>
                    </a:cubicBezTo>
                    <a:cubicBezTo>
                      <a:pt x="857" y="2477"/>
                      <a:pt x="2000" y="1143"/>
                      <a:pt x="3143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E647B61E-0A14-9CD7-6CCB-CA06C039C2A5}"/>
                  </a:ext>
                </a:extLst>
              </p:cNvPr>
              <p:cNvSpPr/>
              <p:nvPr/>
            </p:nvSpPr>
            <p:spPr>
              <a:xfrm>
                <a:off x="2794063" y="3832886"/>
                <a:ext cx="38554" cy="35597"/>
              </a:xfrm>
              <a:custGeom>
                <a:avLst/>
                <a:gdLst>
                  <a:gd name="csX0" fmla="*/ 31432 w 38554"/>
                  <a:gd name="csY0" fmla="*/ 35598 h 35597"/>
                  <a:gd name="csX1" fmla="*/ 1619 w 38554"/>
                  <a:gd name="csY1" fmla="*/ 11213 h 35597"/>
                  <a:gd name="csX2" fmla="*/ 0 w 38554"/>
                  <a:gd name="csY2" fmla="*/ 12166 h 35597"/>
                  <a:gd name="csX3" fmla="*/ 14192 w 38554"/>
                  <a:gd name="csY3" fmla="*/ 1212 h 35597"/>
                  <a:gd name="csX4" fmla="*/ 36481 w 38554"/>
                  <a:gd name="csY4" fmla="*/ 7594 h 35597"/>
                  <a:gd name="csX5" fmla="*/ 31432 w 38554"/>
                  <a:gd name="csY5" fmla="*/ 35598 h 355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8554" h="35597">
                    <a:moveTo>
                      <a:pt x="31432" y="35598"/>
                    </a:moveTo>
                    <a:cubicBezTo>
                      <a:pt x="31432" y="35598"/>
                      <a:pt x="30575" y="14261"/>
                      <a:pt x="1619" y="11213"/>
                    </a:cubicBezTo>
                    <a:lnTo>
                      <a:pt x="0" y="12166"/>
                    </a:lnTo>
                    <a:cubicBezTo>
                      <a:pt x="3197" y="6870"/>
                      <a:pt x="8260" y="2963"/>
                      <a:pt x="14192" y="1212"/>
                    </a:cubicBezTo>
                    <a:cubicBezTo>
                      <a:pt x="22219" y="-1746"/>
                      <a:pt x="31237" y="836"/>
                      <a:pt x="36481" y="7594"/>
                    </a:cubicBezTo>
                    <a:cubicBezTo>
                      <a:pt x="41529" y="14071"/>
                      <a:pt x="36386" y="31502"/>
                      <a:pt x="31432" y="35598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8EBFC85D-BC53-5D40-99FA-5A777785C044}"/>
                  </a:ext>
                </a:extLst>
              </p:cNvPr>
              <p:cNvSpPr/>
              <p:nvPr/>
            </p:nvSpPr>
            <p:spPr>
              <a:xfrm>
                <a:off x="2839497" y="3982878"/>
                <a:ext cx="127859" cy="35532"/>
              </a:xfrm>
              <a:custGeom>
                <a:avLst/>
                <a:gdLst>
                  <a:gd name="csX0" fmla="*/ 127445 w 127859"/>
                  <a:gd name="csY0" fmla="*/ 11144 h 35532"/>
                  <a:gd name="csX1" fmla="*/ 115729 w 127859"/>
                  <a:gd name="csY1" fmla="*/ 29528 h 35532"/>
                  <a:gd name="csX2" fmla="*/ 71628 w 127859"/>
                  <a:gd name="csY2" fmla="*/ 32576 h 35532"/>
                  <a:gd name="csX3" fmla="*/ 38957 w 127859"/>
                  <a:gd name="csY3" fmla="*/ 18288 h 35532"/>
                  <a:gd name="csX4" fmla="*/ 6953 w 127859"/>
                  <a:gd name="csY4" fmla="*/ 14192 h 35532"/>
                  <a:gd name="csX5" fmla="*/ 0 w 127859"/>
                  <a:gd name="csY5" fmla="*/ 0 h 35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27859" h="35532">
                    <a:moveTo>
                      <a:pt x="127445" y="11144"/>
                    </a:moveTo>
                    <a:cubicBezTo>
                      <a:pt x="129064" y="19241"/>
                      <a:pt x="126111" y="23431"/>
                      <a:pt x="115729" y="29528"/>
                    </a:cubicBezTo>
                    <a:cubicBezTo>
                      <a:pt x="101999" y="36294"/>
                      <a:pt x="86158" y="37389"/>
                      <a:pt x="71628" y="32576"/>
                    </a:cubicBezTo>
                    <a:cubicBezTo>
                      <a:pt x="54388" y="27622"/>
                      <a:pt x="46101" y="20003"/>
                      <a:pt x="38957" y="18288"/>
                    </a:cubicBezTo>
                    <a:cubicBezTo>
                      <a:pt x="31814" y="16574"/>
                      <a:pt x="14002" y="16288"/>
                      <a:pt x="6953" y="14192"/>
                    </a:cubicBezTo>
                    <a:cubicBezTo>
                      <a:pt x="-95" y="12097"/>
                      <a:pt x="0" y="8572"/>
                      <a:pt x="0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41790970-074C-9612-190E-730F0BA2CC78}"/>
                  </a:ext>
                </a:extLst>
              </p:cNvPr>
              <p:cNvSpPr/>
              <p:nvPr/>
            </p:nvSpPr>
            <p:spPr>
              <a:xfrm>
                <a:off x="2839261" y="3941825"/>
                <a:ext cx="127292" cy="69863"/>
              </a:xfrm>
              <a:custGeom>
                <a:avLst/>
                <a:gdLst>
                  <a:gd name="csX0" fmla="*/ 7190 w 127292"/>
                  <a:gd name="csY0" fmla="*/ 0 h 69863"/>
                  <a:gd name="csX1" fmla="*/ 2046 w 127292"/>
                  <a:gd name="csY1" fmla="*/ 19050 h 69863"/>
                  <a:gd name="csX2" fmla="*/ 999 w 127292"/>
                  <a:gd name="csY2" fmla="*/ 43339 h 69863"/>
                  <a:gd name="csX3" fmla="*/ 28145 w 127292"/>
                  <a:gd name="csY3" fmla="*/ 52006 h 69863"/>
                  <a:gd name="csX4" fmla="*/ 63387 w 127292"/>
                  <a:gd name="csY4" fmla="*/ 64294 h 69863"/>
                  <a:gd name="csX5" fmla="*/ 97106 w 127292"/>
                  <a:gd name="csY5" fmla="*/ 68961 h 69863"/>
                  <a:gd name="csX6" fmla="*/ 126443 w 127292"/>
                  <a:gd name="csY6" fmla="*/ 54102 h 69863"/>
                  <a:gd name="csX7" fmla="*/ 97868 w 127292"/>
                  <a:gd name="csY7" fmla="*/ 31052 h 69863"/>
                  <a:gd name="csX8" fmla="*/ 46147 w 127292"/>
                  <a:gd name="csY8" fmla="*/ 667 h 69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7292" h="69863">
                    <a:moveTo>
                      <a:pt x="7190" y="0"/>
                    </a:moveTo>
                    <a:cubicBezTo>
                      <a:pt x="7190" y="0"/>
                      <a:pt x="3856" y="10192"/>
                      <a:pt x="2046" y="19050"/>
                    </a:cubicBezTo>
                    <a:cubicBezTo>
                      <a:pt x="-265" y="26942"/>
                      <a:pt x="-624" y="35277"/>
                      <a:pt x="999" y="43339"/>
                    </a:cubicBezTo>
                    <a:cubicBezTo>
                      <a:pt x="3475" y="48673"/>
                      <a:pt x="13191" y="52102"/>
                      <a:pt x="28145" y="52006"/>
                    </a:cubicBezTo>
                    <a:cubicBezTo>
                      <a:pt x="40640" y="53518"/>
                      <a:pt x="52661" y="57709"/>
                      <a:pt x="63387" y="64294"/>
                    </a:cubicBezTo>
                    <a:cubicBezTo>
                      <a:pt x="73830" y="69443"/>
                      <a:pt x="85657" y="71081"/>
                      <a:pt x="97106" y="68961"/>
                    </a:cubicBezTo>
                    <a:cubicBezTo>
                      <a:pt x="110441" y="67437"/>
                      <a:pt x="124347" y="59436"/>
                      <a:pt x="126443" y="54102"/>
                    </a:cubicBezTo>
                    <a:cubicBezTo>
                      <a:pt x="128538" y="48768"/>
                      <a:pt x="129205" y="44577"/>
                      <a:pt x="97868" y="31052"/>
                    </a:cubicBezTo>
                    <a:cubicBezTo>
                      <a:pt x="97868" y="31052"/>
                      <a:pt x="61387" y="17526"/>
                      <a:pt x="46147" y="667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5A5963CB-9E02-1BD1-CBD3-7FD73C70D66D}"/>
                  </a:ext>
                </a:extLst>
              </p:cNvPr>
              <p:cNvSpPr/>
              <p:nvPr/>
            </p:nvSpPr>
            <p:spPr>
              <a:xfrm>
                <a:off x="2839261" y="3941825"/>
                <a:ext cx="127292" cy="69863"/>
              </a:xfrm>
              <a:custGeom>
                <a:avLst/>
                <a:gdLst>
                  <a:gd name="csX0" fmla="*/ 7190 w 127292"/>
                  <a:gd name="csY0" fmla="*/ 0 h 69863"/>
                  <a:gd name="csX1" fmla="*/ 2046 w 127292"/>
                  <a:gd name="csY1" fmla="*/ 19050 h 69863"/>
                  <a:gd name="csX2" fmla="*/ 999 w 127292"/>
                  <a:gd name="csY2" fmla="*/ 43339 h 69863"/>
                  <a:gd name="csX3" fmla="*/ 28145 w 127292"/>
                  <a:gd name="csY3" fmla="*/ 52006 h 69863"/>
                  <a:gd name="csX4" fmla="*/ 63387 w 127292"/>
                  <a:gd name="csY4" fmla="*/ 64294 h 69863"/>
                  <a:gd name="csX5" fmla="*/ 97106 w 127292"/>
                  <a:gd name="csY5" fmla="*/ 68961 h 69863"/>
                  <a:gd name="csX6" fmla="*/ 126443 w 127292"/>
                  <a:gd name="csY6" fmla="*/ 54102 h 69863"/>
                  <a:gd name="csX7" fmla="*/ 97868 w 127292"/>
                  <a:gd name="csY7" fmla="*/ 31052 h 69863"/>
                  <a:gd name="csX8" fmla="*/ 46147 w 127292"/>
                  <a:gd name="csY8" fmla="*/ 667 h 69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7292" h="69863">
                    <a:moveTo>
                      <a:pt x="7190" y="0"/>
                    </a:moveTo>
                    <a:cubicBezTo>
                      <a:pt x="7190" y="0"/>
                      <a:pt x="3856" y="10192"/>
                      <a:pt x="2046" y="19050"/>
                    </a:cubicBezTo>
                    <a:cubicBezTo>
                      <a:pt x="-265" y="26942"/>
                      <a:pt x="-624" y="35277"/>
                      <a:pt x="999" y="43339"/>
                    </a:cubicBezTo>
                    <a:cubicBezTo>
                      <a:pt x="3475" y="48673"/>
                      <a:pt x="13191" y="52102"/>
                      <a:pt x="28145" y="52006"/>
                    </a:cubicBezTo>
                    <a:cubicBezTo>
                      <a:pt x="40640" y="53518"/>
                      <a:pt x="52661" y="57709"/>
                      <a:pt x="63387" y="64294"/>
                    </a:cubicBezTo>
                    <a:cubicBezTo>
                      <a:pt x="73830" y="69443"/>
                      <a:pt x="85657" y="71081"/>
                      <a:pt x="97106" y="68961"/>
                    </a:cubicBezTo>
                    <a:cubicBezTo>
                      <a:pt x="110441" y="67437"/>
                      <a:pt x="124347" y="59436"/>
                      <a:pt x="126443" y="54102"/>
                    </a:cubicBezTo>
                    <a:cubicBezTo>
                      <a:pt x="128538" y="48768"/>
                      <a:pt x="129205" y="44577"/>
                      <a:pt x="97868" y="31052"/>
                    </a:cubicBezTo>
                    <a:cubicBezTo>
                      <a:pt x="97868" y="31052"/>
                      <a:pt x="61387" y="17526"/>
                      <a:pt x="46147" y="6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099D08F3-0355-AEBB-6952-31923E94442B}"/>
                  </a:ext>
                </a:extLst>
              </p:cNvPr>
              <p:cNvSpPr/>
              <p:nvPr/>
            </p:nvSpPr>
            <p:spPr>
              <a:xfrm>
                <a:off x="2907029" y="3971719"/>
                <a:ext cx="60055" cy="41444"/>
              </a:xfrm>
              <a:custGeom>
                <a:avLst/>
                <a:gdLst>
                  <a:gd name="csX0" fmla="*/ 0 w 60055"/>
                  <a:gd name="csY0" fmla="*/ 36591 h 41444"/>
                  <a:gd name="csX1" fmla="*/ 24670 w 60055"/>
                  <a:gd name="csY1" fmla="*/ 1825 h 41444"/>
                  <a:gd name="csX2" fmla="*/ 59912 w 60055"/>
                  <a:gd name="csY2" fmla="*/ 22304 h 41444"/>
                  <a:gd name="csX3" fmla="*/ 0 w 60055"/>
                  <a:gd name="csY3" fmla="*/ 36591 h 41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0055" h="41444">
                    <a:moveTo>
                      <a:pt x="0" y="36591"/>
                    </a:moveTo>
                    <a:cubicBezTo>
                      <a:pt x="0" y="36591"/>
                      <a:pt x="2667" y="9540"/>
                      <a:pt x="24670" y="1825"/>
                    </a:cubicBezTo>
                    <a:cubicBezTo>
                      <a:pt x="44482" y="-5224"/>
                      <a:pt x="61817" y="9540"/>
                      <a:pt x="59912" y="22304"/>
                    </a:cubicBezTo>
                    <a:cubicBezTo>
                      <a:pt x="58579" y="30972"/>
                      <a:pt x="34385" y="50498"/>
                      <a:pt x="0" y="36591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EDF1DE12-CE1A-D34B-219A-840360F1D073}"/>
                  </a:ext>
                </a:extLst>
              </p:cNvPr>
              <p:cNvSpPr/>
              <p:nvPr/>
            </p:nvSpPr>
            <p:spPr>
              <a:xfrm>
                <a:off x="2898806" y="3964553"/>
                <a:ext cx="27273" cy="20502"/>
              </a:xfrm>
              <a:custGeom>
                <a:avLst/>
                <a:gdLst>
                  <a:gd name="csX0" fmla="*/ 27274 w 27273"/>
                  <a:gd name="csY0" fmla="*/ 3847 h 20502"/>
                  <a:gd name="csX1" fmla="*/ 12319 w 27273"/>
                  <a:gd name="csY1" fmla="*/ 10515 h 20502"/>
                  <a:gd name="csX2" fmla="*/ 5747 w 27273"/>
                  <a:gd name="csY2" fmla="*/ 19468 h 20502"/>
                  <a:gd name="csX3" fmla="*/ 1034 w 27273"/>
                  <a:gd name="csY3" fmla="*/ 19582 h 20502"/>
                  <a:gd name="csX4" fmla="*/ 32 w 27273"/>
                  <a:gd name="csY4" fmla="*/ 16706 h 20502"/>
                  <a:gd name="csX5" fmla="*/ 19082 w 27273"/>
                  <a:gd name="csY5" fmla="*/ 227 h 20502"/>
                  <a:gd name="csX6" fmla="*/ 27274 w 27273"/>
                  <a:gd name="csY6" fmla="*/ 3847 h 205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273" h="20502">
                    <a:moveTo>
                      <a:pt x="27274" y="3847"/>
                    </a:moveTo>
                    <a:cubicBezTo>
                      <a:pt x="21692" y="4367"/>
                      <a:pt x="16437" y="6710"/>
                      <a:pt x="12319" y="10515"/>
                    </a:cubicBezTo>
                    <a:cubicBezTo>
                      <a:pt x="5938" y="15849"/>
                      <a:pt x="5747" y="19468"/>
                      <a:pt x="5747" y="19468"/>
                    </a:cubicBezTo>
                    <a:cubicBezTo>
                      <a:pt x="4477" y="20801"/>
                      <a:pt x="2367" y="20852"/>
                      <a:pt x="1034" y="19582"/>
                    </a:cubicBezTo>
                    <a:cubicBezTo>
                      <a:pt x="256" y="18840"/>
                      <a:pt x="-117" y="17770"/>
                      <a:pt x="32" y="16706"/>
                    </a:cubicBezTo>
                    <a:cubicBezTo>
                      <a:pt x="1946" y="7549"/>
                      <a:pt x="9745" y="802"/>
                      <a:pt x="19082" y="227"/>
                    </a:cubicBezTo>
                    <a:cubicBezTo>
                      <a:pt x="22321" y="-603"/>
                      <a:pt x="25707" y="894"/>
                      <a:pt x="27274" y="3847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490B7C41-4CCA-3539-49C8-F0EB29405786}"/>
                  </a:ext>
                </a:extLst>
              </p:cNvPr>
              <p:cNvSpPr/>
              <p:nvPr/>
            </p:nvSpPr>
            <p:spPr>
              <a:xfrm>
                <a:off x="2886246" y="3958553"/>
                <a:ext cx="27260" cy="20392"/>
              </a:xfrm>
              <a:custGeom>
                <a:avLst/>
                <a:gdLst>
                  <a:gd name="csX0" fmla="*/ 27260 w 27260"/>
                  <a:gd name="csY0" fmla="*/ 3847 h 20392"/>
                  <a:gd name="csX1" fmla="*/ 12115 w 27260"/>
                  <a:gd name="csY1" fmla="*/ 9848 h 20392"/>
                  <a:gd name="csX2" fmla="*/ 5734 w 27260"/>
                  <a:gd name="csY2" fmla="*/ 19373 h 20392"/>
                  <a:gd name="csX3" fmla="*/ 1020 w 27260"/>
                  <a:gd name="csY3" fmla="*/ 19459 h 20392"/>
                  <a:gd name="csX4" fmla="*/ 19 w 27260"/>
                  <a:gd name="csY4" fmla="*/ 16706 h 20392"/>
                  <a:gd name="csX5" fmla="*/ 19069 w 27260"/>
                  <a:gd name="csY5" fmla="*/ 227 h 20392"/>
                  <a:gd name="csX6" fmla="*/ 27260 w 27260"/>
                  <a:gd name="csY6" fmla="*/ 3847 h 203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260" h="20392">
                    <a:moveTo>
                      <a:pt x="27260" y="3847"/>
                    </a:moveTo>
                    <a:cubicBezTo>
                      <a:pt x="21637" y="3874"/>
                      <a:pt x="16231" y="6016"/>
                      <a:pt x="12115" y="9848"/>
                    </a:cubicBezTo>
                    <a:cubicBezTo>
                      <a:pt x="5829" y="15182"/>
                      <a:pt x="5734" y="19373"/>
                      <a:pt x="5734" y="19373"/>
                    </a:cubicBezTo>
                    <a:cubicBezTo>
                      <a:pt x="4456" y="20698"/>
                      <a:pt x="2345" y="20737"/>
                      <a:pt x="1020" y="19459"/>
                    </a:cubicBezTo>
                    <a:cubicBezTo>
                      <a:pt x="279" y="18744"/>
                      <a:pt x="-90" y="17729"/>
                      <a:pt x="19" y="16706"/>
                    </a:cubicBezTo>
                    <a:cubicBezTo>
                      <a:pt x="1932" y="7549"/>
                      <a:pt x="9732" y="802"/>
                      <a:pt x="19069" y="227"/>
                    </a:cubicBezTo>
                    <a:cubicBezTo>
                      <a:pt x="22307" y="-603"/>
                      <a:pt x="25693" y="894"/>
                      <a:pt x="27260" y="3847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E2BDC6B9-6714-00B8-9709-B415563EEE2A}"/>
                  </a:ext>
                </a:extLst>
              </p:cNvPr>
              <p:cNvSpPr/>
              <p:nvPr/>
            </p:nvSpPr>
            <p:spPr>
              <a:xfrm>
                <a:off x="2872952" y="3951553"/>
                <a:ext cx="28077" cy="19162"/>
              </a:xfrm>
              <a:custGeom>
                <a:avLst/>
                <a:gdLst>
                  <a:gd name="csX0" fmla="*/ 28077 w 28077"/>
                  <a:gd name="csY0" fmla="*/ 3798 h 19162"/>
                  <a:gd name="csX1" fmla="*/ 12551 w 28077"/>
                  <a:gd name="csY1" fmla="*/ 8751 h 19162"/>
                  <a:gd name="csX2" fmla="*/ 5598 w 28077"/>
                  <a:gd name="csY2" fmla="*/ 18276 h 19162"/>
                  <a:gd name="csX3" fmla="*/ 887 w 28077"/>
                  <a:gd name="csY3" fmla="*/ 18093 h 19162"/>
                  <a:gd name="csX4" fmla="*/ 74 w 28077"/>
                  <a:gd name="csY4" fmla="*/ 15133 h 19162"/>
                  <a:gd name="csX5" fmla="*/ 20552 w 28077"/>
                  <a:gd name="csY5" fmla="*/ 83 h 19162"/>
                  <a:gd name="csX6" fmla="*/ 28077 w 28077"/>
                  <a:gd name="csY6" fmla="*/ 3798 h 19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8077" h="19162">
                    <a:moveTo>
                      <a:pt x="28077" y="3798"/>
                    </a:moveTo>
                    <a:cubicBezTo>
                      <a:pt x="22465" y="3449"/>
                      <a:pt x="16925" y="5216"/>
                      <a:pt x="12551" y="8751"/>
                    </a:cubicBezTo>
                    <a:cubicBezTo>
                      <a:pt x="5884" y="13609"/>
                      <a:pt x="5598" y="18276"/>
                      <a:pt x="5598" y="18276"/>
                    </a:cubicBezTo>
                    <a:cubicBezTo>
                      <a:pt x="4247" y="19526"/>
                      <a:pt x="2138" y="19445"/>
                      <a:pt x="887" y="18093"/>
                    </a:cubicBezTo>
                    <a:cubicBezTo>
                      <a:pt x="150" y="17298"/>
                      <a:pt x="-153" y="16193"/>
                      <a:pt x="74" y="15133"/>
                    </a:cubicBezTo>
                    <a:cubicBezTo>
                      <a:pt x="2615" y="5996"/>
                      <a:pt x="11073" y="-220"/>
                      <a:pt x="20552" y="83"/>
                    </a:cubicBezTo>
                    <a:cubicBezTo>
                      <a:pt x="23591" y="-378"/>
                      <a:pt x="26595" y="1105"/>
                      <a:pt x="28077" y="3798"/>
                    </a:cubicBezTo>
                    <a:close/>
                  </a:path>
                </a:pathLst>
              </a:custGeom>
              <a:solidFill>
                <a:srgbClr val="FAFAFA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04CF61A2-83F4-A4F2-D740-0F023BB61687}"/>
                  </a:ext>
                </a:extLst>
              </p:cNvPr>
              <p:cNvSpPr/>
              <p:nvPr/>
            </p:nvSpPr>
            <p:spPr>
              <a:xfrm>
                <a:off x="2759202" y="3864006"/>
                <a:ext cx="31622" cy="22913"/>
              </a:xfrm>
              <a:custGeom>
                <a:avLst/>
                <a:gdLst>
                  <a:gd name="csX0" fmla="*/ 0 w 31622"/>
                  <a:gd name="csY0" fmla="*/ 0 h 22913"/>
                  <a:gd name="csX1" fmla="*/ 0 w 31622"/>
                  <a:gd name="csY1" fmla="*/ 18383 h 22913"/>
                  <a:gd name="csX2" fmla="*/ 29623 w 31622"/>
                  <a:gd name="csY2" fmla="*/ 19145 h 22913"/>
                  <a:gd name="csX3" fmla="*/ 31623 w 31622"/>
                  <a:gd name="csY3" fmla="*/ 95 h 229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1622" h="22913">
                    <a:moveTo>
                      <a:pt x="0" y="0"/>
                    </a:moveTo>
                    <a:lnTo>
                      <a:pt x="0" y="18383"/>
                    </a:lnTo>
                    <a:cubicBezTo>
                      <a:pt x="8961" y="24137"/>
                      <a:pt x="20378" y="24431"/>
                      <a:pt x="29623" y="19145"/>
                    </a:cubicBezTo>
                    <a:cubicBezTo>
                      <a:pt x="30099" y="18002"/>
                      <a:pt x="31623" y="95"/>
                      <a:pt x="31623" y="95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671ACE4B-980D-DB88-2E25-513F662E388F}"/>
                  </a:ext>
                </a:extLst>
              </p:cNvPr>
              <p:cNvSpPr/>
              <p:nvPr/>
            </p:nvSpPr>
            <p:spPr>
              <a:xfrm>
                <a:off x="2846450" y="3929157"/>
                <a:ext cx="38780" cy="25558"/>
              </a:xfrm>
              <a:custGeom>
                <a:avLst/>
                <a:gdLst>
                  <a:gd name="csX0" fmla="*/ 0 w 38780"/>
                  <a:gd name="csY0" fmla="*/ 0 h 25558"/>
                  <a:gd name="csX1" fmla="*/ 0 w 38780"/>
                  <a:gd name="csY1" fmla="*/ 13621 h 25558"/>
                  <a:gd name="csX2" fmla="*/ 21050 w 38780"/>
                  <a:gd name="csY2" fmla="*/ 25527 h 25558"/>
                  <a:gd name="csX3" fmla="*/ 38767 w 38780"/>
                  <a:gd name="csY3" fmla="*/ 13430 h 25558"/>
                  <a:gd name="csX4" fmla="*/ 38767 w 38780"/>
                  <a:gd name="csY4" fmla="*/ 762 h 255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8780" h="25558">
                    <a:moveTo>
                      <a:pt x="0" y="0"/>
                    </a:moveTo>
                    <a:lnTo>
                      <a:pt x="0" y="13621"/>
                    </a:lnTo>
                    <a:cubicBezTo>
                      <a:pt x="0" y="18669"/>
                      <a:pt x="5810" y="26098"/>
                      <a:pt x="21050" y="25527"/>
                    </a:cubicBezTo>
                    <a:cubicBezTo>
                      <a:pt x="31718" y="25527"/>
                      <a:pt x="39148" y="22288"/>
                      <a:pt x="38767" y="13430"/>
                    </a:cubicBezTo>
                    <a:lnTo>
                      <a:pt x="38767" y="762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83AAAAF5-AB39-C1E0-0196-560FC21D6142}"/>
                  </a:ext>
                </a:extLst>
              </p:cNvPr>
              <p:cNvSpPr/>
              <p:nvPr/>
            </p:nvSpPr>
            <p:spPr>
              <a:xfrm>
                <a:off x="2737913" y="3392289"/>
                <a:ext cx="174485" cy="541252"/>
              </a:xfrm>
              <a:custGeom>
                <a:avLst/>
                <a:gdLst>
                  <a:gd name="csX0" fmla="*/ 1477 w 174485"/>
                  <a:gd name="csY0" fmla="*/ 316078 h 541252"/>
                  <a:gd name="csX1" fmla="*/ 10430 w 174485"/>
                  <a:gd name="csY1" fmla="*/ 260452 h 541252"/>
                  <a:gd name="csX2" fmla="*/ 905 w 174485"/>
                  <a:gd name="csY2" fmla="*/ 154153 h 541252"/>
                  <a:gd name="csX3" fmla="*/ 32433 w 174485"/>
                  <a:gd name="csY3" fmla="*/ 515 h 541252"/>
                  <a:gd name="csX4" fmla="*/ 173117 w 174485"/>
                  <a:gd name="csY4" fmla="*/ 53855 h 541252"/>
                  <a:gd name="csX5" fmla="*/ 172069 w 174485"/>
                  <a:gd name="csY5" fmla="*/ 317698 h 541252"/>
                  <a:gd name="csX6" fmla="*/ 163306 w 174485"/>
                  <a:gd name="csY6" fmla="*/ 374848 h 541252"/>
                  <a:gd name="csX7" fmla="*/ 147209 w 174485"/>
                  <a:gd name="csY7" fmla="*/ 536773 h 541252"/>
                  <a:gd name="csX8" fmla="*/ 108442 w 174485"/>
                  <a:gd name="csY8" fmla="*/ 536011 h 541252"/>
                  <a:gd name="csX9" fmla="*/ 97584 w 174485"/>
                  <a:gd name="csY9" fmla="*/ 360560 h 541252"/>
                  <a:gd name="csX10" fmla="*/ 101299 w 174485"/>
                  <a:gd name="csY10" fmla="*/ 312078 h 541252"/>
                  <a:gd name="csX11" fmla="*/ 81487 w 174485"/>
                  <a:gd name="csY11" fmla="*/ 166631 h 541252"/>
                  <a:gd name="csX12" fmla="*/ 76915 w 174485"/>
                  <a:gd name="csY12" fmla="*/ 230067 h 541252"/>
                  <a:gd name="csX13" fmla="*/ 69295 w 174485"/>
                  <a:gd name="csY13" fmla="*/ 336271 h 541252"/>
                  <a:gd name="csX14" fmla="*/ 53769 w 174485"/>
                  <a:gd name="csY14" fmla="*/ 476765 h 541252"/>
                  <a:gd name="csX15" fmla="*/ 21098 w 174485"/>
                  <a:gd name="csY15" fmla="*/ 474384 h 541252"/>
                  <a:gd name="csX16" fmla="*/ 1477 w 174485"/>
                  <a:gd name="csY16" fmla="*/ 316078 h 541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74485" h="541252">
                    <a:moveTo>
                      <a:pt x="1477" y="316078"/>
                    </a:moveTo>
                    <a:cubicBezTo>
                      <a:pt x="978" y="297141"/>
                      <a:pt x="4014" y="278276"/>
                      <a:pt x="10430" y="260452"/>
                    </a:cubicBezTo>
                    <a:cubicBezTo>
                      <a:pt x="10430" y="260452"/>
                      <a:pt x="4715" y="212827"/>
                      <a:pt x="905" y="154153"/>
                    </a:cubicBezTo>
                    <a:cubicBezTo>
                      <a:pt x="-4429" y="68428"/>
                      <a:pt x="14812" y="40520"/>
                      <a:pt x="32433" y="515"/>
                    </a:cubicBezTo>
                    <a:cubicBezTo>
                      <a:pt x="32433" y="515"/>
                      <a:pt x="171117" y="-9010"/>
                      <a:pt x="173117" y="53855"/>
                    </a:cubicBezTo>
                    <a:cubicBezTo>
                      <a:pt x="175784" y="138437"/>
                      <a:pt x="174070" y="290265"/>
                      <a:pt x="172069" y="317698"/>
                    </a:cubicBezTo>
                    <a:cubicBezTo>
                      <a:pt x="170069" y="345130"/>
                      <a:pt x="169974" y="319793"/>
                      <a:pt x="163306" y="374848"/>
                    </a:cubicBezTo>
                    <a:cubicBezTo>
                      <a:pt x="158068" y="418758"/>
                      <a:pt x="147209" y="536773"/>
                      <a:pt x="147209" y="536773"/>
                    </a:cubicBezTo>
                    <a:cubicBezTo>
                      <a:pt x="134970" y="543004"/>
                      <a:pt x="120428" y="542719"/>
                      <a:pt x="108442" y="536011"/>
                    </a:cubicBezTo>
                    <a:cubicBezTo>
                      <a:pt x="108442" y="536011"/>
                      <a:pt x="96250" y="391897"/>
                      <a:pt x="97584" y="360560"/>
                    </a:cubicBezTo>
                    <a:cubicBezTo>
                      <a:pt x="97710" y="344333"/>
                      <a:pt x="98952" y="328134"/>
                      <a:pt x="101299" y="312078"/>
                    </a:cubicBezTo>
                    <a:cubicBezTo>
                      <a:pt x="101299" y="312078"/>
                      <a:pt x="83773" y="186729"/>
                      <a:pt x="81487" y="166631"/>
                    </a:cubicBezTo>
                    <a:cubicBezTo>
                      <a:pt x="81487" y="166631"/>
                      <a:pt x="79010" y="202636"/>
                      <a:pt x="76915" y="230067"/>
                    </a:cubicBezTo>
                    <a:cubicBezTo>
                      <a:pt x="74819" y="257499"/>
                      <a:pt x="75105" y="279598"/>
                      <a:pt x="69295" y="336271"/>
                    </a:cubicBezTo>
                    <a:cubicBezTo>
                      <a:pt x="64723" y="380753"/>
                      <a:pt x="53769" y="476765"/>
                      <a:pt x="53769" y="476765"/>
                    </a:cubicBezTo>
                    <a:cubicBezTo>
                      <a:pt x="43102" y="481105"/>
                      <a:pt x="31023" y="480224"/>
                      <a:pt x="21098" y="474384"/>
                    </a:cubicBezTo>
                    <a:cubicBezTo>
                      <a:pt x="21098" y="474384"/>
                      <a:pt x="619" y="347415"/>
                      <a:pt x="1477" y="31607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2255676D-1266-DA33-0F74-7431964E8F23}"/>
                  </a:ext>
                </a:extLst>
              </p:cNvPr>
              <p:cNvSpPr/>
              <p:nvPr/>
            </p:nvSpPr>
            <p:spPr>
              <a:xfrm>
                <a:off x="2770822" y="3511295"/>
                <a:ext cx="48577" cy="110775"/>
              </a:xfrm>
              <a:custGeom>
                <a:avLst/>
                <a:gdLst>
                  <a:gd name="csX0" fmla="*/ 48578 w 48577"/>
                  <a:gd name="csY0" fmla="*/ 47625 h 110775"/>
                  <a:gd name="csX1" fmla="*/ 45720 w 48577"/>
                  <a:gd name="csY1" fmla="*/ 17336 h 110775"/>
                  <a:gd name="csX2" fmla="*/ 0 w 48577"/>
                  <a:gd name="csY2" fmla="*/ 0 h 110775"/>
                  <a:gd name="csX3" fmla="*/ 36100 w 48577"/>
                  <a:gd name="csY3" fmla="*/ 22479 h 110775"/>
                  <a:gd name="csX4" fmla="*/ 42101 w 48577"/>
                  <a:gd name="csY4" fmla="*/ 52007 h 110775"/>
                  <a:gd name="csX5" fmla="*/ 43625 w 48577"/>
                  <a:gd name="csY5" fmla="*/ 110776 h 110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8577" h="110775">
                    <a:moveTo>
                      <a:pt x="48578" y="47625"/>
                    </a:moveTo>
                    <a:lnTo>
                      <a:pt x="45720" y="17336"/>
                    </a:lnTo>
                    <a:cubicBezTo>
                      <a:pt x="29402" y="14946"/>
                      <a:pt x="13800" y="9031"/>
                      <a:pt x="0" y="0"/>
                    </a:cubicBezTo>
                    <a:cubicBezTo>
                      <a:pt x="9013" y="11508"/>
                      <a:pt x="21796" y="19468"/>
                      <a:pt x="36100" y="22479"/>
                    </a:cubicBezTo>
                    <a:lnTo>
                      <a:pt x="42101" y="52007"/>
                    </a:lnTo>
                    <a:lnTo>
                      <a:pt x="43625" y="110776"/>
                    </a:lnTo>
                    <a:close/>
                  </a:path>
                </a:pathLst>
              </a:custGeom>
              <a:solidFill>
                <a:srgbClr val="37474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D81DB276-6199-9DC9-2093-545B9131D07B}"/>
                  </a:ext>
                </a:extLst>
              </p:cNvPr>
              <p:cNvSpPr/>
              <p:nvPr/>
            </p:nvSpPr>
            <p:spPr>
              <a:xfrm>
                <a:off x="2804445" y="3188493"/>
                <a:ext cx="57912" cy="68960"/>
              </a:xfrm>
              <a:custGeom>
                <a:avLst/>
                <a:gdLst>
                  <a:gd name="csX0" fmla="*/ 57912 w 57912"/>
                  <a:gd name="csY0" fmla="*/ 11049 h 68960"/>
                  <a:gd name="csX1" fmla="*/ 50863 w 57912"/>
                  <a:gd name="csY1" fmla="*/ 68961 h 68960"/>
                  <a:gd name="csX2" fmla="*/ 0 w 57912"/>
                  <a:gd name="csY2" fmla="*/ 64294 h 68960"/>
                  <a:gd name="csX3" fmla="*/ 5810 w 57912"/>
                  <a:gd name="csY3" fmla="*/ 0 h 68960"/>
                  <a:gd name="csX4" fmla="*/ 57912 w 57912"/>
                  <a:gd name="csY4" fmla="*/ 11049 h 68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7912" h="68960">
                    <a:moveTo>
                      <a:pt x="57912" y="11049"/>
                    </a:moveTo>
                    <a:lnTo>
                      <a:pt x="50863" y="68961"/>
                    </a:lnTo>
                    <a:lnTo>
                      <a:pt x="0" y="64294"/>
                    </a:lnTo>
                    <a:lnTo>
                      <a:pt x="5810" y="0"/>
                    </a:lnTo>
                    <a:lnTo>
                      <a:pt x="57912" y="11049"/>
                    </a:ln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0FC00C6A-389A-7739-74BA-54CA2F9F53D7}"/>
                  </a:ext>
                </a:extLst>
              </p:cNvPr>
              <p:cNvSpPr/>
              <p:nvPr/>
            </p:nvSpPr>
            <p:spPr>
              <a:xfrm>
                <a:off x="2745200" y="3219884"/>
                <a:ext cx="167366" cy="271096"/>
              </a:xfrm>
              <a:custGeom>
                <a:avLst/>
                <a:gdLst>
                  <a:gd name="csX0" fmla="*/ 9525 w 167366"/>
                  <a:gd name="csY0" fmla="*/ 28140 h 271096"/>
                  <a:gd name="csX1" fmla="*/ 47625 w 167366"/>
                  <a:gd name="csY1" fmla="*/ 518 h 271096"/>
                  <a:gd name="csX2" fmla="*/ 62008 w 167366"/>
                  <a:gd name="csY2" fmla="*/ 3185 h 271096"/>
                  <a:gd name="csX3" fmla="*/ 112681 w 167366"/>
                  <a:gd name="csY3" fmla="*/ 15377 h 271096"/>
                  <a:gd name="csX4" fmla="*/ 133350 w 167366"/>
                  <a:gd name="csY4" fmla="*/ 21949 h 271096"/>
                  <a:gd name="csX5" fmla="*/ 167354 w 167366"/>
                  <a:gd name="csY5" fmla="*/ 112341 h 271096"/>
                  <a:gd name="csX6" fmla="*/ 158877 w 167366"/>
                  <a:gd name="csY6" fmla="*/ 241405 h 271096"/>
                  <a:gd name="csX7" fmla="*/ 58102 w 167366"/>
                  <a:gd name="csY7" fmla="*/ 265027 h 271096"/>
                  <a:gd name="csX8" fmla="*/ 0 w 167366"/>
                  <a:gd name="csY8" fmla="*/ 234833 h 271096"/>
                  <a:gd name="csX9" fmla="*/ 29432 w 167366"/>
                  <a:gd name="csY9" fmla="*/ 159490 h 271096"/>
                  <a:gd name="csX10" fmla="*/ 9525 w 167366"/>
                  <a:gd name="csY10" fmla="*/ 28140 h 271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67366" h="271096">
                    <a:moveTo>
                      <a:pt x="9525" y="28140"/>
                    </a:moveTo>
                    <a:cubicBezTo>
                      <a:pt x="15145" y="12900"/>
                      <a:pt x="28004" y="-3102"/>
                      <a:pt x="47625" y="518"/>
                    </a:cubicBezTo>
                    <a:lnTo>
                      <a:pt x="62008" y="3185"/>
                    </a:lnTo>
                    <a:cubicBezTo>
                      <a:pt x="62484" y="16520"/>
                      <a:pt x="87630" y="23473"/>
                      <a:pt x="112681" y="15377"/>
                    </a:cubicBezTo>
                    <a:cubicBezTo>
                      <a:pt x="120206" y="17473"/>
                      <a:pt x="127159" y="19758"/>
                      <a:pt x="133350" y="21949"/>
                    </a:cubicBezTo>
                    <a:cubicBezTo>
                      <a:pt x="151352" y="28331"/>
                      <a:pt x="166973" y="62526"/>
                      <a:pt x="167354" y="112341"/>
                    </a:cubicBezTo>
                    <a:cubicBezTo>
                      <a:pt x="167735" y="162157"/>
                      <a:pt x="158877" y="241405"/>
                      <a:pt x="158877" y="241405"/>
                    </a:cubicBezTo>
                    <a:cubicBezTo>
                      <a:pt x="158877" y="241405"/>
                      <a:pt x="126302" y="287221"/>
                      <a:pt x="58102" y="265027"/>
                    </a:cubicBezTo>
                    <a:cubicBezTo>
                      <a:pt x="8382" y="248835"/>
                      <a:pt x="0" y="234833"/>
                      <a:pt x="0" y="234833"/>
                    </a:cubicBezTo>
                    <a:cubicBezTo>
                      <a:pt x="0" y="234833"/>
                      <a:pt x="17335" y="193494"/>
                      <a:pt x="29432" y="159490"/>
                    </a:cubicBezTo>
                    <a:cubicBezTo>
                      <a:pt x="2286" y="87386"/>
                      <a:pt x="1238" y="50429"/>
                      <a:pt x="9525" y="28140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2BC66364-DE35-AD6E-327F-B54418069CD6}"/>
                  </a:ext>
                </a:extLst>
              </p:cNvPr>
              <p:cNvSpPr/>
              <p:nvPr/>
            </p:nvSpPr>
            <p:spPr>
              <a:xfrm>
                <a:off x="2735580" y="3219884"/>
                <a:ext cx="179069" cy="323769"/>
              </a:xfrm>
              <a:custGeom>
                <a:avLst/>
                <a:gdLst>
                  <a:gd name="csX0" fmla="*/ 19145 w 179069"/>
                  <a:gd name="csY0" fmla="*/ 28140 h 323769"/>
                  <a:gd name="csX1" fmla="*/ 57245 w 179069"/>
                  <a:gd name="csY1" fmla="*/ 518 h 323769"/>
                  <a:gd name="csX2" fmla="*/ 71628 w 179069"/>
                  <a:gd name="csY2" fmla="*/ 3185 h 323769"/>
                  <a:gd name="csX3" fmla="*/ 122301 w 179069"/>
                  <a:gd name="csY3" fmla="*/ 15377 h 323769"/>
                  <a:gd name="csX4" fmla="*/ 142970 w 179069"/>
                  <a:gd name="csY4" fmla="*/ 21949 h 323769"/>
                  <a:gd name="csX5" fmla="*/ 176974 w 179069"/>
                  <a:gd name="csY5" fmla="*/ 112341 h 323769"/>
                  <a:gd name="csX6" fmla="*/ 179070 w 179069"/>
                  <a:gd name="csY6" fmla="*/ 311033 h 323769"/>
                  <a:gd name="csX7" fmla="*/ 153924 w 179069"/>
                  <a:gd name="csY7" fmla="*/ 254550 h 323769"/>
                  <a:gd name="csX8" fmla="*/ 68157 w 179069"/>
                  <a:gd name="csY8" fmla="*/ 323295 h 323769"/>
                  <a:gd name="csX9" fmla="*/ 54578 w 179069"/>
                  <a:gd name="csY9" fmla="*/ 320558 h 323769"/>
                  <a:gd name="csX10" fmla="*/ 0 w 179069"/>
                  <a:gd name="csY10" fmla="*/ 259122 h 323769"/>
                  <a:gd name="csX11" fmla="*/ 39338 w 179069"/>
                  <a:gd name="csY11" fmla="*/ 159205 h 323769"/>
                  <a:gd name="csX12" fmla="*/ 19145 w 179069"/>
                  <a:gd name="csY12" fmla="*/ 28140 h 323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79069" h="323769">
                    <a:moveTo>
                      <a:pt x="19145" y="28140"/>
                    </a:moveTo>
                    <a:cubicBezTo>
                      <a:pt x="24765" y="12900"/>
                      <a:pt x="37624" y="-3102"/>
                      <a:pt x="57245" y="518"/>
                    </a:cubicBezTo>
                    <a:lnTo>
                      <a:pt x="71628" y="3185"/>
                    </a:lnTo>
                    <a:cubicBezTo>
                      <a:pt x="72104" y="16520"/>
                      <a:pt x="97250" y="23473"/>
                      <a:pt x="122301" y="15377"/>
                    </a:cubicBezTo>
                    <a:cubicBezTo>
                      <a:pt x="129826" y="17473"/>
                      <a:pt x="136779" y="19758"/>
                      <a:pt x="142970" y="21949"/>
                    </a:cubicBezTo>
                    <a:cubicBezTo>
                      <a:pt x="160972" y="28331"/>
                      <a:pt x="176593" y="62526"/>
                      <a:pt x="176974" y="112341"/>
                    </a:cubicBezTo>
                    <a:cubicBezTo>
                      <a:pt x="177355" y="162157"/>
                      <a:pt x="179070" y="311033"/>
                      <a:pt x="179070" y="311033"/>
                    </a:cubicBezTo>
                    <a:cubicBezTo>
                      <a:pt x="179070" y="311033"/>
                      <a:pt x="164592" y="301032"/>
                      <a:pt x="153924" y="254550"/>
                    </a:cubicBezTo>
                    <a:cubicBezTo>
                      <a:pt x="149224" y="297217"/>
                      <a:pt x="110824" y="327996"/>
                      <a:pt x="68157" y="323295"/>
                    </a:cubicBezTo>
                    <a:cubicBezTo>
                      <a:pt x="63558" y="322789"/>
                      <a:pt x="59014" y="321873"/>
                      <a:pt x="54578" y="320558"/>
                    </a:cubicBezTo>
                    <a:cubicBezTo>
                      <a:pt x="4858" y="304461"/>
                      <a:pt x="3143" y="282934"/>
                      <a:pt x="0" y="259122"/>
                    </a:cubicBezTo>
                    <a:cubicBezTo>
                      <a:pt x="2476" y="240072"/>
                      <a:pt x="20098" y="195590"/>
                      <a:pt x="39338" y="159205"/>
                    </a:cubicBezTo>
                    <a:cubicBezTo>
                      <a:pt x="11906" y="87386"/>
                      <a:pt x="10858" y="50429"/>
                      <a:pt x="19145" y="28140"/>
                    </a:cubicBezTo>
                    <a:close/>
                  </a:path>
                </a:pathLst>
              </a:custGeom>
              <a:solidFill>
                <a:srgbClr val="353535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4E3BF22-C8A8-0E81-E41F-BC7E5CC902F8}"/>
                  </a:ext>
                </a:extLst>
              </p:cNvPr>
              <p:cNvSpPr/>
              <p:nvPr/>
            </p:nvSpPr>
            <p:spPr>
              <a:xfrm>
                <a:off x="2758406" y="3056707"/>
                <a:ext cx="145658" cy="137500"/>
              </a:xfrm>
              <a:custGeom>
                <a:avLst/>
                <a:gdLst>
                  <a:gd name="csX0" fmla="*/ 141861 w 145658"/>
                  <a:gd name="csY0" fmla="*/ 69206 h 137500"/>
                  <a:gd name="csX1" fmla="*/ 137955 w 145658"/>
                  <a:gd name="csY1" fmla="*/ 26154 h 137500"/>
                  <a:gd name="csX2" fmla="*/ 48897 w 145658"/>
                  <a:gd name="csY2" fmla="*/ 5198 h 137500"/>
                  <a:gd name="csX3" fmla="*/ 34 w 145658"/>
                  <a:gd name="csY3" fmla="*/ 68064 h 137500"/>
                  <a:gd name="csX4" fmla="*/ 76233 w 145658"/>
                  <a:gd name="csY4" fmla="*/ 137501 h 137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5658" h="137500">
                    <a:moveTo>
                      <a:pt x="141861" y="69206"/>
                    </a:moveTo>
                    <a:cubicBezTo>
                      <a:pt x="148070" y="55142"/>
                      <a:pt x="146594" y="38871"/>
                      <a:pt x="137955" y="26154"/>
                    </a:cubicBezTo>
                    <a:cubicBezTo>
                      <a:pt x="120906" y="-707"/>
                      <a:pt x="87949" y="-5279"/>
                      <a:pt x="48897" y="5198"/>
                    </a:cubicBezTo>
                    <a:cubicBezTo>
                      <a:pt x="20952" y="13709"/>
                      <a:pt x="1385" y="38883"/>
                      <a:pt x="34" y="68064"/>
                    </a:cubicBezTo>
                    <a:cubicBezTo>
                      <a:pt x="-1871" y="96639"/>
                      <a:pt x="78043" y="117879"/>
                      <a:pt x="76233" y="13750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2C4C1448-BEC4-B230-1ECF-FA71CF5E921F}"/>
                  </a:ext>
                </a:extLst>
              </p:cNvPr>
              <p:cNvSpPr/>
              <p:nvPr/>
            </p:nvSpPr>
            <p:spPr>
              <a:xfrm>
                <a:off x="2901981" y="3136773"/>
                <a:ext cx="9638" cy="22574"/>
              </a:xfrm>
              <a:custGeom>
                <a:avLst/>
                <a:gdLst>
                  <a:gd name="csX0" fmla="*/ 0 w 9638"/>
                  <a:gd name="csY0" fmla="*/ 0 h 22574"/>
                  <a:gd name="csX1" fmla="*/ 9525 w 9638"/>
                  <a:gd name="csY1" fmla="*/ 19050 h 22574"/>
                  <a:gd name="csX2" fmla="*/ 762 w 9638"/>
                  <a:gd name="csY2" fmla="*/ 22574 h 225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638" h="22574">
                    <a:moveTo>
                      <a:pt x="0" y="0"/>
                    </a:moveTo>
                    <a:cubicBezTo>
                      <a:pt x="0" y="0"/>
                      <a:pt x="10858" y="17431"/>
                      <a:pt x="9525" y="19050"/>
                    </a:cubicBezTo>
                    <a:cubicBezTo>
                      <a:pt x="6841" y="20744"/>
                      <a:pt x="3872" y="21938"/>
                      <a:pt x="762" y="22574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8C135209-6A85-9AC5-519C-D9B8E6857977}"/>
                  </a:ext>
                </a:extLst>
              </p:cNvPr>
              <p:cNvSpPr/>
              <p:nvPr/>
            </p:nvSpPr>
            <p:spPr>
              <a:xfrm>
                <a:off x="2886456" y="3120008"/>
                <a:ext cx="26670" cy="26669"/>
              </a:xfrm>
              <a:custGeom>
                <a:avLst/>
                <a:gdLst>
                  <a:gd name="csX0" fmla="*/ 13335 w 26670"/>
                  <a:gd name="csY0" fmla="*/ 26670 h 26669"/>
                  <a:gd name="csX1" fmla="*/ 0 w 26670"/>
                  <a:gd name="csY1" fmla="*/ 13335 h 26669"/>
                  <a:gd name="csX2" fmla="*/ 13335 w 26670"/>
                  <a:gd name="csY2" fmla="*/ 0 h 26669"/>
                  <a:gd name="csX3" fmla="*/ 26670 w 26670"/>
                  <a:gd name="csY3" fmla="*/ 13335 h 26669"/>
                  <a:gd name="csX4" fmla="*/ 13335 w 26670"/>
                  <a:gd name="csY4" fmla="*/ 26670 h 26669"/>
                  <a:gd name="csX5" fmla="*/ 13335 w 26670"/>
                  <a:gd name="csY5" fmla="*/ 1905 h 26669"/>
                  <a:gd name="csX6" fmla="*/ 1810 w 26670"/>
                  <a:gd name="csY6" fmla="*/ 13431 h 26669"/>
                  <a:gd name="csX7" fmla="*/ 13336 w 26670"/>
                  <a:gd name="csY7" fmla="*/ 24956 h 26669"/>
                  <a:gd name="csX8" fmla="*/ 24861 w 26670"/>
                  <a:gd name="csY8" fmla="*/ 13430 h 26669"/>
                  <a:gd name="csX9" fmla="*/ 24860 w 26670"/>
                  <a:gd name="csY9" fmla="*/ 13335 h 26669"/>
                  <a:gd name="csX10" fmla="*/ 13431 w 26670"/>
                  <a:gd name="csY10" fmla="*/ 1905 h 26669"/>
                  <a:gd name="csX11" fmla="*/ 13335 w 26670"/>
                  <a:gd name="csY11" fmla="*/ 1905 h 266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6670" h="26669">
                    <a:moveTo>
                      <a:pt x="13335" y="26670"/>
                    </a:moveTo>
                    <a:cubicBezTo>
                      <a:pt x="5970" y="26670"/>
                      <a:pt x="0" y="20700"/>
                      <a:pt x="0" y="13335"/>
                    </a:cubicBezTo>
                    <a:cubicBezTo>
                      <a:pt x="0" y="5970"/>
                      <a:pt x="5970" y="0"/>
                      <a:pt x="13335" y="0"/>
                    </a:cubicBezTo>
                    <a:cubicBezTo>
                      <a:pt x="20700" y="0"/>
                      <a:pt x="26670" y="5970"/>
                      <a:pt x="26670" y="13335"/>
                    </a:cubicBezTo>
                    <a:cubicBezTo>
                      <a:pt x="26670" y="20700"/>
                      <a:pt x="20700" y="26670"/>
                      <a:pt x="13335" y="26670"/>
                    </a:cubicBezTo>
                    <a:close/>
                    <a:moveTo>
                      <a:pt x="13335" y="1905"/>
                    </a:moveTo>
                    <a:cubicBezTo>
                      <a:pt x="6970" y="1905"/>
                      <a:pt x="1810" y="7066"/>
                      <a:pt x="1810" y="13431"/>
                    </a:cubicBezTo>
                    <a:cubicBezTo>
                      <a:pt x="1810" y="19796"/>
                      <a:pt x="6971" y="24956"/>
                      <a:pt x="13336" y="24956"/>
                    </a:cubicBezTo>
                    <a:cubicBezTo>
                      <a:pt x="19701" y="24955"/>
                      <a:pt x="24861" y="19795"/>
                      <a:pt x="24861" y="13430"/>
                    </a:cubicBezTo>
                    <a:cubicBezTo>
                      <a:pt x="24861" y="13398"/>
                      <a:pt x="24861" y="13367"/>
                      <a:pt x="24860" y="13335"/>
                    </a:cubicBezTo>
                    <a:cubicBezTo>
                      <a:pt x="24861" y="7023"/>
                      <a:pt x="19743" y="1905"/>
                      <a:pt x="13431" y="1905"/>
                    </a:cubicBezTo>
                    <a:cubicBezTo>
                      <a:pt x="13399" y="1905"/>
                      <a:pt x="13367" y="1905"/>
                      <a:pt x="13335" y="190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E7AC14F-640B-F649-074E-F2DC6F3254F5}"/>
                  </a:ext>
                </a:extLst>
              </p:cNvPr>
              <p:cNvSpPr/>
              <p:nvPr/>
            </p:nvSpPr>
            <p:spPr>
              <a:xfrm>
                <a:off x="2792250" y="3076437"/>
                <a:ext cx="110764" cy="126644"/>
              </a:xfrm>
              <a:custGeom>
                <a:avLst/>
                <a:gdLst>
                  <a:gd name="csX0" fmla="*/ 76680 w 110764"/>
                  <a:gd name="csY0" fmla="*/ 5281 h 126644"/>
                  <a:gd name="csX1" fmla="*/ 109922 w 110764"/>
                  <a:gd name="csY1" fmla="*/ 62431 h 126644"/>
                  <a:gd name="csX2" fmla="*/ 98397 w 110764"/>
                  <a:gd name="csY2" fmla="*/ 123487 h 126644"/>
                  <a:gd name="csX3" fmla="*/ 64488 w 110764"/>
                  <a:gd name="csY3" fmla="*/ 124439 h 126644"/>
                  <a:gd name="csX4" fmla="*/ 11719 w 110764"/>
                  <a:gd name="csY4" fmla="*/ 83767 h 126644"/>
                  <a:gd name="csX5" fmla="*/ 12862 w 110764"/>
                  <a:gd name="csY5" fmla="*/ 11758 h 126644"/>
                  <a:gd name="csX6" fmla="*/ 76680 w 110764"/>
                  <a:gd name="csY6" fmla="*/ 5281 h 1266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0764" h="126644">
                    <a:moveTo>
                      <a:pt x="76680" y="5281"/>
                    </a:moveTo>
                    <a:cubicBezTo>
                      <a:pt x="87443" y="11282"/>
                      <a:pt x="106208" y="22236"/>
                      <a:pt x="109922" y="62431"/>
                    </a:cubicBezTo>
                    <a:cubicBezTo>
                      <a:pt x="113637" y="102627"/>
                      <a:pt x="104207" y="118248"/>
                      <a:pt x="98397" y="123487"/>
                    </a:cubicBezTo>
                    <a:cubicBezTo>
                      <a:pt x="94492" y="127106"/>
                      <a:pt x="74775" y="127868"/>
                      <a:pt x="64488" y="124439"/>
                    </a:cubicBezTo>
                    <a:cubicBezTo>
                      <a:pt x="43033" y="116816"/>
                      <a:pt x="24555" y="102573"/>
                      <a:pt x="11719" y="83767"/>
                    </a:cubicBezTo>
                    <a:cubicBezTo>
                      <a:pt x="-2949" y="58145"/>
                      <a:pt x="-5235" y="24426"/>
                      <a:pt x="12862" y="11758"/>
                    </a:cubicBezTo>
                    <a:cubicBezTo>
                      <a:pt x="31631" y="-1164"/>
                      <a:pt x="55698" y="-3606"/>
                      <a:pt x="76680" y="5281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51195580-EF19-9252-E71C-78DED0CFCDF8}"/>
                  </a:ext>
                </a:extLst>
              </p:cNvPr>
              <p:cNvSpPr/>
              <p:nvPr/>
            </p:nvSpPr>
            <p:spPr>
              <a:xfrm>
                <a:off x="2861976" y="3194208"/>
                <a:ext cx="26860" cy="9376"/>
              </a:xfrm>
              <a:custGeom>
                <a:avLst/>
                <a:gdLst>
                  <a:gd name="csX0" fmla="*/ 1905 w 26860"/>
                  <a:gd name="csY0" fmla="*/ 0 h 9376"/>
                  <a:gd name="csX1" fmla="*/ 0 w 26860"/>
                  <a:gd name="csY1" fmla="*/ 8382 h 9376"/>
                  <a:gd name="csX2" fmla="*/ 26860 w 26860"/>
                  <a:gd name="csY2" fmla="*/ 7239 h 9376"/>
                  <a:gd name="csX3" fmla="*/ 17335 w 26860"/>
                  <a:gd name="csY3" fmla="*/ 6096 h 9376"/>
                  <a:gd name="csX4" fmla="*/ 1905 w 26860"/>
                  <a:gd name="csY4" fmla="*/ 0 h 9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6860" h="9376">
                    <a:moveTo>
                      <a:pt x="1905" y="0"/>
                    </a:moveTo>
                    <a:lnTo>
                      <a:pt x="0" y="8382"/>
                    </a:lnTo>
                    <a:cubicBezTo>
                      <a:pt x="8926" y="10021"/>
                      <a:pt x="18106" y="9630"/>
                      <a:pt x="26860" y="7239"/>
                    </a:cubicBezTo>
                    <a:cubicBezTo>
                      <a:pt x="23654" y="7190"/>
                      <a:pt x="20462" y="6807"/>
                      <a:pt x="17335" y="6096"/>
                    </a:cubicBezTo>
                    <a:cubicBezTo>
                      <a:pt x="11952" y="4735"/>
                      <a:pt x="6765" y="2686"/>
                      <a:pt x="1905" y="0"/>
                    </a:cubicBezTo>
                    <a:close/>
                  </a:path>
                </a:pathLst>
              </a:custGeom>
              <a:solidFill>
                <a:srgbClr val="F28F8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809DC2BF-9BE3-4734-8749-2A7D06CA687B}"/>
                  </a:ext>
                </a:extLst>
              </p:cNvPr>
              <p:cNvSpPr/>
              <p:nvPr/>
            </p:nvSpPr>
            <p:spPr>
              <a:xfrm>
                <a:off x="2866262" y="3059430"/>
                <a:ext cx="28915" cy="71342"/>
              </a:xfrm>
              <a:custGeom>
                <a:avLst/>
                <a:gdLst>
                  <a:gd name="csX0" fmla="*/ 2096 w 28915"/>
                  <a:gd name="csY0" fmla="*/ 71342 h 71342"/>
                  <a:gd name="csX1" fmla="*/ 28575 w 28915"/>
                  <a:gd name="csY1" fmla="*/ 38100 h 71342"/>
                  <a:gd name="csX2" fmla="*/ 0 w 28915"/>
                  <a:gd name="csY2" fmla="*/ 0 h 713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915" h="71342">
                    <a:moveTo>
                      <a:pt x="2096" y="71342"/>
                    </a:moveTo>
                    <a:cubicBezTo>
                      <a:pt x="16391" y="66012"/>
                      <a:pt x="26577" y="53226"/>
                      <a:pt x="28575" y="38100"/>
                    </a:cubicBezTo>
                    <a:cubicBezTo>
                      <a:pt x="32575" y="1162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E4C8D5D3-2E41-E3DA-C766-5AF6178F16DF}"/>
                  </a:ext>
                </a:extLst>
              </p:cNvPr>
              <p:cNvSpPr/>
              <p:nvPr/>
            </p:nvSpPr>
            <p:spPr>
              <a:xfrm>
                <a:off x="2759102" y="3066845"/>
                <a:ext cx="115918" cy="133125"/>
              </a:xfrm>
              <a:custGeom>
                <a:avLst/>
                <a:gdLst>
                  <a:gd name="csX0" fmla="*/ 112971 w 115918"/>
                  <a:gd name="csY0" fmla="*/ 16683 h 133125"/>
                  <a:gd name="csX1" fmla="*/ 109447 w 115918"/>
                  <a:gd name="csY1" fmla="*/ 78500 h 133125"/>
                  <a:gd name="csX2" fmla="*/ 90397 w 115918"/>
                  <a:gd name="csY2" fmla="*/ 67451 h 133125"/>
                  <a:gd name="csX3" fmla="*/ 80746 w 115918"/>
                  <a:gd name="csY3" fmla="*/ 89841 h 133125"/>
                  <a:gd name="csX4" fmla="*/ 86682 w 115918"/>
                  <a:gd name="csY4" fmla="*/ 97455 h 133125"/>
                  <a:gd name="csX5" fmla="*/ 103351 w 115918"/>
                  <a:gd name="csY5" fmla="*/ 97455 h 133125"/>
                  <a:gd name="csX6" fmla="*/ 84301 w 115918"/>
                  <a:gd name="csY6" fmla="*/ 127935 h 133125"/>
                  <a:gd name="csX7" fmla="*/ 17626 w 115918"/>
                  <a:gd name="csY7" fmla="*/ 110504 h 133125"/>
                  <a:gd name="csX8" fmla="*/ 39057 w 115918"/>
                  <a:gd name="csY8" fmla="*/ 4205 h 133125"/>
                  <a:gd name="csX9" fmla="*/ 112971 w 115918"/>
                  <a:gd name="csY9" fmla="*/ 16683 h 133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15918" h="133125">
                    <a:moveTo>
                      <a:pt x="112971" y="16683"/>
                    </a:moveTo>
                    <a:cubicBezTo>
                      <a:pt x="112971" y="16683"/>
                      <a:pt x="121544" y="54783"/>
                      <a:pt x="109447" y="78500"/>
                    </a:cubicBezTo>
                    <a:cubicBezTo>
                      <a:pt x="109447" y="78500"/>
                      <a:pt x="103065" y="63546"/>
                      <a:pt x="90397" y="67451"/>
                    </a:cubicBezTo>
                    <a:cubicBezTo>
                      <a:pt x="81549" y="70969"/>
                      <a:pt x="77228" y="80993"/>
                      <a:pt x="80746" y="89841"/>
                    </a:cubicBezTo>
                    <a:cubicBezTo>
                      <a:pt x="81959" y="92892"/>
                      <a:pt x="84019" y="95534"/>
                      <a:pt x="86682" y="97455"/>
                    </a:cubicBezTo>
                    <a:cubicBezTo>
                      <a:pt x="91501" y="101504"/>
                      <a:pt x="98533" y="101504"/>
                      <a:pt x="103351" y="97455"/>
                    </a:cubicBezTo>
                    <a:cubicBezTo>
                      <a:pt x="99226" y="108847"/>
                      <a:pt x="92734" y="119235"/>
                      <a:pt x="84301" y="127935"/>
                    </a:cubicBezTo>
                    <a:cubicBezTo>
                      <a:pt x="84301" y="127935"/>
                      <a:pt x="50773" y="147556"/>
                      <a:pt x="17626" y="110504"/>
                    </a:cubicBezTo>
                    <a:cubicBezTo>
                      <a:pt x="-12187" y="76785"/>
                      <a:pt x="-3615" y="16778"/>
                      <a:pt x="39057" y="4205"/>
                    </a:cubicBezTo>
                    <a:cubicBezTo>
                      <a:pt x="64224" y="-4358"/>
                      <a:pt x="92011" y="332"/>
                      <a:pt x="112971" y="1668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0436BB83-06F6-3188-C03C-5F3AC040A0DD}"/>
                  </a:ext>
                </a:extLst>
              </p:cNvPr>
              <p:cNvSpPr/>
              <p:nvPr/>
            </p:nvSpPr>
            <p:spPr>
              <a:xfrm>
                <a:off x="3007423" y="3272441"/>
                <a:ext cx="46695" cy="98455"/>
              </a:xfrm>
              <a:custGeom>
                <a:avLst/>
                <a:gdLst>
                  <a:gd name="csX0" fmla="*/ 0 w 46695"/>
                  <a:gd name="csY0" fmla="*/ 61308 h 98455"/>
                  <a:gd name="csX1" fmla="*/ 18479 w 46695"/>
                  <a:gd name="csY1" fmla="*/ 21398 h 98455"/>
                  <a:gd name="csX2" fmla="*/ 32671 w 46695"/>
                  <a:gd name="csY2" fmla="*/ 1396 h 98455"/>
                  <a:gd name="csX3" fmla="*/ 34290 w 46695"/>
                  <a:gd name="csY3" fmla="*/ 28161 h 98455"/>
                  <a:gd name="csX4" fmla="*/ 46673 w 46695"/>
                  <a:gd name="csY4" fmla="*/ 60356 h 98455"/>
                  <a:gd name="csX5" fmla="*/ 18860 w 46695"/>
                  <a:gd name="csY5" fmla="*/ 98456 h 984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6695" h="98455">
                    <a:moveTo>
                      <a:pt x="0" y="61308"/>
                    </a:moveTo>
                    <a:cubicBezTo>
                      <a:pt x="7334" y="52926"/>
                      <a:pt x="8573" y="34257"/>
                      <a:pt x="18479" y="21398"/>
                    </a:cubicBezTo>
                    <a:cubicBezTo>
                      <a:pt x="28385" y="8540"/>
                      <a:pt x="26479" y="-4319"/>
                      <a:pt x="32671" y="1396"/>
                    </a:cubicBezTo>
                    <a:cubicBezTo>
                      <a:pt x="38862" y="7111"/>
                      <a:pt x="34290" y="28161"/>
                      <a:pt x="34290" y="28161"/>
                    </a:cubicBezTo>
                    <a:cubicBezTo>
                      <a:pt x="39878" y="38272"/>
                      <a:pt x="44045" y="49106"/>
                      <a:pt x="46673" y="60356"/>
                    </a:cubicBezTo>
                    <a:cubicBezTo>
                      <a:pt x="47625" y="71214"/>
                      <a:pt x="18860" y="98456"/>
                      <a:pt x="18860" y="98456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CEA67EC8-0247-617B-FF16-F0A8CFE8A30D}"/>
                  </a:ext>
                </a:extLst>
              </p:cNvPr>
              <p:cNvSpPr/>
              <p:nvPr/>
            </p:nvSpPr>
            <p:spPr>
              <a:xfrm>
                <a:off x="3037617" y="3293010"/>
                <a:ext cx="73755" cy="65695"/>
              </a:xfrm>
              <a:custGeom>
                <a:avLst/>
                <a:gdLst>
                  <a:gd name="csX0" fmla="*/ 2476 w 73755"/>
                  <a:gd name="csY0" fmla="*/ 5688 h 65695"/>
                  <a:gd name="csX1" fmla="*/ 66770 w 73755"/>
                  <a:gd name="csY1" fmla="*/ 735 h 65695"/>
                  <a:gd name="csX2" fmla="*/ 53626 w 73755"/>
                  <a:gd name="csY2" fmla="*/ 38835 h 65695"/>
                  <a:gd name="csX3" fmla="*/ 0 w 73755"/>
                  <a:gd name="csY3" fmla="*/ 65695 h 65695"/>
                  <a:gd name="csX4" fmla="*/ 2476 w 73755"/>
                  <a:gd name="csY4" fmla="*/ 5688 h 656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3755" h="65695">
                    <a:moveTo>
                      <a:pt x="2476" y="5688"/>
                    </a:moveTo>
                    <a:cubicBezTo>
                      <a:pt x="2476" y="5688"/>
                      <a:pt x="14192" y="21976"/>
                      <a:pt x="66770" y="735"/>
                    </a:cubicBezTo>
                    <a:cubicBezTo>
                      <a:pt x="81248" y="-5171"/>
                      <a:pt x="71438" y="26071"/>
                      <a:pt x="53626" y="38835"/>
                    </a:cubicBezTo>
                    <a:cubicBezTo>
                      <a:pt x="35814" y="51599"/>
                      <a:pt x="16573" y="54551"/>
                      <a:pt x="0" y="65695"/>
                    </a:cubicBezTo>
                    <a:cubicBezTo>
                      <a:pt x="0" y="64171"/>
                      <a:pt x="2476" y="5688"/>
                      <a:pt x="2476" y="5688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503E451D-5600-27E2-E15D-74FB35CFAFCB}"/>
                  </a:ext>
                </a:extLst>
              </p:cNvPr>
              <p:cNvSpPr/>
              <p:nvPr/>
            </p:nvSpPr>
            <p:spPr>
              <a:xfrm>
                <a:off x="2866502" y="3240024"/>
                <a:ext cx="165078" cy="201508"/>
              </a:xfrm>
              <a:custGeom>
                <a:avLst/>
                <a:gdLst>
                  <a:gd name="csX0" fmla="*/ 7571 w 165078"/>
                  <a:gd name="csY0" fmla="*/ 0 h 201508"/>
                  <a:gd name="csX1" fmla="*/ 54244 w 165078"/>
                  <a:gd name="csY1" fmla="*/ 36195 h 201508"/>
                  <a:gd name="csX2" fmla="*/ 100154 w 165078"/>
                  <a:gd name="csY2" fmla="*/ 137350 h 201508"/>
                  <a:gd name="csX3" fmla="*/ 140921 w 165078"/>
                  <a:gd name="csY3" fmla="*/ 93726 h 201508"/>
                  <a:gd name="csX4" fmla="*/ 157876 w 165078"/>
                  <a:gd name="csY4" fmla="*/ 103251 h 201508"/>
                  <a:gd name="csX5" fmla="*/ 163972 w 165078"/>
                  <a:gd name="csY5" fmla="*/ 126492 h 201508"/>
                  <a:gd name="csX6" fmla="*/ 107965 w 165078"/>
                  <a:gd name="csY6" fmla="*/ 197929 h 201508"/>
                  <a:gd name="csX7" fmla="*/ 75675 w 165078"/>
                  <a:gd name="csY7" fmla="*/ 187071 h 201508"/>
                  <a:gd name="csX8" fmla="*/ 16525 w 165078"/>
                  <a:gd name="csY8" fmla="*/ 94488 h 201508"/>
                  <a:gd name="csX9" fmla="*/ 7571 w 165078"/>
                  <a:gd name="csY9" fmla="*/ 0 h 2015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65078" h="201508">
                    <a:moveTo>
                      <a:pt x="7571" y="0"/>
                    </a:moveTo>
                    <a:cubicBezTo>
                      <a:pt x="30241" y="4096"/>
                      <a:pt x="41671" y="6477"/>
                      <a:pt x="54244" y="36195"/>
                    </a:cubicBezTo>
                    <a:cubicBezTo>
                      <a:pt x="69103" y="71438"/>
                      <a:pt x="100154" y="137350"/>
                      <a:pt x="100154" y="137350"/>
                    </a:cubicBezTo>
                    <a:lnTo>
                      <a:pt x="140921" y="93726"/>
                    </a:lnTo>
                    <a:cubicBezTo>
                      <a:pt x="140921" y="93726"/>
                      <a:pt x="146827" y="85439"/>
                      <a:pt x="157876" y="103251"/>
                    </a:cubicBezTo>
                    <a:cubicBezTo>
                      <a:pt x="168925" y="121063"/>
                      <a:pt x="163972" y="126492"/>
                      <a:pt x="163972" y="126492"/>
                    </a:cubicBezTo>
                    <a:cubicBezTo>
                      <a:pt x="163972" y="126492"/>
                      <a:pt x="116347" y="189929"/>
                      <a:pt x="107965" y="197929"/>
                    </a:cubicBezTo>
                    <a:cubicBezTo>
                      <a:pt x="99583" y="205930"/>
                      <a:pt x="85010" y="199739"/>
                      <a:pt x="75675" y="187071"/>
                    </a:cubicBezTo>
                    <a:cubicBezTo>
                      <a:pt x="66341" y="174403"/>
                      <a:pt x="16525" y="94488"/>
                      <a:pt x="16525" y="94488"/>
                    </a:cubicBezTo>
                    <a:cubicBezTo>
                      <a:pt x="16525" y="94488"/>
                      <a:pt x="-13669" y="31909"/>
                      <a:pt x="7571" y="0"/>
                    </a:cubicBezTo>
                    <a:close/>
                  </a:path>
                </a:pathLst>
              </a:custGeom>
              <a:solidFill>
                <a:srgbClr val="FFA8A7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650726F4-8014-49D5-8142-7FAD4F9DE7BE}"/>
                  </a:ext>
                </a:extLst>
              </p:cNvPr>
              <p:cNvSpPr/>
              <p:nvPr/>
            </p:nvSpPr>
            <p:spPr>
              <a:xfrm>
                <a:off x="2751789" y="3105150"/>
                <a:ext cx="137308" cy="196867"/>
              </a:xfrm>
              <a:custGeom>
                <a:avLst/>
                <a:gdLst>
                  <a:gd name="csX0" fmla="*/ 10461 w 137308"/>
                  <a:gd name="csY0" fmla="*/ 0 h 196867"/>
                  <a:gd name="csX1" fmla="*/ 9699 w 137308"/>
                  <a:gd name="csY1" fmla="*/ 152400 h 196867"/>
                  <a:gd name="csX2" fmla="*/ 103996 w 137308"/>
                  <a:gd name="csY2" fmla="*/ 193929 h 196867"/>
                  <a:gd name="csX3" fmla="*/ 132571 w 137308"/>
                  <a:gd name="csY3" fmla="*/ 148685 h 196867"/>
                  <a:gd name="csX4" fmla="*/ 117998 w 137308"/>
                  <a:gd name="csY4" fmla="*/ 133350 h 196867"/>
                  <a:gd name="csX5" fmla="*/ 107616 w 137308"/>
                  <a:gd name="csY5" fmla="*/ 118205 h 196867"/>
                  <a:gd name="csX6" fmla="*/ 110569 w 137308"/>
                  <a:gd name="csY6" fmla="*/ 59055 h 196867"/>
                  <a:gd name="csX7" fmla="*/ 71040 w 137308"/>
                  <a:gd name="csY7" fmla="*/ 67532 h 196867"/>
                  <a:gd name="csX8" fmla="*/ 10461 w 137308"/>
                  <a:gd name="csY8" fmla="*/ 0 h 196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7308" h="196867">
                    <a:moveTo>
                      <a:pt x="10461" y="0"/>
                    </a:moveTo>
                    <a:cubicBezTo>
                      <a:pt x="936" y="23146"/>
                      <a:pt x="-6970" y="120872"/>
                      <a:pt x="9699" y="152400"/>
                    </a:cubicBezTo>
                    <a:cubicBezTo>
                      <a:pt x="26368" y="183928"/>
                      <a:pt x="73612" y="204883"/>
                      <a:pt x="103996" y="193929"/>
                    </a:cubicBezTo>
                    <a:cubicBezTo>
                      <a:pt x="123046" y="187262"/>
                      <a:pt x="147811" y="171450"/>
                      <a:pt x="132571" y="148685"/>
                    </a:cubicBezTo>
                    <a:cubicBezTo>
                      <a:pt x="128429" y="142938"/>
                      <a:pt x="123526" y="137780"/>
                      <a:pt x="117998" y="133350"/>
                    </a:cubicBezTo>
                    <a:cubicBezTo>
                      <a:pt x="113337" y="129239"/>
                      <a:pt x="109769" y="124035"/>
                      <a:pt x="107616" y="118205"/>
                    </a:cubicBezTo>
                    <a:cubicBezTo>
                      <a:pt x="100853" y="103441"/>
                      <a:pt x="109997" y="60484"/>
                      <a:pt x="110569" y="59055"/>
                    </a:cubicBezTo>
                    <a:cubicBezTo>
                      <a:pt x="111140" y="57626"/>
                      <a:pt x="105616" y="77438"/>
                      <a:pt x="71040" y="67532"/>
                    </a:cubicBezTo>
                    <a:cubicBezTo>
                      <a:pt x="55228" y="63437"/>
                      <a:pt x="10461" y="0"/>
                      <a:pt x="104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"/>
          <p:cNvSpPr txBox="1">
            <a:spLocks noGrp="1"/>
          </p:cNvSpPr>
          <p:nvPr>
            <p:ph type="title"/>
          </p:nvPr>
        </p:nvSpPr>
        <p:spPr>
          <a:xfrm flipH="1">
            <a:off x="1195613" y="1758450"/>
            <a:ext cx="6752775" cy="16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rban Agriculture Project Proposal by Slidesgo">
  <a:themeElements>
    <a:clrScheme name="Simple Light">
      <a:dk1>
        <a:srgbClr val="353535"/>
      </a:dk1>
      <a:lt1>
        <a:srgbClr val="F1F1F1"/>
      </a:lt1>
      <a:dk2>
        <a:srgbClr val="DFDBD8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658</Words>
  <Application>Microsoft Office PowerPoint</Application>
  <PresentationFormat>On-screen Show (16:9)</PresentationFormat>
  <Paragraphs>124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Montserrat SemiBold</vt:lpstr>
      <vt:lpstr>Roboto Condensed Light</vt:lpstr>
      <vt:lpstr>Arial</vt:lpstr>
      <vt:lpstr>Assistant</vt:lpstr>
      <vt:lpstr>Wingdings</vt:lpstr>
      <vt:lpstr>Urban Agriculture Project Proposal by Slidesgo</vt:lpstr>
      <vt:lpstr>PowerPoint Presentation</vt:lpstr>
      <vt:lpstr>Introduction</vt:lpstr>
      <vt:lpstr>Project Goals &amp; Objectives</vt:lpstr>
      <vt:lpstr>Dataset Overview</vt:lpstr>
      <vt:lpstr>Methodology &amp; Tools</vt:lpstr>
      <vt:lpstr>Data Cleaning &amp; Preprocessing</vt:lpstr>
      <vt:lpstr>Feature Engineering</vt:lpstr>
      <vt:lpstr>Estimated Weekly Screen Time</vt:lpstr>
      <vt:lpstr>EDA 1 – Occupation vs Phone Usage</vt:lpstr>
      <vt:lpstr>EDA 2 – Device &amp; Age Trends</vt:lpstr>
      <vt:lpstr>EDA 3 – Correlation Heatmap</vt:lpstr>
      <vt:lpstr>Machine Learning – Regression</vt:lpstr>
      <vt:lpstr>Machine Learning – Classification</vt:lpstr>
      <vt:lpstr>Major Findings</vt:lpstr>
      <vt:lpstr>Future Scope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Manani Suraj</cp:lastModifiedBy>
  <cp:revision>13</cp:revision>
  <dcterms:modified xsi:type="dcterms:W3CDTF">2026-04-05T11:18:47Z</dcterms:modified>
</cp:coreProperties>
</file>